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74320"/>
            <a:ext cx="53340" cy="548640"/>
          </a:xfrm>
          <a:prstGeom prst="roundRect">
            <a:avLst>
              <a:gd name="adj" fmla="val 50000"/>
            </a:avLst>
          </a:pr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28600"/>
            <a:ext cx="8001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6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보안·권한 설계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4008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8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원천은 읽기만 · 대상은 superuser 아닌 소유자 · 비밀번호는 .env · 행 값은 남기지 않음 · 외부 연결 0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382000" y="411480"/>
            <a:ext cx="3429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KDMS-D10 · v0.1 · 2026-10-10</a:t>
            </a:r>
          </a:p>
        </p:txBody>
      </p:sp>
      <p:sp>
        <p:nvSpPr>
          <p:cNvPr id="6" name="영역 원천 · MS-SQL 2019"/>
          <p:cNvSpPr/>
          <p:nvPr/>
        </p:nvSpPr>
        <p:spPr>
          <a:xfrm>
            <a:off x="335280" y="1493520"/>
            <a:ext cx="3200400" cy="4556760"/>
          </a:xfrm>
          <a:prstGeom prst="roundRect">
            <a:avLst>
              <a:gd name="adj" fmla="val 4285"/>
            </a:avLst>
          </a:prstGeom>
          <a:solidFill>
            <a:srgbClr val="EEF8F3"/>
          </a:solidFill>
          <a:ln w="10668">
            <a:solidFill>
              <a:srgbClr val="9DD3B8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원천 · MS-SQL 2019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 는 읽기만</a:t>
            </a:r>
          </a:p>
        </p:txBody>
      </p:sp>
      <p:sp>
        <p:nvSpPr>
          <p:cNvPr id="7" name="영역 실행 PC · kdms.jar"/>
          <p:cNvSpPr/>
          <p:nvPr/>
        </p:nvSpPr>
        <p:spPr>
          <a:xfrm>
            <a:off x="3733800" y="1493520"/>
            <a:ext cx="4724400" cy="4556760"/>
          </a:xfrm>
          <a:prstGeom prst="roundRect">
            <a:avLst>
              <a:gd name="adj" fmla="val 3010"/>
            </a:avLst>
          </a:prstGeom>
          <a:solidFill>
            <a:srgbClr val="EEF8F3"/>
          </a:solidFill>
          <a:ln w="15240">
            <a:solidFill>
              <a:srgbClr val="1E6B4F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실행 PC · kdms.jar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비밀번호·행 값·외부 연결을 막는 곳</a:t>
            </a:r>
          </a:p>
        </p:txBody>
      </p:sp>
      <p:sp>
        <p:nvSpPr>
          <p:cNvPr id="8" name="영역 대상 · PostgreSQL 16"/>
          <p:cNvSpPr/>
          <p:nvPr/>
        </p:nvSpPr>
        <p:spPr>
          <a:xfrm>
            <a:off x="8656320" y="1493520"/>
            <a:ext cx="3200400" cy="4556760"/>
          </a:xfrm>
          <a:prstGeom prst="roundRect">
            <a:avLst>
              <a:gd name="adj" fmla="val 4285"/>
            </a:avLst>
          </a:prstGeom>
          <a:solidFill>
            <a:srgbClr val="EEF8F3"/>
          </a:solidFill>
          <a:ln w="10668">
            <a:solidFill>
              <a:srgbClr val="9DD3B8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대상 · PostgreSQL 16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superuser 를 쓰지 않는다</a:t>
            </a:r>
          </a:p>
        </p:txBody>
      </p:sp>
      <p:sp>
        <p:nvSpPr>
          <p:cNvPr id="9" name="블록 DBA · 원천 sysadmin"/>
          <p:cNvSpPr/>
          <p:nvPr/>
        </p:nvSpPr>
        <p:spPr>
          <a:xfrm>
            <a:off x="563880" y="975360"/>
            <a:ext cx="2743200" cy="350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E6B4F"/>
            </a:solidFill>
          </a:ln>
        </p:spPr>
        <p:txBody>
          <a:bodyPr rtlCol="0" anchor="ctr" lIns="805815" tIns="0" rIns="0" bIns="0" wrap="none">
            <a:noAutofit/>
          </a:bodyPr>
          <a:lstStyle/>
          <a:p>
            <a:pPr algn="l"/>
            <a:r>
              <a:rPr sz="108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DBA · 원천 sysadmin</a:t>
            </a:r>
          </a:p>
        </p:txBody>
      </p:sp>
      <p:sp>
        <p:nvSpPr>
          <p:cNvPr id="10" name="아이콘 admin_panel_settings"/>
          <p:cNvSpPr/>
          <p:nvPr/>
        </p:nvSpPr>
        <p:spPr>
          <a:xfrm>
            <a:off x="1128395" y="1067864"/>
            <a:ext cx="148796" cy="165306"/>
          </a:xfrm>
          <a:custGeom>
            <a:avLst/>
            <a:gdLst/>
            <a:ahLst/>
            <a:cxnLst/>
            <a:rect l="l" t="t" r="r" b="b"/>
            <a:pathLst>
              <a:path w="148796" h="165306">
                <a:moveTo>
                  <a:pt x="118641" y="122174"/>
                </a:moveTo>
                <a:lnTo>
                  <a:pt x="119238" y="121510"/>
                </a:lnTo>
                <a:lnTo>
                  <a:pt x="119783" y="120827"/>
                </a:lnTo>
                <a:lnTo>
                  <a:pt x="120277" y="120124"/>
                </a:lnTo>
                <a:lnTo>
                  <a:pt x="120718" y="119402"/>
                </a:lnTo>
                <a:lnTo>
                  <a:pt x="121108" y="118660"/>
                </a:lnTo>
                <a:lnTo>
                  <a:pt x="121445" y="117898"/>
                </a:lnTo>
                <a:lnTo>
                  <a:pt x="121731" y="117116"/>
                </a:lnTo>
                <a:lnTo>
                  <a:pt x="121965" y="116314"/>
                </a:lnTo>
                <a:lnTo>
                  <a:pt x="122147" y="115493"/>
                </a:lnTo>
                <a:lnTo>
                  <a:pt x="122276" y="114652"/>
                </a:lnTo>
                <a:lnTo>
                  <a:pt x="122354" y="113792"/>
                </a:lnTo>
                <a:lnTo>
                  <a:pt x="122380" y="112912"/>
                </a:lnTo>
                <a:lnTo>
                  <a:pt x="122354" y="112032"/>
                </a:lnTo>
                <a:lnTo>
                  <a:pt x="122276" y="111176"/>
                </a:lnTo>
                <a:lnTo>
                  <a:pt x="122147" y="110341"/>
                </a:lnTo>
                <a:lnTo>
                  <a:pt x="121965" y="109529"/>
                </a:lnTo>
                <a:lnTo>
                  <a:pt x="121731" y="108739"/>
                </a:lnTo>
                <a:lnTo>
                  <a:pt x="121445" y="107971"/>
                </a:lnTo>
                <a:lnTo>
                  <a:pt x="121108" y="107225"/>
                </a:lnTo>
                <a:lnTo>
                  <a:pt x="120718" y="106502"/>
                </a:lnTo>
                <a:lnTo>
                  <a:pt x="120277" y="105801"/>
                </a:lnTo>
                <a:lnTo>
                  <a:pt x="119783" y="105122"/>
                </a:lnTo>
                <a:lnTo>
                  <a:pt x="119238" y="104465"/>
                </a:lnTo>
                <a:lnTo>
                  <a:pt x="118641" y="103831"/>
                </a:lnTo>
                <a:lnTo>
                  <a:pt x="118006" y="103234"/>
                </a:lnTo>
                <a:lnTo>
                  <a:pt x="117350" y="102688"/>
                </a:lnTo>
                <a:lnTo>
                  <a:pt x="116671" y="102195"/>
                </a:lnTo>
                <a:lnTo>
                  <a:pt x="115970" y="101754"/>
                </a:lnTo>
                <a:lnTo>
                  <a:pt x="115247" y="101364"/>
                </a:lnTo>
                <a:lnTo>
                  <a:pt x="114501" y="101026"/>
                </a:lnTo>
                <a:lnTo>
                  <a:pt x="113733" y="100741"/>
                </a:lnTo>
                <a:lnTo>
                  <a:pt x="112943" y="100507"/>
                </a:lnTo>
                <a:lnTo>
                  <a:pt x="112131" y="100325"/>
                </a:lnTo>
                <a:lnTo>
                  <a:pt x="111296" y="100195"/>
                </a:lnTo>
                <a:lnTo>
                  <a:pt x="110439" y="100117"/>
                </a:lnTo>
                <a:lnTo>
                  <a:pt x="109560" y="100092"/>
                </a:lnTo>
                <a:lnTo>
                  <a:pt x="108680" y="100117"/>
                </a:lnTo>
                <a:lnTo>
                  <a:pt x="107819" y="100195"/>
                </a:lnTo>
                <a:lnTo>
                  <a:pt x="106979" y="100325"/>
                </a:lnTo>
                <a:lnTo>
                  <a:pt x="106157" y="100507"/>
                </a:lnTo>
                <a:lnTo>
                  <a:pt x="105356" y="100741"/>
                </a:lnTo>
                <a:lnTo>
                  <a:pt x="104574" y="101026"/>
                </a:lnTo>
                <a:lnTo>
                  <a:pt x="103812" y="101364"/>
                </a:lnTo>
                <a:lnTo>
                  <a:pt x="103070" y="101754"/>
                </a:lnTo>
                <a:lnTo>
                  <a:pt x="102348" y="102195"/>
                </a:lnTo>
                <a:lnTo>
                  <a:pt x="101645" y="102688"/>
                </a:lnTo>
                <a:lnTo>
                  <a:pt x="100962" y="103234"/>
                </a:lnTo>
                <a:lnTo>
                  <a:pt x="100298" y="103831"/>
                </a:lnTo>
                <a:lnTo>
                  <a:pt x="99672" y="104465"/>
                </a:lnTo>
                <a:lnTo>
                  <a:pt x="99100" y="105122"/>
                </a:lnTo>
                <a:lnTo>
                  <a:pt x="98583" y="105801"/>
                </a:lnTo>
                <a:lnTo>
                  <a:pt x="98120" y="106502"/>
                </a:lnTo>
                <a:lnTo>
                  <a:pt x="97711" y="107225"/>
                </a:lnTo>
                <a:lnTo>
                  <a:pt x="97357" y="107971"/>
                </a:lnTo>
                <a:lnTo>
                  <a:pt x="97058" y="108739"/>
                </a:lnTo>
                <a:lnTo>
                  <a:pt x="96813" y="109529"/>
                </a:lnTo>
                <a:lnTo>
                  <a:pt x="96622" y="110341"/>
                </a:lnTo>
                <a:lnTo>
                  <a:pt x="96486" y="111176"/>
                </a:lnTo>
                <a:lnTo>
                  <a:pt x="96404" y="112032"/>
                </a:lnTo>
                <a:lnTo>
                  <a:pt x="96377" y="112912"/>
                </a:lnTo>
                <a:lnTo>
                  <a:pt x="96404" y="113792"/>
                </a:lnTo>
                <a:lnTo>
                  <a:pt x="96486" y="114652"/>
                </a:lnTo>
                <a:lnTo>
                  <a:pt x="96622" y="115493"/>
                </a:lnTo>
                <a:lnTo>
                  <a:pt x="96813" y="116314"/>
                </a:lnTo>
                <a:lnTo>
                  <a:pt x="97058" y="117116"/>
                </a:lnTo>
                <a:lnTo>
                  <a:pt x="97357" y="117898"/>
                </a:lnTo>
                <a:lnTo>
                  <a:pt x="97711" y="118660"/>
                </a:lnTo>
                <a:lnTo>
                  <a:pt x="98120" y="119402"/>
                </a:lnTo>
                <a:lnTo>
                  <a:pt x="98583" y="120124"/>
                </a:lnTo>
                <a:lnTo>
                  <a:pt x="99100" y="120827"/>
                </a:lnTo>
                <a:lnTo>
                  <a:pt x="99672" y="121510"/>
                </a:lnTo>
                <a:lnTo>
                  <a:pt x="100298" y="122174"/>
                </a:lnTo>
                <a:lnTo>
                  <a:pt x="100962" y="122800"/>
                </a:lnTo>
                <a:lnTo>
                  <a:pt x="101645" y="123372"/>
                </a:lnTo>
                <a:lnTo>
                  <a:pt x="102348" y="123889"/>
                </a:lnTo>
                <a:lnTo>
                  <a:pt x="103070" y="124352"/>
                </a:lnTo>
                <a:lnTo>
                  <a:pt x="103812" y="124760"/>
                </a:lnTo>
                <a:lnTo>
                  <a:pt x="104574" y="125114"/>
                </a:lnTo>
                <a:lnTo>
                  <a:pt x="105356" y="125414"/>
                </a:lnTo>
                <a:lnTo>
                  <a:pt x="106157" y="125659"/>
                </a:lnTo>
                <a:lnTo>
                  <a:pt x="106979" y="125850"/>
                </a:lnTo>
                <a:lnTo>
                  <a:pt x="107819" y="125986"/>
                </a:lnTo>
                <a:lnTo>
                  <a:pt x="108680" y="126068"/>
                </a:lnTo>
                <a:lnTo>
                  <a:pt x="109560" y="126095"/>
                </a:lnTo>
                <a:lnTo>
                  <a:pt x="110439" y="126068"/>
                </a:lnTo>
                <a:lnTo>
                  <a:pt x="111296" y="125986"/>
                </a:lnTo>
                <a:lnTo>
                  <a:pt x="112131" y="125850"/>
                </a:lnTo>
                <a:lnTo>
                  <a:pt x="112943" y="125659"/>
                </a:lnTo>
                <a:lnTo>
                  <a:pt x="113733" y="125414"/>
                </a:lnTo>
                <a:lnTo>
                  <a:pt x="114501" y="125114"/>
                </a:lnTo>
                <a:lnTo>
                  <a:pt x="115247" y="124760"/>
                </a:lnTo>
                <a:lnTo>
                  <a:pt x="115970" y="124352"/>
                </a:lnTo>
                <a:lnTo>
                  <a:pt x="116671" y="123889"/>
                </a:lnTo>
                <a:lnTo>
                  <a:pt x="117350" y="123372"/>
                </a:lnTo>
                <a:lnTo>
                  <a:pt x="118006" y="122800"/>
                </a:lnTo>
                <a:lnTo>
                  <a:pt x="118641" y="122174"/>
                </a:lnTo>
                <a:close/>
                <a:moveTo>
                  <a:pt x="109276" y="151892"/>
                </a:moveTo>
                <a:lnTo>
                  <a:pt x="110419" y="151872"/>
                </a:lnTo>
                <a:lnTo>
                  <a:pt x="111543" y="151811"/>
                </a:lnTo>
                <a:lnTo>
                  <a:pt x="112649" y="151711"/>
                </a:lnTo>
                <a:lnTo>
                  <a:pt x="113736" y="151571"/>
                </a:lnTo>
                <a:lnTo>
                  <a:pt x="114804" y="151390"/>
                </a:lnTo>
                <a:lnTo>
                  <a:pt x="115854" y="151169"/>
                </a:lnTo>
                <a:lnTo>
                  <a:pt x="116885" y="150908"/>
                </a:lnTo>
                <a:lnTo>
                  <a:pt x="117897" y="150608"/>
                </a:lnTo>
                <a:lnTo>
                  <a:pt x="118891" y="150266"/>
                </a:lnTo>
                <a:lnTo>
                  <a:pt x="119867" y="149885"/>
                </a:lnTo>
                <a:lnTo>
                  <a:pt x="120823" y="149464"/>
                </a:lnTo>
                <a:lnTo>
                  <a:pt x="121761" y="149002"/>
                </a:lnTo>
                <a:lnTo>
                  <a:pt x="122678" y="148504"/>
                </a:lnTo>
                <a:lnTo>
                  <a:pt x="123573" y="147970"/>
                </a:lnTo>
                <a:lnTo>
                  <a:pt x="124444" y="147403"/>
                </a:lnTo>
                <a:lnTo>
                  <a:pt x="125293" y="146801"/>
                </a:lnTo>
                <a:lnTo>
                  <a:pt x="126118" y="146165"/>
                </a:lnTo>
                <a:lnTo>
                  <a:pt x="126921" y="145494"/>
                </a:lnTo>
                <a:lnTo>
                  <a:pt x="127700" y="144789"/>
                </a:lnTo>
                <a:lnTo>
                  <a:pt x="128457" y="144049"/>
                </a:lnTo>
                <a:lnTo>
                  <a:pt x="129191" y="143275"/>
                </a:lnTo>
                <a:lnTo>
                  <a:pt x="129902" y="142467"/>
                </a:lnTo>
                <a:lnTo>
                  <a:pt x="130590" y="141624"/>
                </a:lnTo>
                <a:lnTo>
                  <a:pt x="131255" y="140747"/>
                </a:lnTo>
                <a:lnTo>
                  <a:pt x="130360" y="140276"/>
                </a:lnTo>
                <a:lnTo>
                  <a:pt x="129466" y="139824"/>
                </a:lnTo>
                <a:lnTo>
                  <a:pt x="128572" y="139393"/>
                </a:lnTo>
                <a:lnTo>
                  <a:pt x="127678" y="138982"/>
                </a:lnTo>
                <a:lnTo>
                  <a:pt x="126784" y="138590"/>
                </a:lnTo>
                <a:lnTo>
                  <a:pt x="125891" y="138219"/>
                </a:lnTo>
                <a:lnTo>
                  <a:pt x="124997" y="137868"/>
                </a:lnTo>
                <a:lnTo>
                  <a:pt x="124104" y="137537"/>
                </a:lnTo>
                <a:lnTo>
                  <a:pt x="123211" y="137226"/>
                </a:lnTo>
                <a:lnTo>
                  <a:pt x="122317" y="136935"/>
                </a:lnTo>
                <a:lnTo>
                  <a:pt x="121424" y="136664"/>
                </a:lnTo>
                <a:lnTo>
                  <a:pt x="120531" y="136414"/>
                </a:lnTo>
                <a:lnTo>
                  <a:pt x="119635" y="136183"/>
                </a:lnTo>
                <a:lnTo>
                  <a:pt x="118733" y="135972"/>
                </a:lnTo>
                <a:lnTo>
                  <a:pt x="117826" y="135781"/>
                </a:lnTo>
                <a:lnTo>
                  <a:pt x="116912" y="135611"/>
                </a:lnTo>
                <a:lnTo>
                  <a:pt x="115992" y="135460"/>
                </a:lnTo>
                <a:lnTo>
                  <a:pt x="115066" y="135330"/>
                </a:lnTo>
                <a:lnTo>
                  <a:pt x="114135" y="135220"/>
                </a:lnTo>
                <a:lnTo>
                  <a:pt x="113197" y="135129"/>
                </a:lnTo>
                <a:lnTo>
                  <a:pt x="112254" y="135059"/>
                </a:lnTo>
                <a:lnTo>
                  <a:pt x="111304" y="135009"/>
                </a:lnTo>
                <a:lnTo>
                  <a:pt x="110348" y="134979"/>
                </a:lnTo>
                <a:lnTo>
                  <a:pt x="109387" y="134969"/>
                </a:lnTo>
                <a:lnTo>
                  <a:pt x="108425" y="134979"/>
                </a:lnTo>
                <a:lnTo>
                  <a:pt x="107467" y="135009"/>
                </a:lnTo>
                <a:lnTo>
                  <a:pt x="106513" y="135059"/>
                </a:lnTo>
                <a:lnTo>
                  <a:pt x="105564" y="135129"/>
                </a:lnTo>
                <a:lnTo>
                  <a:pt x="104620" y="135220"/>
                </a:lnTo>
                <a:lnTo>
                  <a:pt x="103680" y="135330"/>
                </a:lnTo>
                <a:lnTo>
                  <a:pt x="102744" y="135460"/>
                </a:lnTo>
                <a:lnTo>
                  <a:pt x="101813" y="135611"/>
                </a:lnTo>
                <a:lnTo>
                  <a:pt x="100886" y="135781"/>
                </a:lnTo>
                <a:lnTo>
                  <a:pt x="99963" y="135972"/>
                </a:lnTo>
                <a:lnTo>
                  <a:pt x="99045" y="136183"/>
                </a:lnTo>
                <a:lnTo>
                  <a:pt x="98131" y="136414"/>
                </a:lnTo>
                <a:lnTo>
                  <a:pt x="97222" y="136664"/>
                </a:lnTo>
                <a:lnTo>
                  <a:pt x="96317" y="136935"/>
                </a:lnTo>
                <a:lnTo>
                  <a:pt x="95416" y="137226"/>
                </a:lnTo>
                <a:lnTo>
                  <a:pt x="94520" y="137537"/>
                </a:lnTo>
                <a:lnTo>
                  <a:pt x="93628" y="137868"/>
                </a:lnTo>
                <a:lnTo>
                  <a:pt x="92740" y="138219"/>
                </a:lnTo>
                <a:lnTo>
                  <a:pt x="91856" y="138590"/>
                </a:lnTo>
                <a:lnTo>
                  <a:pt x="90977" y="138982"/>
                </a:lnTo>
                <a:lnTo>
                  <a:pt x="90102" y="139393"/>
                </a:lnTo>
                <a:lnTo>
                  <a:pt x="89231" y="139824"/>
                </a:lnTo>
                <a:lnTo>
                  <a:pt x="88365" y="140276"/>
                </a:lnTo>
                <a:lnTo>
                  <a:pt x="87503" y="140747"/>
                </a:lnTo>
                <a:lnTo>
                  <a:pt x="88167" y="141624"/>
                </a:lnTo>
                <a:lnTo>
                  <a:pt x="88853" y="142467"/>
                </a:lnTo>
                <a:lnTo>
                  <a:pt x="89560" y="143275"/>
                </a:lnTo>
                <a:lnTo>
                  <a:pt x="90289" y="144049"/>
                </a:lnTo>
                <a:lnTo>
                  <a:pt x="91039" y="144789"/>
                </a:lnTo>
                <a:lnTo>
                  <a:pt x="91811" y="145494"/>
                </a:lnTo>
                <a:lnTo>
                  <a:pt x="92604" y="146165"/>
                </a:lnTo>
                <a:lnTo>
                  <a:pt x="93419" y="146801"/>
                </a:lnTo>
                <a:lnTo>
                  <a:pt x="94255" y="147403"/>
                </a:lnTo>
                <a:lnTo>
                  <a:pt x="95113" y="147970"/>
                </a:lnTo>
                <a:lnTo>
                  <a:pt x="95992" y="148504"/>
                </a:lnTo>
                <a:lnTo>
                  <a:pt x="96893" y="149002"/>
                </a:lnTo>
                <a:lnTo>
                  <a:pt x="97815" y="149464"/>
                </a:lnTo>
                <a:lnTo>
                  <a:pt x="98756" y="149885"/>
                </a:lnTo>
                <a:lnTo>
                  <a:pt x="99718" y="150266"/>
                </a:lnTo>
                <a:lnTo>
                  <a:pt x="100700" y="150608"/>
                </a:lnTo>
                <a:lnTo>
                  <a:pt x="101701" y="150908"/>
                </a:lnTo>
                <a:lnTo>
                  <a:pt x="102723" y="151169"/>
                </a:lnTo>
                <a:lnTo>
                  <a:pt x="103765" y="151390"/>
                </a:lnTo>
                <a:lnTo>
                  <a:pt x="104827" y="151571"/>
                </a:lnTo>
                <a:lnTo>
                  <a:pt x="105909" y="151711"/>
                </a:lnTo>
                <a:lnTo>
                  <a:pt x="107011" y="151811"/>
                </a:lnTo>
                <a:lnTo>
                  <a:pt x="108133" y="151872"/>
                </a:lnTo>
                <a:lnTo>
                  <a:pt x="109276" y="151892"/>
                </a:lnTo>
                <a:close/>
                <a:moveTo>
                  <a:pt x="66040" y="165306"/>
                </a:moveTo>
                <a:lnTo>
                  <a:pt x="61361" y="164073"/>
                </a:lnTo>
                <a:lnTo>
                  <a:pt x="56816" y="162574"/>
                </a:lnTo>
                <a:lnTo>
                  <a:pt x="52406" y="160811"/>
                </a:lnTo>
                <a:lnTo>
                  <a:pt x="48131" y="158782"/>
                </a:lnTo>
                <a:lnTo>
                  <a:pt x="43991" y="156488"/>
                </a:lnTo>
                <a:lnTo>
                  <a:pt x="39985" y="153930"/>
                </a:lnTo>
                <a:lnTo>
                  <a:pt x="36114" y="151106"/>
                </a:lnTo>
                <a:lnTo>
                  <a:pt x="32378" y="148016"/>
                </a:lnTo>
                <a:lnTo>
                  <a:pt x="28776" y="144662"/>
                </a:lnTo>
                <a:lnTo>
                  <a:pt x="25310" y="141043"/>
                </a:lnTo>
                <a:lnTo>
                  <a:pt x="21978" y="137158"/>
                </a:lnTo>
                <a:lnTo>
                  <a:pt x="18780" y="133008"/>
                </a:lnTo>
                <a:lnTo>
                  <a:pt x="15781" y="128674"/>
                </a:lnTo>
                <a:lnTo>
                  <a:pt x="13042" y="124235"/>
                </a:lnTo>
                <a:lnTo>
                  <a:pt x="10564" y="119691"/>
                </a:lnTo>
                <a:lnTo>
                  <a:pt x="8347" y="115042"/>
                </a:lnTo>
                <a:lnTo>
                  <a:pt x="6390" y="110289"/>
                </a:lnTo>
                <a:lnTo>
                  <a:pt x="4695" y="105431"/>
                </a:lnTo>
                <a:lnTo>
                  <a:pt x="3260" y="100469"/>
                </a:lnTo>
                <a:lnTo>
                  <a:pt x="2087" y="95402"/>
                </a:lnTo>
                <a:lnTo>
                  <a:pt x="1174" y="90231"/>
                </a:lnTo>
                <a:lnTo>
                  <a:pt x="522" y="84954"/>
                </a:lnTo>
                <a:lnTo>
                  <a:pt x="130" y="79574"/>
                </a:lnTo>
                <a:lnTo>
                  <a:pt x="0" y="74088"/>
                </a:lnTo>
                <a:lnTo>
                  <a:pt x="0" y="24765"/>
                </a:lnTo>
                <a:lnTo>
                  <a:pt x="66040" y="0"/>
                </a:lnTo>
                <a:lnTo>
                  <a:pt x="132080" y="24765"/>
                </a:lnTo>
                <a:lnTo>
                  <a:pt x="132080" y="80486"/>
                </a:lnTo>
                <a:lnTo>
                  <a:pt x="131596" y="80247"/>
                </a:lnTo>
                <a:lnTo>
                  <a:pt x="131105" y="80013"/>
                </a:lnTo>
                <a:lnTo>
                  <a:pt x="130610" y="79783"/>
                </a:lnTo>
                <a:lnTo>
                  <a:pt x="130108" y="79557"/>
                </a:lnTo>
                <a:lnTo>
                  <a:pt x="129601" y="79336"/>
                </a:lnTo>
                <a:lnTo>
                  <a:pt x="129088" y="79119"/>
                </a:lnTo>
                <a:lnTo>
                  <a:pt x="128569" y="78906"/>
                </a:lnTo>
                <a:lnTo>
                  <a:pt x="128044" y="78697"/>
                </a:lnTo>
                <a:lnTo>
                  <a:pt x="127514" y="78493"/>
                </a:lnTo>
                <a:lnTo>
                  <a:pt x="126978" y="78293"/>
                </a:lnTo>
                <a:lnTo>
                  <a:pt x="126436" y="78098"/>
                </a:lnTo>
                <a:lnTo>
                  <a:pt x="125889" y="77906"/>
                </a:lnTo>
                <a:lnTo>
                  <a:pt x="125341" y="77722"/>
                </a:lnTo>
                <a:lnTo>
                  <a:pt x="124800" y="77548"/>
                </a:lnTo>
                <a:lnTo>
                  <a:pt x="124264" y="77384"/>
                </a:lnTo>
                <a:lnTo>
                  <a:pt x="123733" y="77230"/>
                </a:lnTo>
                <a:lnTo>
                  <a:pt x="123209" y="77086"/>
                </a:lnTo>
                <a:lnTo>
                  <a:pt x="122690" y="76952"/>
                </a:lnTo>
                <a:lnTo>
                  <a:pt x="122177" y="76828"/>
                </a:lnTo>
                <a:lnTo>
                  <a:pt x="121670" y="76714"/>
                </a:lnTo>
                <a:lnTo>
                  <a:pt x="121168" y="76610"/>
                </a:lnTo>
                <a:lnTo>
                  <a:pt x="120672" y="76516"/>
                </a:lnTo>
                <a:lnTo>
                  <a:pt x="120182" y="76432"/>
                </a:lnTo>
                <a:lnTo>
                  <a:pt x="119697" y="76358"/>
                </a:lnTo>
                <a:lnTo>
                  <a:pt x="119697" y="33432"/>
                </a:lnTo>
                <a:lnTo>
                  <a:pt x="66040" y="13620"/>
                </a:lnTo>
                <a:lnTo>
                  <a:pt x="12383" y="33432"/>
                </a:lnTo>
                <a:lnTo>
                  <a:pt x="12383" y="74088"/>
                </a:lnTo>
                <a:lnTo>
                  <a:pt x="12418" y="76685"/>
                </a:lnTo>
                <a:lnTo>
                  <a:pt x="12523" y="79248"/>
                </a:lnTo>
                <a:lnTo>
                  <a:pt x="12699" y="81776"/>
                </a:lnTo>
                <a:lnTo>
                  <a:pt x="12944" y="84269"/>
                </a:lnTo>
                <a:lnTo>
                  <a:pt x="13260" y="86729"/>
                </a:lnTo>
                <a:lnTo>
                  <a:pt x="13647" y="89154"/>
                </a:lnTo>
                <a:lnTo>
                  <a:pt x="14103" y="91544"/>
                </a:lnTo>
                <a:lnTo>
                  <a:pt x="14630" y="93900"/>
                </a:lnTo>
                <a:lnTo>
                  <a:pt x="15227" y="96222"/>
                </a:lnTo>
                <a:lnTo>
                  <a:pt x="15894" y="98509"/>
                </a:lnTo>
                <a:lnTo>
                  <a:pt x="16631" y="100762"/>
                </a:lnTo>
                <a:lnTo>
                  <a:pt x="17439" y="102981"/>
                </a:lnTo>
                <a:lnTo>
                  <a:pt x="18301" y="105160"/>
                </a:lnTo>
                <a:lnTo>
                  <a:pt x="19201" y="107295"/>
                </a:lnTo>
                <a:lnTo>
                  <a:pt x="20141" y="109385"/>
                </a:lnTo>
                <a:lnTo>
                  <a:pt x="21119" y="111431"/>
                </a:lnTo>
                <a:lnTo>
                  <a:pt x="22136" y="113432"/>
                </a:lnTo>
                <a:lnTo>
                  <a:pt x="23191" y="115389"/>
                </a:lnTo>
                <a:lnTo>
                  <a:pt x="24286" y="117302"/>
                </a:lnTo>
                <a:lnTo>
                  <a:pt x="25419" y="119170"/>
                </a:lnTo>
                <a:lnTo>
                  <a:pt x="26590" y="120993"/>
                </a:lnTo>
                <a:lnTo>
                  <a:pt x="27800" y="122773"/>
                </a:lnTo>
                <a:lnTo>
                  <a:pt x="29049" y="124508"/>
                </a:lnTo>
                <a:lnTo>
                  <a:pt x="30337" y="126198"/>
                </a:lnTo>
                <a:lnTo>
                  <a:pt x="31656" y="127842"/>
                </a:lnTo>
                <a:lnTo>
                  <a:pt x="32997" y="129440"/>
                </a:lnTo>
                <a:lnTo>
                  <a:pt x="34361" y="130990"/>
                </a:lnTo>
                <a:lnTo>
                  <a:pt x="35749" y="132492"/>
                </a:lnTo>
                <a:lnTo>
                  <a:pt x="37159" y="133948"/>
                </a:lnTo>
                <a:lnTo>
                  <a:pt x="38592" y="135356"/>
                </a:lnTo>
                <a:lnTo>
                  <a:pt x="40048" y="136717"/>
                </a:lnTo>
                <a:lnTo>
                  <a:pt x="41527" y="138030"/>
                </a:lnTo>
                <a:lnTo>
                  <a:pt x="43029" y="139296"/>
                </a:lnTo>
                <a:lnTo>
                  <a:pt x="44554" y="140515"/>
                </a:lnTo>
                <a:lnTo>
                  <a:pt x="46102" y="141687"/>
                </a:lnTo>
                <a:lnTo>
                  <a:pt x="47673" y="142811"/>
                </a:lnTo>
                <a:lnTo>
                  <a:pt x="49251" y="143886"/>
                </a:lnTo>
                <a:lnTo>
                  <a:pt x="50820" y="144909"/>
                </a:lnTo>
                <a:lnTo>
                  <a:pt x="52381" y="145881"/>
                </a:lnTo>
                <a:lnTo>
                  <a:pt x="53933" y="146801"/>
                </a:lnTo>
                <a:lnTo>
                  <a:pt x="55476" y="147670"/>
                </a:lnTo>
                <a:lnTo>
                  <a:pt x="57011" y="148486"/>
                </a:lnTo>
                <a:lnTo>
                  <a:pt x="58537" y="149252"/>
                </a:lnTo>
                <a:lnTo>
                  <a:pt x="60055" y="149965"/>
                </a:lnTo>
                <a:lnTo>
                  <a:pt x="61564" y="150628"/>
                </a:lnTo>
                <a:lnTo>
                  <a:pt x="63065" y="151238"/>
                </a:lnTo>
                <a:lnTo>
                  <a:pt x="64557" y="151797"/>
                </a:lnTo>
                <a:lnTo>
                  <a:pt x="66040" y="152304"/>
                </a:lnTo>
                <a:lnTo>
                  <a:pt x="66255" y="152721"/>
                </a:lnTo>
                <a:lnTo>
                  <a:pt x="66487" y="153147"/>
                </a:lnTo>
                <a:lnTo>
                  <a:pt x="66737" y="153581"/>
                </a:lnTo>
                <a:lnTo>
                  <a:pt x="67003" y="154024"/>
                </a:lnTo>
                <a:lnTo>
                  <a:pt x="67287" y="154476"/>
                </a:lnTo>
                <a:lnTo>
                  <a:pt x="67588" y="154936"/>
                </a:lnTo>
                <a:lnTo>
                  <a:pt x="67906" y="155404"/>
                </a:lnTo>
                <a:lnTo>
                  <a:pt x="68241" y="155882"/>
                </a:lnTo>
                <a:lnTo>
                  <a:pt x="68594" y="156367"/>
                </a:lnTo>
                <a:lnTo>
                  <a:pt x="68964" y="156862"/>
                </a:lnTo>
                <a:lnTo>
                  <a:pt x="69351" y="157365"/>
                </a:lnTo>
                <a:lnTo>
                  <a:pt x="69755" y="157876"/>
                </a:lnTo>
                <a:lnTo>
                  <a:pt x="70162" y="158382"/>
                </a:lnTo>
                <a:lnTo>
                  <a:pt x="70557" y="158868"/>
                </a:lnTo>
                <a:lnTo>
                  <a:pt x="70941" y="159334"/>
                </a:lnTo>
                <a:lnTo>
                  <a:pt x="71314" y="159780"/>
                </a:lnTo>
                <a:lnTo>
                  <a:pt x="71675" y="160205"/>
                </a:lnTo>
                <a:lnTo>
                  <a:pt x="72025" y="160611"/>
                </a:lnTo>
                <a:lnTo>
                  <a:pt x="72363" y="160996"/>
                </a:lnTo>
                <a:lnTo>
                  <a:pt x="72690" y="161362"/>
                </a:lnTo>
                <a:lnTo>
                  <a:pt x="73005" y="161707"/>
                </a:lnTo>
                <a:lnTo>
                  <a:pt x="73309" y="162033"/>
                </a:lnTo>
                <a:lnTo>
                  <a:pt x="73601" y="162338"/>
                </a:lnTo>
                <a:lnTo>
                  <a:pt x="73882" y="162623"/>
                </a:lnTo>
                <a:lnTo>
                  <a:pt x="73571" y="162792"/>
                </a:lnTo>
                <a:lnTo>
                  <a:pt x="73257" y="162953"/>
                </a:lnTo>
                <a:lnTo>
                  <a:pt x="72941" y="163107"/>
                </a:lnTo>
                <a:lnTo>
                  <a:pt x="72621" y="163254"/>
                </a:lnTo>
                <a:lnTo>
                  <a:pt x="72299" y="163393"/>
                </a:lnTo>
                <a:lnTo>
                  <a:pt x="71973" y="163526"/>
                </a:lnTo>
                <a:lnTo>
                  <a:pt x="71645" y="163651"/>
                </a:lnTo>
                <a:lnTo>
                  <a:pt x="71314" y="163770"/>
                </a:lnTo>
                <a:lnTo>
                  <a:pt x="70980" y="163881"/>
                </a:lnTo>
                <a:lnTo>
                  <a:pt x="70643" y="163985"/>
                </a:lnTo>
                <a:lnTo>
                  <a:pt x="70304" y="164081"/>
                </a:lnTo>
                <a:lnTo>
                  <a:pt x="69961" y="164171"/>
                </a:lnTo>
                <a:lnTo>
                  <a:pt x="69619" y="164258"/>
                </a:lnTo>
                <a:lnTo>
                  <a:pt x="69279" y="164346"/>
                </a:lnTo>
                <a:lnTo>
                  <a:pt x="68942" y="164435"/>
                </a:lnTo>
                <a:lnTo>
                  <a:pt x="68608" y="164526"/>
                </a:lnTo>
                <a:lnTo>
                  <a:pt x="68277" y="164619"/>
                </a:lnTo>
                <a:lnTo>
                  <a:pt x="67949" y="164713"/>
                </a:lnTo>
                <a:lnTo>
                  <a:pt x="67624" y="164808"/>
                </a:lnTo>
                <a:lnTo>
                  <a:pt x="67301" y="164905"/>
                </a:lnTo>
                <a:lnTo>
                  <a:pt x="66982" y="165003"/>
                </a:lnTo>
                <a:lnTo>
                  <a:pt x="66665" y="165102"/>
                </a:lnTo>
                <a:lnTo>
                  <a:pt x="66351" y="165204"/>
                </a:lnTo>
                <a:lnTo>
                  <a:pt x="66040" y="165306"/>
                </a:lnTo>
                <a:close/>
                <a:moveTo>
                  <a:pt x="109895" y="165306"/>
                </a:moveTo>
                <a:lnTo>
                  <a:pt x="107261" y="165226"/>
                </a:lnTo>
                <a:lnTo>
                  <a:pt x="104692" y="164988"/>
                </a:lnTo>
                <a:lnTo>
                  <a:pt x="102188" y="164590"/>
                </a:lnTo>
                <a:lnTo>
                  <a:pt x="99748" y="164033"/>
                </a:lnTo>
                <a:lnTo>
                  <a:pt x="97372" y="163317"/>
                </a:lnTo>
                <a:lnTo>
                  <a:pt x="95061" y="162443"/>
                </a:lnTo>
                <a:lnTo>
                  <a:pt x="92815" y="161409"/>
                </a:lnTo>
                <a:lnTo>
                  <a:pt x="90633" y="160215"/>
                </a:lnTo>
                <a:lnTo>
                  <a:pt x="88516" y="158863"/>
                </a:lnTo>
                <a:lnTo>
                  <a:pt x="86463" y="157352"/>
                </a:lnTo>
                <a:lnTo>
                  <a:pt x="84474" y="155682"/>
                </a:lnTo>
                <a:lnTo>
                  <a:pt x="82550" y="153852"/>
                </a:lnTo>
                <a:lnTo>
                  <a:pt x="80737" y="151914"/>
                </a:lnTo>
                <a:lnTo>
                  <a:pt x="79082" y="149917"/>
                </a:lnTo>
                <a:lnTo>
                  <a:pt x="77584" y="147861"/>
                </a:lnTo>
                <a:lnTo>
                  <a:pt x="76244" y="145746"/>
                </a:lnTo>
                <a:lnTo>
                  <a:pt x="75062" y="143573"/>
                </a:lnTo>
                <a:lnTo>
                  <a:pt x="74037" y="141341"/>
                </a:lnTo>
                <a:lnTo>
                  <a:pt x="73170" y="139050"/>
                </a:lnTo>
                <a:lnTo>
                  <a:pt x="72461" y="136700"/>
                </a:lnTo>
                <a:lnTo>
                  <a:pt x="71909" y="134292"/>
                </a:lnTo>
                <a:lnTo>
                  <a:pt x="71515" y="131825"/>
                </a:lnTo>
                <a:lnTo>
                  <a:pt x="71278" y="129299"/>
                </a:lnTo>
                <a:lnTo>
                  <a:pt x="71199" y="126714"/>
                </a:lnTo>
                <a:lnTo>
                  <a:pt x="71278" y="124049"/>
                </a:lnTo>
                <a:lnTo>
                  <a:pt x="71515" y="121451"/>
                </a:lnTo>
                <a:lnTo>
                  <a:pt x="71909" y="118919"/>
                </a:lnTo>
                <a:lnTo>
                  <a:pt x="72460" y="116454"/>
                </a:lnTo>
                <a:lnTo>
                  <a:pt x="73170" y="114055"/>
                </a:lnTo>
                <a:lnTo>
                  <a:pt x="74037" y="111722"/>
                </a:lnTo>
                <a:lnTo>
                  <a:pt x="75061" y="109455"/>
                </a:lnTo>
                <a:lnTo>
                  <a:pt x="76243" y="107255"/>
                </a:lnTo>
                <a:lnTo>
                  <a:pt x="77583" y="105121"/>
                </a:lnTo>
                <a:lnTo>
                  <a:pt x="79080" y="103054"/>
                </a:lnTo>
                <a:lnTo>
                  <a:pt x="80735" y="101052"/>
                </a:lnTo>
                <a:lnTo>
                  <a:pt x="82548" y="99117"/>
                </a:lnTo>
                <a:lnTo>
                  <a:pt x="84472" y="97295"/>
                </a:lnTo>
                <a:lnTo>
                  <a:pt x="86463" y="95632"/>
                </a:lnTo>
                <a:lnTo>
                  <a:pt x="88519" y="94126"/>
                </a:lnTo>
                <a:lnTo>
                  <a:pt x="90642" y="92779"/>
                </a:lnTo>
                <a:lnTo>
                  <a:pt x="92830" y="91591"/>
                </a:lnTo>
                <a:lnTo>
                  <a:pt x="95085" y="90561"/>
                </a:lnTo>
                <a:lnTo>
                  <a:pt x="97405" y="89690"/>
                </a:lnTo>
                <a:lnTo>
                  <a:pt x="99792" y="88977"/>
                </a:lnTo>
                <a:lnTo>
                  <a:pt x="102244" y="88422"/>
                </a:lnTo>
                <a:lnTo>
                  <a:pt x="104763" y="88026"/>
                </a:lnTo>
                <a:lnTo>
                  <a:pt x="107347" y="87788"/>
                </a:lnTo>
                <a:lnTo>
                  <a:pt x="109998" y="87709"/>
                </a:lnTo>
                <a:lnTo>
                  <a:pt x="112616" y="87788"/>
                </a:lnTo>
                <a:lnTo>
                  <a:pt x="115172" y="88026"/>
                </a:lnTo>
                <a:lnTo>
                  <a:pt x="117666" y="88422"/>
                </a:lnTo>
                <a:lnTo>
                  <a:pt x="120099" y="88977"/>
                </a:lnTo>
                <a:lnTo>
                  <a:pt x="122470" y="89690"/>
                </a:lnTo>
                <a:lnTo>
                  <a:pt x="124779" y="90561"/>
                </a:lnTo>
                <a:lnTo>
                  <a:pt x="127027" y="91591"/>
                </a:lnTo>
                <a:lnTo>
                  <a:pt x="129214" y="92779"/>
                </a:lnTo>
                <a:lnTo>
                  <a:pt x="131338" y="94126"/>
                </a:lnTo>
                <a:lnTo>
                  <a:pt x="133401" y="95632"/>
                </a:lnTo>
                <a:lnTo>
                  <a:pt x="135403" y="97295"/>
                </a:lnTo>
                <a:lnTo>
                  <a:pt x="137343" y="99117"/>
                </a:lnTo>
                <a:lnTo>
                  <a:pt x="139172" y="101052"/>
                </a:lnTo>
                <a:lnTo>
                  <a:pt x="140842" y="103054"/>
                </a:lnTo>
                <a:lnTo>
                  <a:pt x="142354" y="105121"/>
                </a:lnTo>
                <a:lnTo>
                  <a:pt x="143706" y="107255"/>
                </a:lnTo>
                <a:lnTo>
                  <a:pt x="144899" y="109455"/>
                </a:lnTo>
                <a:lnTo>
                  <a:pt x="145933" y="111722"/>
                </a:lnTo>
                <a:lnTo>
                  <a:pt x="146808" y="114055"/>
                </a:lnTo>
                <a:lnTo>
                  <a:pt x="147524" y="116454"/>
                </a:lnTo>
                <a:lnTo>
                  <a:pt x="148081" y="118919"/>
                </a:lnTo>
                <a:lnTo>
                  <a:pt x="148478" y="121451"/>
                </a:lnTo>
                <a:lnTo>
                  <a:pt x="148717" y="124049"/>
                </a:lnTo>
                <a:lnTo>
                  <a:pt x="148796" y="126714"/>
                </a:lnTo>
                <a:lnTo>
                  <a:pt x="148717" y="129299"/>
                </a:lnTo>
                <a:lnTo>
                  <a:pt x="148478" y="131825"/>
                </a:lnTo>
                <a:lnTo>
                  <a:pt x="148081" y="134292"/>
                </a:lnTo>
                <a:lnTo>
                  <a:pt x="147524" y="136700"/>
                </a:lnTo>
                <a:lnTo>
                  <a:pt x="146808" y="139050"/>
                </a:lnTo>
                <a:lnTo>
                  <a:pt x="145933" y="141341"/>
                </a:lnTo>
                <a:lnTo>
                  <a:pt x="144899" y="143573"/>
                </a:lnTo>
                <a:lnTo>
                  <a:pt x="143706" y="145746"/>
                </a:lnTo>
                <a:lnTo>
                  <a:pt x="142354" y="147861"/>
                </a:lnTo>
                <a:lnTo>
                  <a:pt x="140842" y="149917"/>
                </a:lnTo>
                <a:lnTo>
                  <a:pt x="139172" y="151914"/>
                </a:lnTo>
                <a:lnTo>
                  <a:pt x="137343" y="153852"/>
                </a:lnTo>
                <a:lnTo>
                  <a:pt x="135402" y="155682"/>
                </a:lnTo>
                <a:lnTo>
                  <a:pt x="133399" y="157352"/>
                </a:lnTo>
                <a:lnTo>
                  <a:pt x="131332" y="158863"/>
                </a:lnTo>
                <a:lnTo>
                  <a:pt x="129202" y="160215"/>
                </a:lnTo>
                <a:lnTo>
                  <a:pt x="127009" y="161409"/>
                </a:lnTo>
                <a:lnTo>
                  <a:pt x="124754" y="162443"/>
                </a:lnTo>
                <a:lnTo>
                  <a:pt x="122435" y="163317"/>
                </a:lnTo>
                <a:lnTo>
                  <a:pt x="120053" y="164033"/>
                </a:lnTo>
                <a:lnTo>
                  <a:pt x="117608" y="164590"/>
                </a:lnTo>
                <a:lnTo>
                  <a:pt x="115100" y="164988"/>
                </a:lnTo>
                <a:lnTo>
                  <a:pt x="112529" y="165226"/>
                </a:lnTo>
                <a:lnTo>
                  <a:pt x="109895" y="165306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블록 이관 담당 · 터미널 / 브라우저"/>
          <p:cNvSpPr/>
          <p:nvPr/>
        </p:nvSpPr>
        <p:spPr>
          <a:xfrm>
            <a:off x="4267200" y="975360"/>
            <a:ext cx="3657600" cy="350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E6B4F"/>
            </a:solidFill>
          </a:ln>
        </p:spPr>
        <p:txBody>
          <a:bodyPr rtlCol="0" anchor="ctr" lIns="947547" tIns="0" rIns="0" bIns="0" wrap="none">
            <a:noAutofit/>
          </a:bodyPr>
          <a:lstStyle/>
          <a:p>
            <a:pPr algn="l"/>
            <a:r>
              <a:rPr sz="108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이관 담당 · 터미널 / 브라우저</a:t>
            </a:r>
          </a:p>
        </p:txBody>
      </p:sp>
      <p:sp>
        <p:nvSpPr>
          <p:cNvPr id="12" name="아이콘 person"/>
          <p:cNvSpPr/>
          <p:nvPr/>
        </p:nvSpPr>
        <p:spPr>
          <a:xfrm>
            <a:off x="4973447" y="1088501"/>
            <a:ext cx="132080" cy="128159"/>
          </a:xfrm>
          <a:custGeom>
            <a:avLst/>
            <a:gdLst/>
            <a:ahLst/>
            <a:cxnLst/>
            <a:rect l="l" t="t" r="r" b="b"/>
            <a:pathLst>
              <a:path w="132080" h="128159">
                <a:moveTo>
                  <a:pt x="43752" y="53245"/>
                </a:moveTo>
                <a:lnTo>
                  <a:pt x="42367" y="51766"/>
                </a:lnTo>
                <a:lnTo>
                  <a:pt x="41103" y="50218"/>
                </a:lnTo>
                <a:lnTo>
                  <a:pt x="39959" y="48601"/>
                </a:lnTo>
                <a:lnTo>
                  <a:pt x="38936" y="46916"/>
                </a:lnTo>
                <a:lnTo>
                  <a:pt x="38033" y="45162"/>
                </a:lnTo>
                <a:lnTo>
                  <a:pt x="37251" y="43339"/>
                </a:lnTo>
                <a:lnTo>
                  <a:pt x="36589" y="41447"/>
                </a:lnTo>
                <a:lnTo>
                  <a:pt x="36047" y="39487"/>
                </a:lnTo>
                <a:lnTo>
                  <a:pt x="35625" y="37457"/>
                </a:lnTo>
                <a:lnTo>
                  <a:pt x="35325" y="35359"/>
                </a:lnTo>
                <a:lnTo>
                  <a:pt x="35144" y="33192"/>
                </a:lnTo>
                <a:lnTo>
                  <a:pt x="35084" y="30956"/>
                </a:lnTo>
                <a:lnTo>
                  <a:pt x="35144" y="28721"/>
                </a:lnTo>
                <a:lnTo>
                  <a:pt x="35325" y="26554"/>
                </a:lnTo>
                <a:lnTo>
                  <a:pt x="35625" y="24456"/>
                </a:lnTo>
                <a:lnTo>
                  <a:pt x="36047" y="22426"/>
                </a:lnTo>
                <a:lnTo>
                  <a:pt x="36589" y="20466"/>
                </a:lnTo>
                <a:lnTo>
                  <a:pt x="37251" y="18574"/>
                </a:lnTo>
                <a:lnTo>
                  <a:pt x="38033" y="16751"/>
                </a:lnTo>
                <a:lnTo>
                  <a:pt x="38936" y="14997"/>
                </a:lnTo>
                <a:lnTo>
                  <a:pt x="39959" y="13311"/>
                </a:lnTo>
                <a:lnTo>
                  <a:pt x="41103" y="11695"/>
                </a:lnTo>
                <a:lnTo>
                  <a:pt x="42367" y="10147"/>
                </a:lnTo>
                <a:lnTo>
                  <a:pt x="43752" y="8668"/>
                </a:lnTo>
                <a:lnTo>
                  <a:pt x="45231" y="7283"/>
                </a:lnTo>
                <a:lnTo>
                  <a:pt x="46778" y="6019"/>
                </a:lnTo>
                <a:lnTo>
                  <a:pt x="48395" y="4876"/>
                </a:lnTo>
                <a:lnTo>
                  <a:pt x="50080" y="3852"/>
                </a:lnTo>
                <a:lnTo>
                  <a:pt x="51835" y="2950"/>
                </a:lnTo>
                <a:lnTo>
                  <a:pt x="53657" y="2167"/>
                </a:lnTo>
                <a:lnTo>
                  <a:pt x="55549" y="1505"/>
                </a:lnTo>
                <a:lnTo>
                  <a:pt x="57510" y="963"/>
                </a:lnTo>
                <a:lnTo>
                  <a:pt x="59539" y="542"/>
                </a:lnTo>
                <a:lnTo>
                  <a:pt x="61637" y="241"/>
                </a:lnTo>
                <a:lnTo>
                  <a:pt x="63804" y="60"/>
                </a:lnTo>
                <a:lnTo>
                  <a:pt x="66040" y="0"/>
                </a:lnTo>
                <a:lnTo>
                  <a:pt x="68276" y="60"/>
                </a:lnTo>
                <a:lnTo>
                  <a:pt x="70443" y="241"/>
                </a:lnTo>
                <a:lnTo>
                  <a:pt x="72541" y="542"/>
                </a:lnTo>
                <a:lnTo>
                  <a:pt x="74570" y="963"/>
                </a:lnTo>
                <a:lnTo>
                  <a:pt x="76531" y="1505"/>
                </a:lnTo>
                <a:lnTo>
                  <a:pt x="78423" y="2167"/>
                </a:lnTo>
                <a:lnTo>
                  <a:pt x="80245" y="2950"/>
                </a:lnTo>
                <a:lnTo>
                  <a:pt x="82000" y="3852"/>
                </a:lnTo>
                <a:lnTo>
                  <a:pt x="83685" y="4876"/>
                </a:lnTo>
                <a:lnTo>
                  <a:pt x="85302" y="6019"/>
                </a:lnTo>
                <a:lnTo>
                  <a:pt x="86849" y="7283"/>
                </a:lnTo>
                <a:lnTo>
                  <a:pt x="88329" y="8668"/>
                </a:lnTo>
                <a:lnTo>
                  <a:pt x="89713" y="10147"/>
                </a:lnTo>
                <a:lnTo>
                  <a:pt x="90977" y="11695"/>
                </a:lnTo>
                <a:lnTo>
                  <a:pt x="92121" y="13311"/>
                </a:lnTo>
                <a:lnTo>
                  <a:pt x="93144" y="14997"/>
                </a:lnTo>
                <a:lnTo>
                  <a:pt x="94047" y="16751"/>
                </a:lnTo>
                <a:lnTo>
                  <a:pt x="94829" y="18574"/>
                </a:lnTo>
                <a:lnTo>
                  <a:pt x="95491" y="20466"/>
                </a:lnTo>
                <a:lnTo>
                  <a:pt x="96033" y="22426"/>
                </a:lnTo>
                <a:lnTo>
                  <a:pt x="96455" y="24456"/>
                </a:lnTo>
                <a:lnTo>
                  <a:pt x="96755" y="26554"/>
                </a:lnTo>
                <a:lnTo>
                  <a:pt x="96936" y="28721"/>
                </a:lnTo>
                <a:lnTo>
                  <a:pt x="96996" y="30956"/>
                </a:lnTo>
                <a:lnTo>
                  <a:pt x="96936" y="33192"/>
                </a:lnTo>
                <a:lnTo>
                  <a:pt x="96755" y="35359"/>
                </a:lnTo>
                <a:lnTo>
                  <a:pt x="96455" y="37457"/>
                </a:lnTo>
                <a:lnTo>
                  <a:pt x="96033" y="39487"/>
                </a:lnTo>
                <a:lnTo>
                  <a:pt x="95491" y="41447"/>
                </a:lnTo>
                <a:lnTo>
                  <a:pt x="94829" y="43339"/>
                </a:lnTo>
                <a:lnTo>
                  <a:pt x="94047" y="45162"/>
                </a:lnTo>
                <a:lnTo>
                  <a:pt x="93144" y="46916"/>
                </a:lnTo>
                <a:lnTo>
                  <a:pt x="92121" y="48601"/>
                </a:lnTo>
                <a:lnTo>
                  <a:pt x="90977" y="50218"/>
                </a:lnTo>
                <a:lnTo>
                  <a:pt x="89713" y="51766"/>
                </a:lnTo>
                <a:lnTo>
                  <a:pt x="88329" y="53245"/>
                </a:lnTo>
                <a:lnTo>
                  <a:pt x="86849" y="54629"/>
                </a:lnTo>
                <a:lnTo>
                  <a:pt x="85302" y="55893"/>
                </a:lnTo>
                <a:lnTo>
                  <a:pt x="83685" y="57037"/>
                </a:lnTo>
                <a:lnTo>
                  <a:pt x="82000" y="58060"/>
                </a:lnTo>
                <a:lnTo>
                  <a:pt x="80245" y="58963"/>
                </a:lnTo>
                <a:lnTo>
                  <a:pt x="78423" y="59746"/>
                </a:lnTo>
                <a:lnTo>
                  <a:pt x="76531" y="60408"/>
                </a:lnTo>
                <a:lnTo>
                  <a:pt x="74570" y="60950"/>
                </a:lnTo>
                <a:lnTo>
                  <a:pt x="72541" y="61371"/>
                </a:lnTo>
                <a:lnTo>
                  <a:pt x="70443" y="61672"/>
                </a:lnTo>
                <a:lnTo>
                  <a:pt x="68276" y="61852"/>
                </a:lnTo>
                <a:lnTo>
                  <a:pt x="66040" y="61913"/>
                </a:lnTo>
                <a:lnTo>
                  <a:pt x="63804" y="61852"/>
                </a:lnTo>
                <a:lnTo>
                  <a:pt x="61637" y="61672"/>
                </a:lnTo>
                <a:lnTo>
                  <a:pt x="59539" y="61371"/>
                </a:lnTo>
                <a:lnTo>
                  <a:pt x="57510" y="60950"/>
                </a:lnTo>
                <a:lnTo>
                  <a:pt x="55549" y="60408"/>
                </a:lnTo>
                <a:lnTo>
                  <a:pt x="53657" y="59746"/>
                </a:lnTo>
                <a:lnTo>
                  <a:pt x="51835" y="58963"/>
                </a:lnTo>
                <a:lnTo>
                  <a:pt x="50080" y="58060"/>
                </a:lnTo>
                <a:lnTo>
                  <a:pt x="48395" y="57037"/>
                </a:lnTo>
                <a:lnTo>
                  <a:pt x="46778" y="55893"/>
                </a:lnTo>
                <a:lnTo>
                  <a:pt x="45231" y="54629"/>
                </a:lnTo>
                <a:lnTo>
                  <a:pt x="43752" y="53245"/>
                </a:lnTo>
                <a:close/>
                <a:moveTo>
                  <a:pt x="0" y="128159"/>
                </a:moveTo>
                <a:lnTo>
                  <a:pt x="0" y="108760"/>
                </a:lnTo>
                <a:lnTo>
                  <a:pt x="27" y="107468"/>
                </a:lnTo>
                <a:lnTo>
                  <a:pt x="109" y="106209"/>
                </a:lnTo>
                <a:lnTo>
                  <a:pt x="245" y="104981"/>
                </a:lnTo>
                <a:lnTo>
                  <a:pt x="436" y="103784"/>
                </a:lnTo>
                <a:lnTo>
                  <a:pt x="681" y="102619"/>
                </a:lnTo>
                <a:lnTo>
                  <a:pt x="980" y="101485"/>
                </a:lnTo>
                <a:lnTo>
                  <a:pt x="1334" y="100383"/>
                </a:lnTo>
                <a:lnTo>
                  <a:pt x="1743" y="99312"/>
                </a:lnTo>
                <a:lnTo>
                  <a:pt x="2206" y="98273"/>
                </a:lnTo>
                <a:lnTo>
                  <a:pt x="2723" y="97266"/>
                </a:lnTo>
                <a:lnTo>
                  <a:pt x="3295" y="96290"/>
                </a:lnTo>
                <a:lnTo>
                  <a:pt x="3921" y="95345"/>
                </a:lnTo>
                <a:lnTo>
                  <a:pt x="4590" y="94435"/>
                </a:lnTo>
                <a:lnTo>
                  <a:pt x="5291" y="93563"/>
                </a:lnTo>
                <a:lnTo>
                  <a:pt x="6024" y="92727"/>
                </a:lnTo>
                <a:lnTo>
                  <a:pt x="6787" y="91929"/>
                </a:lnTo>
                <a:lnTo>
                  <a:pt x="7583" y="91168"/>
                </a:lnTo>
                <a:lnTo>
                  <a:pt x="8410" y="90444"/>
                </a:lnTo>
                <a:lnTo>
                  <a:pt x="9268" y="89757"/>
                </a:lnTo>
                <a:lnTo>
                  <a:pt x="10158" y="89108"/>
                </a:lnTo>
                <a:lnTo>
                  <a:pt x="11080" y="88496"/>
                </a:lnTo>
                <a:lnTo>
                  <a:pt x="12033" y="87922"/>
                </a:lnTo>
                <a:lnTo>
                  <a:pt x="13017" y="87384"/>
                </a:lnTo>
                <a:lnTo>
                  <a:pt x="14033" y="86884"/>
                </a:lnTo>
                <a:lnTo>
                  <a:pt x="16330" y="85874"/>
                </a:lnTo>
                <a:lnTo>
                  <a:pt x="18611" y="84906"/>
                </a:lnTo>
                <a:lnTo>
                  <a:pt x="20876" y="83982"/>
                </a:lnTo>
                <a:lnTo>
                  <a:pt x="23125" y="83100"/>
                </a:lnTo>
                <a:lnTo>
                  <a:pt x="25359" y="82262"/>
                </a:lnTo>
                <a:lnTo>
                  <a:pt x="27577" y="81467"/>
                </a:lnTo>
                <a:lnTo>
                  <a:pt x="29779" y="80714"/>
                </a:lnTo>
                <a:lnTo>
                  <a:pt x="31965" y="80005"/>
                </a:lnTo>
                <a:lnTo>
                  <a:pt x="34136" y="79338"/>
                </a:lnTo>
                <a:lnTo>
                  <a:pt x="36290" y="78715"/>
                </a:lnTo>
                <a:lnTo>
                  <a:pt x="38429" y="78135"/>
                </a:lnTo>
                <a:lnTo>
                  <a:pt x="40553" y="77597"/>
                </a:lnTo>
                <a:lnTo>
                  <a:pt x="42669" y="77103"/>
                </a:lnTo>
                <a:lnTo>
                  <a:pt x="44786" y="76651"/>
                </a:lnTo>
                <a:lnTo>
                  <a:pt x="46905" y="76243"/>
                </a:lnTo>
                <a:lnTo>
                  <a:pt x="49026" y="75877"/>
                </a:lnTo>
                <a:lnTo>
                  <a:pt x="51147" y="75555"/>
                </a:lnTo>
                <a:lnTo>
                  <a:pt x="53271" y="75275"/>
                </a:lnTo>
                <a:lnTo>
                  <a:pt x="55395" y="75039"/>
                </a:lnTo>
                <a:lnTo>
                  <a:pt x="57521" y="74845"/>
                </a:lnTo>
                <a:lnTo>
                  <a:pt x="59649" y="74695"/>
                </a:lnTo>
                <a:lnTo>
                  <a:pt x="61778" y="74587"/>
                </a:lnTo>
                <a:lnTo>
                  <a:pt x="63908" y="74523"/>
                </a:lnTo>
                <a:lnTo>
                  <a:pt x="66040" y="74501"/>
                </a:lnTo>
                <a:lnTo>
                  <a:pt x="68171" y="74524"/>
                </a:lnTo>
                <a:lnTo>
                  <a:pt x="70299" y="74590"/>
                </a:lnTo>
                <a:lnTo>
                  <a:pt x="72425" y="74701"/>
                </a:lnTo>
                <a:lnTo>
                  <a:pt x="74547" y="74857"/>
                </a:lnTo>
                <a:lnTo>
                  <a:pt x="76667" y="75057"/>
                </a:lnTo>
                <a:lnTo>
                  <a:pt x="78784" y="75301"/>
                </a:lnTo>
                <a:lnTo>
                  <a:pt x="80898" y="75590"/>
                </a:lnTo>
                <a:lnTo>
                  <a:pt x="83009" y="75923"/>
                </a:lnTo>
                <a:lnTo>
                  <a:pt x="85117" y="76301"/>
                </a:lnTo>
                <a:lnTo>
                  <a:pt x="87222" y="76723"/>
                </a:lnTo>
                <a:lnTo>
                  <a:pt x="89325" y="77189"/>
                </a:lnTo>
                <a:lnTo>
                  <a:pt x="91424" y="77700"/>
                </a:lnTo>
                <a:lnTo>
                  <a:pt x="93531" y="78253"/>
                </a:lnTo>
                <a:lnTo>
                  <a:pt x="95655" y="78844"/>
                </a:lnTo>
                <a:lnTo>
                  <a:pt x="97796" y="79474"/>
                </a:lnTo>
                <a:lnTo>
                  <a:pt x="99954" y="80142"/>
                </a:lnTo>
                <a:lnTo>
                  <a:pt x="102130" y="80850"/>
                </a:lnTo>
                <a:lnTo>
                  <a:pt x="104323" y="81596"/>
                </a:lnTo>
                <a:lnTo>
                  <a:pt x="106532" y="82380"/>
                </a:lnTo>
                <a:lnTo>
                  <a:pt x="108760" y="83204"/>
                </a:lnTo>
                <a:lnTo>
                  <a:pt x="111004" y="84066"/>
                </a:lnTo>
                <a:lnTo>
                  <a:pt x="113265" y="84966"/>
                </a:lnTo>
                <a:lnTo>
                  <a:pt x="115544" y="85906"/>
                </a:lnTo>
                <a:lnTo>
                  <a:pt x="117840" y="86884"/>
                </a:lnTo>
                <a:lnTo>
                  <a:pt x="118889" y="87384"/>
                </a:lnTo>
                <a:lnTo>
                  <a:pt x="119904" y="87922"/>
                </a:lnTo>
                <a:lnTo>
                  <a:pt x="120884" y="88496"/>
                </a:lnTo>
                <a:lnTo>
                  <a:pt x="121830" y="89108"/>
                </a:lnTo>
                <a:lnTo>
                  <a:pt x="122742" y="89757"/>
                </a:lnTo>
                <a:lnTo>
                  <a:pt x="123619" y="90444"/>
                </a:lnTo>
                <a:lnTo>
                  <a:pt x="124461" y="91168"/>
                </a:lnTo>
                <a:lnTo>
                  <a:pt x="125270" y="91929"/>
                </a:lnTo>
                <a:lnTo>
                  <a:pt x="126044" y="92727"/>
                </a:lnTo>
                <a:lnTo>
                  <a:pt x="126783" y="93563"/>
                </a:lnTo>
                <a:lnTo>
                  <a:pt x="127488" y="94435"/>
                </a:lnTo>
                <a:lnTo>
                  <a:pt x="128159" y="95345"/>
                </a:lnTo>
                <a:lnTo>
                  <a:pt x="128785" y="96290"/>
                </a:lnTo>
                <a:lnTo>
                  <a:pt x="129357" y="97266"/>
                </a:lnTo>
                <a:lnTo>
                  <a:pt x="129874" y="98273"/>
                </a:lnTo>
                <a:lnTo>
                  <a:pt x="130337" y="99312"/>
                </a:lnTo>
                <a:lnTo>
                  <a:pt x="130746" y="100383"/>
                </a:lnTo>
                <a:lnTo>
                  <a:pt x="131100" y="101485"/>
                </a:lnTo>
                <a:lnTo>
                  <a:pt x="131399" y="102619"/>
                </a:lnTo>
                <a:lnTo>
                  <a:pt x="131644" y="103784"/>
                </a:lnTo>
                <a:lnTo>
                  <a:pt x="131835" y="104981"/>
                </a:lnTo>
                <a:lnTo>
                  <a:pt x="131971" y="106209"/>
                </a:lnTo>
                <a:lnTo>
                  <a:pt x="132053" y="107468"/>
                </a:lnTo>
                <a:lnTo>
                  <a:pt x="132080" y="108760"/>
                </a:lnTo>
                <a:lnTo>
                  <a:pt x="132080" y="128159"/>
                </a:lnTo>
                <a:lnTo>
                  <a:pt x="0" y="128159"/>
                </a:lnTo>
                <a:close/>
                <a:moveTo>
                  <a:pt x="12383" y="115777"/>
                </a:moveTo>
                <a:lnTo>
                  <a:pt x="119697" y="115777"/>
                </a:lnTo>
                <a:lnTo>
                  <a:pt x="119697" y="108760"/>
                </a:lnTo>
                <a:lnTo>
                  <a:pt x="119684" y="108212"/>
                </a:lnTo>
                <a:lnTo>
                  <a:pt x="119643" y="107668"/>
                </a:lnTo>
                <a:lnTo>
                  <a:pt x="119575" y="107128"/>
                </a:lnTo>
                <a:lnTo>
                  <a:pt x="119480" y="106593"/>
                </a:lnTo>
                <a:lnTo>
                  <a:pt x="119357" y="106062"/>
                </a:lnTo>
                <a:lnTo>
                  <a:pt x="119207" y="105535"/>
                </a:lnTo>
                <a:lnTo>
                  <a:pt x="119030" y="105013"/>
                </a:lnTo>
                <a:lnTo>
                  <a:pt x="118826" y="104495"/>
                </a:lnTo>
                <a:lnTo>
                  <a:pt x="118595" y="103981"/>
                </a:lnTo>
                <a:lnTo>
                  <a:pt x="118336" y="103471"/>
                </a:lnTo>
                <a:lnTo>
                  <a:pt x="118050" y="102966"/>
                </a:lnTo>
                <a:lnTo>
                  <a:pt x="117737" y="102465"/>
                </a:lnTo>
                <a:lnTo>
                  <a:pt x="117404" y="101977"/>
                </a:lnTo>
                <a:lnTo>
                  <a:pt x="117058" y="101511"/>
                </a:lnTo>
                <a:lnTo>
                  <a:pt x="116699" y="101066"/>
                </a:lnTo>
                <a:lnTo>
                  <a:pt x="116327" y="100642"/>
                </a:lnTo>
                <a:lnTo>
                  <a:pt x="115942" y="100240"/>
                </a:lnTo>
                <a:lnTo>
                  <a:pt x="115544" y="99860"/>
                </a:lnTo>
                <a:lnTo>
                  <a:pt x="115134" y="99501"/>
                </a:lnTo>
                <a:lnTo>
                  <a:pt x="114710" y="99163"/>
                </a:lnTo>
                <a:lnTo>
                  <a:pt x="114274" y="98847"/>
                </a:lnTo>
                <a:lnTo>
                  <a:pt x="113824" y="98553"/>
                </a:lnTo>
                <a:lnTo>
                  <a:pt x="113362" y="98280"/>
                </a:lnTo>
                <a:lnTo>
                  <a:pt x="112887" y="98028"/>
                </a:lnTo>
                <a:lnTo>
                  <a:pt x="110702" y="96990"/>
                </a:lnTo>
                <a:lnTo>
                  <a:pt x="108548" y="96007"/>
                </a:lnTo>
                <a:lnTo>
                  <a:pt x="106425" y="95081"/>
                </a:lnTo>
                <a:lnTo>
                  <a:pt x="104334" y="94210"/>
                </a:lnTo>
                <a:lnTo>
                  <a:pt x="102275" y="93396"/>
                </a:lnTo>
                <a:lnTo>
                  <a:pt x="100247" y="92637"/>
                </a:lnTo>
                <a:lnTo>
                  <a:pt x="98250" y="91934"/>
                </a:lnTo>
                <a:lnTo>
                  <a:pt x="96285" y="91287"/>
                </a:lnTo>
                <a:lnTo>
                  <a:pt x="94352" y="90695"/>
                </a:lnTo>
                <a:lnTo>
                  <a:pt x="92450" y="90160"/>
                </a:lnTo>
                <a:lnTo>
                  <a:pt x="90580" y="89681"/>
                </a:lnTo>
                <a:lnTo>
                  <a:pt x="88741" y="89257"/>
                </a:lnTo>
                <a:lnTo>
                  <a:pt x="86913" y="88878"/>
                </a:lnTo>
                <a:lnTo>
                  <a:pt x="85072" y="88532"/>
                </a:lnTo>
                <a:lnTo>
                  <a:pt x="83221" y="88219"/>
                </a:lnTo>
                <a:lnTo>
                  <a:pt x="81358" y="87939"/>
                </a:lnTo>
                <a:lnTo>
                  <a:pt x="79483" y="87692"/>
                </a:lnTo>
                <a:lnTo>
                  <a:pt x="77597" y="87477"/>
                </a:lnTo>
                <a:lnTo>
                  <a:pt x="75699" y="87296"/>
                </a:lnTo>
                <a:lnTo>
                  <a:pt x="73791" y="87148"/>
                </a:lnTo>
                <a:lnTo>
                  <a:pt x="71870" y="87032"/>
                </a:lnTo>
                <a:lnTo>
                  <a:pt x="69938" y="86950"/>
                </a:lnTo>
                <a:lnTo>
                  <a:pt x="67995" y="86900"/>
                </a:lnTo>
                <a:lnTo>
                  <a:pt x="66040" y="86884"/>
                </a:lnTo>
                <a:lnTo>
                  <a:pt x="64084" y="86900"/>
                </a:lnTo>
                <a:lnTo>
                  <a:pt x="62136" y="86950"/>
                </a:lnTo>
                <a:lnTo>
                  <a:pt x="60197" y="87032"/>
                </a:lnTo>
                <a:lnTo>
                  <a:pt x="58267" y="87148"/>
                </a:lnTo>
                <a:lnTo>
                  <a:pt x="56345" y="87296"/>
                </a:lnTo>
                <a:lnTo>
                  <a:pt x="54431" y="87477"/>
                </a:lnTo>
                <a:lnTo>
                  <a:pt x="52527" y="87692"/>
                </a:lnTo>
                <a:lnTo>
                  <a:pt x="50631" y="87939"/>
                </a:lnTo>
                <a:lnTo>
                  <a:pt x="48743" y="88219"/>
                </a:lnTo>
                <a:lnTo>
                  <a:pt x="46864" y="88532"/>
                </a:lnTo>
                <a:lnTo>
                  <a:pt x="44994" y="88878"/>
                </a:lnTo>
                <a:lnTo>
                  <a:pt x="43132" y="89257"/>
                </a:lnTo>
                <a:lnTo>
                  <a:pt x="41262" y="89681"/>
                </a:lnTo>
                <a:lnTo>
                  <a:pt x="39366" y="90160"/>
                </a:lnTo>
                <a:lnTo>
                  <a:pt x="37444" y="90695"/>
                </a:lnTo>
                <a:lnTo>
                  <a:pt x="35497" y="91287"/>
                </a:lnTo>
                <a:lnTo>
                  <a:pt x="33523" y="91934"/>
                </a:lnTo>
                <a:lnTo>
                  <a:pt x="31524" y="92637"/>
                </a:lnTo>
                <a:lnTo>
                  <a:pt x="29499" y="93396"/>
                </a:lnTo>
                <a:lnTo>
                  <a:pt x="27448" y="94210"/>
                </a:lnTo>
                <a:lnTo>
                  <a:pt x="25371" y="95081"/>
                </a:lnTo>
                <a:lnTo>
                  <a:pt x="23269" y="96007"/>
                </a:lnTo>
                <a:lnTo>
                  <a:pt x="21141" y="96990"/>
                </a:lnTo>
                <a:lnTo>
                  <a:pt x="18987" y="98028"/>
                </a:lnTo>
                <a:lnTo>
                  <a:pt x="18512" y="98280"/>
                </a:lnTo>
                <a:lnTo>
                  <a:pt x="18052" y="98553"/>
                </a:lnTo>
                <a:lnTo>
                  <a:pt x="17606" y="98847"/>
                </a:lnTo>
                <a:lnTo>
                  <a:pt x="17175" y="99163"/>
                </a:lnTo>
                <a:lnTo>
                  <a:pt x="16758" y="99501"/>
                </a:lnTo>
                <a:lnTo>
                  <a:pt x="16355" y="99860"/>
                </a:lnTo>
                <a:lnTo>
                  <a:pt x="15967" y="100240"/>
                </a:lnTo>
                <a:lnTo>
                  <a:pt x="15593" y="100642"/>
                </a:lnTo>
                <a:lnTo>
                  <a:pt x="15233" y="101066"/>
                </a:lnTo>
                <a:lnTo>
                  <a:pt x="14888" y="101511"/>
                </a:lnTo>
                <a:lnTo>
                  <a:pt x="14557" y="101977"/>
                </a:lnTo>
                <a:lnTo>
                  <a:pt x="14240" y="102465"/>
                </a:lnTo>
                <a:lnTo>
                  <a:pt x="13943" y="102966"/>
                </a:lnTo>
                <a:lnTo>
                  <a:pt x="13672" y="103471"/>
                </a:lnTo>
                <a:lnTo>
                  <a:pt x="13427" y="103981"/>
                </a:lnTo>
                <a:lnTo>
                  <a:pt x="13208" y="104495"/>
                </a:lnTo>
                <a:lnTo>
                  <a:pt x="13015" y="105013"/>
                </a:lnTo>
                <a:lnTo>
                  <a:pt x="12847" y="105535"/>
                </a:lnTo>
                <a:lnTo>
                  <a:pt x="12705" y="106062"/>
                </a:lnTo>
                <a:lnTo>
                  <a:pt x="12589" y="106593"/>
                </a:lnTo>
                <a:lnTo>
                  <a:pt x="12499" y="107128"/>
                </a:lnTo>
                <a:lnTo>
                  <a:pt x="12434" y="107668"/>
                </a:lnTo>
                <a:lnTo>
                  <a:pt x="12395" y="108212"/>
                </a:lnTo>
                <a:lnTo>
                  <a:pt x="12383" y="108760"/>
                </a:lnTo>
                <a:lnTo>
                  <a:pt x="12383" y="115777"/>
                </a:lnTo>
                <a:close/>
                <a:moveTo>
                  <a:pt x="79351" y="44268"/>
                </a:moveTo>
                <a:lnTo>
                  <a:pt x="80192" y="43371"/>
                </a:lnTo>
                <a:lnTo>
                  <a:pt x="80959" y="42436"/>
                </a:lnTo>
                <a:lnTo>
                  <a:pt x="81654" y="41462"/>
                </a:lnTo>
                <a:lnTo>
                  <a:pt x="82275" y="40450"/>
                </a:lnTo>
                <a:lnTo>
                  <a:pt x="82823" y="39398"/>
                </a:lnTo>
                <a:lnTo>
                  <a:pt x="83298" y="38308"/>
                </a:lnTo>
                <a:lnTo>
                  <a:pt x="83700" y="37180"/>
                </a:lnTo>
                <a:lnTo>
                  <a:pt x="84029" y="36013"/>
                </a:lnTo>
                <a:lnTo>
                  <a:pt x="84285" y="34807"/>
                </a:lnTo>
                <a:lnTo>
                  <a:pt x="84468" y="33562"/>
                </a:lnTo>
                <a:lnTo>
                  <a:pt x="84577" y="32278"/>
                </a:lnTo>
                <a:lnTo>
                  <a:pt x="84614" y="30956"/>
                </a:lnTo>
                <a:lnTo>
                  <a:pt x="84577" y="29634"/>
                </a:lnTo>
                <a:lnTo>
                  <a:pt x="84468" y="28351"/>
                </a:lnTo>
                <a:lnTo>
                  <a:pt x="84285" y="27106"/>
                </a:lnTo>
                <a:lnTo>
                  <a:pt x="84029" y="25900"/>
                </a:lnTo>
                <a:lnTo>
                  <a:pt x="83700" y="24733"/>
                </a:lnTo>
                <a:lnTo>
                  <a:pt x="83298" y="23604"/>
                </a:lnTo>
                <a:lnTo>
                  <a:pt x="82823" y="22514"/>
                </a:lnTo>
                <a:lnTo>
                  <a:pt x="82275" y="21463"/>
                </a:lnTo>
                <a:lnTo>
                  <a:pt x="81654" y="20451"/>
                </a:lnTo>
                <a:lnTo>
                  <a:pt x="80959" y="19477"/>
                </a:lnTo>
                <a:lnTo>
                  <a:pt x="80192" y="18542"/>
                </a:lnTo>
                <a:lnTo>
                  <a:pt x="79351" y="17645"/>
                </a:lnTo>
                <a:lnTo>
                  <a:pt x="78455" y="16805"/>
                </a:lnTo>
                <a:lnTo>
                  <a:pt x="77520" y="16037"/>
                </a:lnTo>
                <a:lnTo>
                  <a:pt x="76546" y="15343"/>
                </a:lnTo>
                <a:lnTo>
                  <a:pt x="75533" y="14722"/>
                </a:lnTo>
                <a:lnTo>
                  <a:pt x="74482" y="14173"/>
                </a:lnTo>
                <a:lnTo>
                  <a:pt x="73392" y="13698"/>
                </a:lnTo>
                <a:lnTo>
                  <a:pt x="72263" y="13296"/>
                </a:lnTo>
                <a:lnTo>
                  <a:pt x="71096" y="12967"/>
                </a:lnTo>
                <a:lnTo>
                  <a:pt x="69890" y="12712"/>
                </a:lnTo>
                <a:lnTo>
                  <a:pt x="68645" y="12529"/>
                </a:lnTo>
                <a:lnTo>
                  <a:pt x="67362" y="12419"/>
                </a:lnTo>
                <a:lnTo>
                  <a:pt x="66040" y="12383"/>
                </a:lnTo>
                <a:lnTo>
                  <a:pt x="64718" y="12419"/>
                </a:lnTo>
                <a:lnTo>
                  <a:pt x="63435" y="12529"/>
                </a:lnTo>
                <a:lnTo>
                  <a:pt x="62190" y="12712"/>
                </a:lnTo>
                <a:lnTo>
                  <a:pt x="60984" y="12967"/>
                </a:lnTo>
                <a:lnTo>
                  <a:pt x="59817" y="13296"/>
                </a:lnTo>
                <a:lnTo>
                  <a:pt x="58688" y="13698"/>
                </a:lnTo>
                <a:lnTo>
                  <a:pt x="57598" y="14173"/>
                </a:lnTo>
                <a:lnTo>
                  <a:pt x="56547" y="14722"/>
                </a:lnTo>
                <a:lnTo>
                  <a:pt x="55534" y="15343"/>
                </a:lnTo>
                <a:lnTo>
                  <a:pt x="54560" y="16037"/>
                </a:lnTo>
                <a:lnTo>
                  <a:pt x="53625" y="16805"/>
                </a:lnTo>
                <a:lnTo>
                  <a:pt x="52729" y="17645"/>
                </a:lnTo>
                <a:lnTo>
                  <a:pt x="51888" y="18542"/>
                </a:lnTo>
                <a:lnTo>
                  <a:pt x="51121" y="19477"/>
                </a:lnTo>
                <a:lnTo>
                  <a:pt x="50426" y="20451"/>
                </a:lnTo>
                <a:lnTo>
                  <a:pt x="49805" y="21463"/>
                </a:lnTo>
                <a:lnTo>
                  <a:pt x="49257" y="22514"/>
                </a:lnTo>
                <a:lnTo>
                  <a:pt x="48782" y="23604"/>
                </a:lnTo>
                <a:lnTo>
                  <a:pt x="48380" y="24733"/>
                </a:lnTo>
                <a:lnTo>
                  <a:pt x="48051" y="25900"/>
                </a:lnTo>
                <a:lnTo>
                  <a:pt x="47795" y="27106"/>
                </a:lnTo>
                <a:lnTo>
                  <a:pt x="47612" y="28351"/>
                </a:lnTo>
                <a:lnTo>
                  <a:pt x="47503" y="29634"/>
                </a:lnTo>
                <a:lnTo>
                  <a:pt x="47466" y="30956"/>
                </a:lnTo>
                <a:lnTo>
                  <a:pt x="47503" y="32278"/>
                </a:lnTo>
                <a:lnTo>
                  <a:pt x="47612" y="33562"/>
                </a:lnTo>
                <a:lnTo>
                  <a:pt x="47795" y="34807"/>
                </a:lnTo>
                <a:lnTo>
                  <a:pt x="48051" y="36013"/>
                </a:lnTo>
                <a:lnTo>
                  <a:pt x="48380" y="37180"/>
                </a:lnTo>
                <a:lnTo>
                  <a:pt x="48782" y="38308"/>
                </a:lnTo>
                <a:lnTo>
                  <a:pt x="49257" y="39398"/>
                </a:lnTo>
                <a:lnTo>
                  <a:pt x="49805" y="40450"/>
                </a:lnTo>
                <a:lnTo>
                  <a:pt x="50426" y="41462"/>
                </a:lnTo>
                <a:lnTo>
                  <a:pt x="51121" y="42436"/>
                </a:lnTo>
                <a:lnTo>
                  <a:pt x="51888" y="43371"/>
                </a:lnTo>
                <a:lnTo>
                  <a:pt x="52729" y="44268"/>
                </a:lnTo>
                <a:lnTo>
                  <a:pt x="53625" y="45108"/>
                </a:lnTo>
                <a:lnTo>
                  <a:pt x="54560" y="45876"/>
                </a:lnTo>
                <a:lnTo>
                  <a:pt x="55534" y="46570"/>
                </a:lnTo>
                <a:lnTo>
                  <a:pt x="56547" y="47191"/>
                </a:lnTo>
                <a:lnTo>
                  <a:pt x="57598" y="47739"/>
                </a:lnTo>
                <a:lnTo>
                  <a:pt x="58688" y="48214"/>
                </a:lnTo>
                <a:lnTo>
                  <a:pt x="59817" y="48616"/>
                </a:lnTo>
                <a:lnTo>
                  <a:pt x="60984" y="48945"/>
                </a:lnTo>
                <a:lnTo>
                  <a:pt x="62190" y="49201"/>
                </a:lnTo>
                <a:lnTo>
                  <a:pt x="63435" y="49384"/>
                </a:lnTo>
                <a:lnTo>
                  <a:pt x="64718" y="49494"/>
                </a:lnTo>
                <a:lnTo>
                  <a:pt x="66040" y="49530"/>
                </a:lnTo>
                <a:lnTo>
                  <a:pt x="67362" y="49494"/>
                </a:lnTo>
                <a:lnTo>
                  <a:pt x="68645" y="49384"/>
                </a:lnTo>
                <a:lnTo>
                  <a:pt x="69890" y="49201"/>
                </a:lnTo>
                <a:lnTo>
                  <a:pt x="71096" y="48945"/>
                </a:lnTo>
                <a:lnTo>
                  <a:pt x="72263" y="48616"/>
                </a:lnTo>
                <a:lnTo>
                  <a:pt x="73392" y="48214"/>
                </a:lnTo>
                <a:lnTo>
                  <a:pt x="74482" y="47739"/>
                </a:lnTo>
                <a:lnTo>
                  <a:pt x="75533" y="47191"/>
                </a:lnTo>
                <a:lnTo>
                  <a:pt x="76546" y="46570"/>
                </a:lnTo>
                <a:lnTo>
                  <a:pt x="77520" y="45876"/>
                </a:lnTo>
                <a:lnTo>
                  <a:pt x="78455" y="45108"/>
                </a:lnTo>
                <a:lnTo>
                  <a:pt x="79351" y="44268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블록 DBA · 대상 superuser"/>
          <p:cNvSpPr/>
          <p:nvPr/>
        </p:nvSpPr>
        <p:spPr>
          <a:xfrm>
            <a:off x="8884920" y="975360"/>
            <a:ext cx="2743200" cy="350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E6B4F"/>
            </a:solidFill>
          </a:ln>
        </p:spPr>
        <p:txBody>
          <a:bodyPr rtlCol="0" anchor="ctr" lIns="768096" tIns="0" rIns="0" bIns="0" wrap="none">
            <a:noAutofit/>
          </a:bodyPr>
          <a:lstStyle/>
          <a:p>
            <a:pPr algn="l"/>
            <a:r>
              <a:rPr sz="108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DBA · 대상 superuser</a:t>
            </a:r>
          </a:p>
        </p:txBody>
      </p:sp>
      <p:sp>
        <p:nvSpPr>
          <p:cNvPr id="14" name="아이콘 admin_panel_settings"/>
          <p:cNvSpPr/>
          <p:nvPr/>
        </p:nvSpPr>
        <p:spPr>
          <a:xfrm>
            <a:off x="9411716" y="1067864"/>
            <a:ext cx="148796" cy="165306"/>
          </a:xfrm>
          <a:custGeom>
            <a:avLst/>
            <a:gdLst/>
            <a:ahLst/>
            <a:cxnLst/>
            <a:rect l="l" t="t" r="r" b="b"/>
            <a:pathLst>
              <a:path w="148796" h="165306">
                <a:moveTo>
                  <a:pt x="118641" y="122174"/>
                </a:moveTo>
                <a:lnTo>
                  <a:pt x="119238" y="121510"/>
                </a:lnTo>
                <a:lnTo>
                  <a:pt x="119783" y="120827"/>
                </a:lnTo>
                <a:lnTo>
                  <a:pt x="120277" y="120124"/>
                </a:lnTo>
                <a:lnTo>
                  <a:pt x="120718" y="119402"/>
                </a:lnTo>
                <a:lnTo>
                  <a:pt x="121108" y="118660"/>
                </a:lnTo>
                <a:lnTo>
                  <a:pt x="121445" y="117898"/>
                </a:lnTo>
                <a:lnTo>
                  <a:pt x="121731" y="117116"/>
                </a:lnTo>
                <a:lnTo>
                  <a:pt x="121965" y="116314"/>
                </a:lnTo>
                <a:lnTo>
                  <a:pt x="122147" y="115493"/>
                </a:lnTo>
                <a:lnTo>
                  <a:pt x="122276" y="114652"/>
                </a:lnTo>
                <a:lnTo>
                  <a:pt x="122354" y="113792"/>
                </a:lnTo>
                <a:lnTo>
                  <a:pt x="122380" y="112912"/>
                </a:lnTo>
                <a:lnTo>
                  <a:pt x="122354" y="112032"/>
                </a:lnTo>
                <a:lnTo>
                  <a:pt x="122276" y="111176"/>
                </a:lnTo>
                <a:lnTo>
                  <a:pt x="122147" y="110341"/>
                </a:lnTo>
                <a:lnTo>
                  <a:pt x="121965" y="109529"/>
                </a:lnTo>
                <a:lnTo>
                  <a:pt x="121731" y="108739"/>
                </a:lnTo>
                <a:lnTo>
                  <a:pt x="121445" y="107971"/>
                </a:lnTo>
                <a:lnTo>
                  <a:pt x="121108" y="107225"/>
                </a:lnTo>
                <a:lnTo>
                  <a:pt x="120718" y="106502"/>
                </a:lnTo>
                <a:lnTo>
                  <a:pt x="120277" y="105801"/>
                </a:lnTo>
                <a:lnTo>
                  <a:pt x="119783" y="105122"/>
                </a:lnTo>
                <a:lnTo>
                  <a:pt x="119238" y="104465"/>
                </a:lnTo>
                <a:lnTo>
                  <a:pt x="118641" y="103831"/>
                </a:lnTo>
                <a:lnTo>
                  <a:pt x="118006" y="103234"/>
                </a:lnTo>
                <a:lnTo>
                  <a:pt x="117350" y="102688"/>
                </a:lnTo>
                <a:lnTo>
                  <a:pt x="116671" y="102195"/>
                </a:lnTo>
                <a:lnTo>
                  <a:pt x="115970" y="101754"/>
                </a:lnTo>
                <a:lnTo>
                  <a:pt x="115247" y="101364"/>
                </a:lnTo>
                <a:lnTo>
                  <a:pt x="114501" y="101026"/>
                </a:lnTo>
                <a:lnTo>
                  <a:pt x="113733" y="100741"/>
                </a:lnTo>
                <a:lnTo>
                  <a:pt x="112943" y="100507"/>
                </a:lnTo>
                <a:lnTo>
                  <a:pt x="112131" y="100325"/>
                </a:lnTo>
                <a:lnTo>
                  <a:pt x="111296" y="100195"/>
                </a:lnTo>
                <a:lnTo>
                  <a:pt x="110439" y="100117"/>
                </a:lnTo>
                <a:lnTo>
                  <a:pt x="109560" y="100092"/>
                </a:lnTo>
                <a:lnTo>
                  <a:pt x="108680" y="100117"/>
                </a:lnTo>
                <a:lnTo>
                  <a:pt x="107819" y="100195"/>
                </a:lnTo>
                <a:lnTo>
                  <a:pt x="106979" y="100325"/>
                </a:lnTo>
                <a:lnTo>
                  <a:pt x="106157" y="100507"/>
                </a:lnTo>
                <a:lnTo>
                  <a:pt x="105356" y="100741"/>
                </a:lnTo>
                <a:lnTo>
                  <a:pt x="104574" y="101026"/>
                </a:lnTo>
                <a:lnTo>
                  <a:pt x="103812" y="101364"/>
                </a:lnTo>
                <a:lnTo>
                  <a:pt x="103070" y="101754"/>
                </a:lnTo>
                <a:lnTo>
                  <a:pt x="102348" y="102195"/>
                </a:lnTo>
                <a:lnTo>
                  <a:pt x="101645" y="102688"/>
                </a:lnTo>
                <a:lnTo>
                  <a:pt x="100962" y="103234"/>
                </a:lnTo>
                <a:lnTo>
                  <a:pt x="100298" y="103831"/>
                </a:lnTo>
                <a:lnTo>
                  <a:pt x="99672" y="104465"/>
                </a:lnTo>
                <a:lnTo>
                  <a:pt x="99100" y="105122"/>
                </a:lnTo>
                <a:lnTo>
                  <a:pt x="98583" y="105801"/>
                </a:lnTo>
                <a:lnTo>
                  <a:pt x="98120" y="106502"/>
                </a:lnTo>
                <a:lnTo>
                  <a:pt x="97711" y="107225"/>
                </a:lnTo>
                <a:lnTo>
                  <a:pt x="97357" y="107971"/>
                </a:lnTo>
                <a:lnTo>
                  <a:pt x="97058" y="108739"/>
                </a:lnTo>
                <a:lnTo>
                  <a:pt x="96813" y="109529"/>
                </a:lnTo>
                <a:lnTo>
                  <a:pt x="96622" y="110341"/>
                </a:lnTo>
                <a:lnTo>
                  <a:pt x="96486" y="111176"/>
                </a:lnTo>
                <a:lnTo>
                  <a:pt x="96404" y="112032"/>
                </a:lnTo>
                <a:lnTo>
                  <a:pt x="96377" y="112912"/>
                </a:lnTo>
                <a:lnTo>
                  <a:pt x="96404" y="113792"/>
                </a:lnTo>
                <a:lnTo>
                  <a:pt x="96486" y="114652"/>
                </a:lnTo>
                <a:lnTo>
                  <a:pt x="96622" y="115493"/>
                </a:lnTo>
                <a:lnTo>
                  <a:pt x="96813" y="116314"/>
                </a:lnTo>
                <a:lnTo>
                  <a:pt x="97058" y="117116"/>
                </a:lnTo>
                <a:lnTo>
                  <a:pt x="97357" y="117898"/>
                </a:lnTo>
                <a:lnTo>
                  <a:pt x="97711" y="118660"/>
                </a:lnTo>
                <a:lnTo>
                  <a:pt x="98120" y="119402"/>
                </a:lnTo>
                <a:lnTo>
                  <a:pt x="98583" y="120124"/>
                </a:lnTo>
                <a:lnTo>
                  <a:pt x="99100" y="120827"/>
                </a:lnTo>
                <a:lnTo>
                  <a:pt x="99672" y="121510"/>
                </a:lnTo>
                <a:lnTo>
                  <a:pt x="100298" y="122174"/>
                </a:lnTo>
                <a:lnTo>
                  <a:pt x="100962" y="122800"/>
                </a:lnTo>
                <a:lnTo>
                  <a:pt x="101645" y="123372"/>
                </a:lnTo>
                <a:lnTo>
                  <a:pt x="102348" y="123889"/>
                </a:lnTo>
                <a:lnTo>
                  <a:pt x="103070" y="124352"/>
                </a:lnTo>
                <a:lnTo>
                  <a:pt x="103812" y="124760"/>
                </a:lnTo>
                <a:lnTo>
                  <a:pt x="104574" y="125114"/>
                </a:lnTo>
                <a:lnTo>
                  <a:pt x="105356" y="125414"/>
                </a:lnTo>
                <a:lnTo>
                  <a:pt x="106157" y="125659"/>
                </a:lnTo>
                <a:lnTo>
                  <a:pt x="106979" y="125850"/>
                </a:lnTo>
                <a:lnTo>
                  <a:pt x="107819" y="125986"/>
                </a:lnTo>
                <a:lnTo>
                  <a:pt x="108680" y="126068"/>
                </a:lnTo>
                <a:lnTo>
                  <a:pt x="109560" y="126095"/>
                </a:lnTo>
                <a:lnTo>
                  <a:pt x="110439" y="126068"/>
                </a:lnTo>
                <a:lnTo>
                  <a:pt x="111296" y="125986"/>
                </a:lnTo>
                <a:lnTo>
                  <a:pt x="112131" y="125850"/>
                </a:lnTo>
                <a:lnTo>
                  <a:pt x="112943" y="125659"/>
                </a:lnTo>
                <a:lnTo>
                  <a:pt x="113733" y="125414"/>
                </a:lnTo>
                <a:lnTo>
                  <a:pt x="114501" y="125114"/>
                </a:lnTo>
                <a:lnTo>
                  <a:pt x="115247" y="124760"/>
                </a:lnTo>
                <a:lnTo>
                  <a:pt x="115970" y="124352"/>
                </a:lnTo>
                <a:lnTo>
                  <a:pt x="116671" y="123889"/>
                </a:lnTo>
                <a:lnTo>
                  <a:pt x="117350" y="123372"/>
                </a:lnTo>
                <a:lnTo>
                  <a:pt x="118006" y="122800"/>
                </a:lnTo>
                <a:lnTo>
                  <a:pt x="118641" y="122174"/>
                </a:lnTo>
                <a:close/>
                <a:moveTo>
                  <a:pt x="109276" y="151892"/>
                </a:moveTo>
                <a:lnTo>
                  <a:pt x="110419" y="151872"/>
                </a:lnTo>
                <a:lnTo>
                  <a:pt x="111543" y="151811"/>
                </a:lnTo>
                <a:lnTo>
                  <a:pt x="112649" y="151711"/>
                </a:lnTo>
                <a:lnTo>
                  <a:pt x="113736" y="151571"/>
                </a:lnTo>
                <a:lnTo>
                  <a:pt x="114804" y="151390"/>
                </a:lnTo>
                <a:lnTo>
                  <a:pt x="115854" y="151169"/>
                </a:lnTo>
                <a:lnTo>
                  <a:pt x="116885" y="150908"/>
                </a:lnTo>
                <a:lnTo>
                  <a:pt x="117897" y="150608"/>
                </a:lnTo>
                <a:lnTo>
                  <a:pt x="118891" y="150266"/>
                </a:lnTo>
                <a:lnTo>
                  <a:pt x="119867" y="149885"/>
                </a:lnTo>
                <a:lnTo>
                  <a:pt x="120823" y="149464"/>
                </a:lnTo>
                <a:lnTo>
                  <a:pt x="121761" y="149002"/>
                </a:lnTo>
                <a:lnTo>
                  <a:pt x="122678" y="148504"/>
                </a:lnTo>
                <a:lnTo>
                  <a:pt x="123573" y="147970"/>
                </a:lnTo>
                <a:lnTo>
                  <a:pt x="124444" y="147403"/>
                </a:lnTo>
                <a:lnTo>
                  <a:pt x="125293" y="146801"/>
                </a:lnTo>
                <a:lnTo>
                  <a:pt x="126118" y="146165"/>
                </a:lnTo>
                <a:lnTo>
                  <a:pt x="126921" y="145494"/>
                </a:lnTo>
                <a:lnTo>
                  <a:pt x="127700" y="144789"/>
                </a:lnTo>
                <a:lnTo>
                  <a:pt x="128457" y="144049"/>
                </a:lnTo>
                <a:lnTo>
                  <a:pt x="129191" y="143275"/>
                </a:lnTo>
                <a:lnTo>
                  <a:pt x="129902" y="142467"/>
                </a:lnTo>
                <a:lnTo>
                  <a:pt x="130590" y="141624"/>
                </a:lnTo>
                <a:lnTo>
                  <a:pt x="131254" y="140747"/>
                </a:lnTo>
                <a:lnTo>
                  <a:pt x="130360" y="140276"/>
                </a:lnTo>
                <a:lnTo>
                  <a:pt x="129466" y="139824"/>
                </a:lnTo>
                <a:lnTo>
                  <a:pt x="128572" y="139393"/>
                </a:lnTo>
                <a:lnTo>
                  <a:pt x="127678" y="138982"/>
                </a:lnTo>
                <a:lnTo>
                  <a:pt x="126784" y="138590"/>
                </a:lnTo>
                <a:lnTo>
                  <a:pt x="125891" y="138219"/>
                </a:lnTo>
                <a:lnTo>
                  <a:pt x="124997" y="137868"/>
                </a:lnTo>
                <a:lnTo>
                  <a:pt x="124104" y="137537"/>
                </a:lnTo>
                <a:lnTo>
                  <a:pt x="123211" y="137226"/>
                </a:lnTo>
                <a:lnTo>
                  <a:pt x="122317" y="136935"/>
                </a:lnTo>
                <a:lnTo>
                  <a:pt x="121424" y="136664"/>
                </a:lnTo>
                <a:lnTo>
                  <a:pt x="120531" y="136414"/>
                </a:lnTo>
                <a:lnTo>
                  <a:pt x="119635" y="136183"/>
                </a:lnTo>
                <a:lnTo>
                  <a:pt x="118733" y="135972"/>
                </a:lnTo>
                <a:lnTo>
                  <a:pt x="117826" y="135781"/>
                </a:lnTo>
                <a:lnTo>
                  <a:pt x="116912" y="135611"/>
                </a:lnTo>
                <a:lnTo>
                  <a:pt x="115992" y="135460"/>
                </a:lnTo>
                <a:lnTo>
                  <a:pt x="115066" y="135330"/>
                </a:lnTo>
                <a:lnTo>
                  <a:pt x="114135" y="135220"/>
                </a:lnTo>
                <a:lnTo>
                  <a:pt x="113197" y="135129"/>
                </a:lnTo>
                <a:lnTo>
                  <a:pt x="112254" y="135059"/>
                </a:lnTo>
                <a:lnTo>
                  <a:pt x="111304" y="135009"/>
                </a:lnTo>
                <a:lnTo>
                  <a:pt x="110348" y="134979"/>
                </a:lnTo>
                <a:lnTo>
                  <a:pt x="109387" y="134969"/>
                </a:lnTo>
                <a:lnTo>
                  <a:pt x="108425" y="134979"/>
                </a:lnTo>
                <a:lnTo>
                  <a:pt x="107467" y="135009"/>
                </a:lnTo>
                <a:lnTo>
                  <a:pt x="106513" y="135059"/>
                </a:lnTo>
                <a:lnTo>
                  <a:pt x="105564" y="135129"/>
                </a:lnTo>
                <a:lnTo>
                  <a:pt x="104620" y="135220"/>
                </a:lnTo>
                <a:lnTo>
                  <a:pt x="103680" y="135330"/>
                </a:lnTo>
                <a:lnTo>
                  <a:pt x="102744" y="135460"/>
                </a:lnTo>
                <a:lnTo>
                  <a:pt x="101813" y="135611"/>
                </a:lnTo>
                <a:lnTo>
                  <a:pt x="100886" y="135781"/>
                </a:lnTo>
                <a:lnTo>
                  <a:pt x="99963" y="135972"/>
                </a:lnTo>
                <a:lnTo>
                  <a:pt x="99045" y="136183"/>
                </a:lnTo>
                <a:lnTo>
                  <a:pt x="98131" y="136414"/>
                </a:lnTo>
                <a:lnTo>
                  <a:pt x="97222" y="136664"/>
                </a:lnTo>
                <a:lnTo>
                  <a:pt x="96317" y="136935"/>
                </a:lnTo>
                <a:lnTo>
                  <a:pt x="95416" y="137226"/>
                </a:lnTo>
                <a:lnTo>
                  <a:pt x="94520" y="137537"/>
                </a:lnTo>
                <a:lnTo>
                  <a:pt x="93628" y="137868"/>
                </a:lnTo>
                <a:lnTo>
                  <a:pt x="92740" y="138219"/>
                </a:lnTo>
                <a:lnTo>
                  <a:pt x="91856" y="138590"/>
                </a:lnTo>
                <a:lnTo>
                  <a:pt x="90977" y="138982"/>
                </a:lnTo>
                <a:lnTo>
                  <a:pt x="90102" y="139393"/>
                </a:lnTo>
                <a:lnTo>
                  <a:pt x="89231" y="139824"/>
                </a:lnTo>
                <a:lnTo>
                  <a:pt x="88365" y="140276"/>
                </a:lnTo>
                <a:lnTo>
                  <a:pt x="87503" y="140747"/>
                </a:lnTo>
                <a:lnTo>
                  <a:pt x="88167" y="141624"/>
                </a:lnTo>
                <a:lnTo>
                  <a:pt x="88853" y="142467"/>
                </a:lnTo>
                <a:lnTo>
                  <a:pt x="89560" y="143275"/>
                </a:lnTo>
                <a:lnTo>
                  <a:pt x="90289" y="144049"/>
                </a:lnTo>
                <a:lnTo>
                  <a:pt x="91039" y="144789"/>
                </a:lnTo>
                <a:lnTo>
                  <a:pt x="91811" y="145494"/>
                </a:lnTo>
                <a:lnTo>
                  <a:pt x="92604" y="146165"/>
                </a:lnTo>
                <a:lnTo>
                  <a:pt x="93419" y="146801"/>
                </a:lnTo>
                <a:lnTo>
                  <a:pt x="94255" y="147403"/>
                </a:lnTo>
                <a:lnTo>
                  <a:pt x="95113" y="147970"/>
                </a:lnTo>
                <a:lnTo>
                  <a:pt x="95992" y="148504"/>
                </a:lnTo>
                <a:lnTo>
                  <a:pt x="96893" y="149002"/>
                </a:lnTo>
                <a:lnTo>
                  <a:pt x="97815" y="149464"/>
                </a:lnTo>
                <a:lnTo>
                  <a:pt x="98756" y="149885"/>
                </a:lnTo>
                <a:lnTo>
                  <a:pt x="99718" y="150266"/>
                </a:lnTo>
                <a:lnTo>
                  <a:pt x="100700" y="150608"/>
                </a:lnTo>
                <a:lnTo>
                  <a:pt x="101701" y="150908"/>
                </a:lnTo>
                <a:lnTo>
                  <a:pt x="102723" y="151169"/>
                </a:lnTo>
                <a:lnTo>
                  <a:pt x="103765" y="151390"/>
                </a:lnTo>
                <a:lnTo>
                  <a:pt x="104827" y="151571"/>
                </a:lnTo>
                <a:lnTo>
                  <a:pt x="105909" y="151711"/>
                </a:lnTo>
                <a:lnTo>
                  <a:pt x="107011" y="151811"/>
                </a:lnTo>
                <a:lnTo>
                  <a:pt x="108133" y="151872"/>
                </a:lnTo>
                <a:lnTo>
                  <a:pt x="109276" y="151892"/>
                </a:lnTo>
                <a:close/>
                <a:moveTo>
                  <a:pt x="66040" y="165306"/>
                </a:moveTo>
                <a:lnTo>
                  <a:pt x="61361" y="164073"/>
                </a:lnTo>
                <a:lnTo>
                  <a:pt x="56816" y="162574"/>
                </a:lnTo>
                <a:lnTo>
                  <a:pt x="52406" y="160811"/>
                </a:lnTo>
                <a:lnTo>
                  <a:pt x="48131" y="158782"/>
                </a:lnTo>
                <a:lnTo>
                  <a:pt x="43991" y="156488"/>
                </a:lnTo>
                <a:lnTo>
                  <a:pt x="39985" y="153930"/>
                </a:lnTo>
                <a:lnTo>
                  <a:pt x="36114" y="151106"/>
                </a:lnTo>
                <a:lnTo>
                  <a:pt x="32378" y="148016"/>
                </a:lnTo>
                <a:lnTo>
                  <a:pt x="28776" y="144662"/>
                </a:lnTo>
                <a:lnTo>
                  <a:pt x="25310" y="141043"/>
                </a:lnTo>
                <a:lnTo>
                  <a:pt x="21978" y="137158"/>
                </a:lnTo>
                <a:lnTo>
                  <a:pt x="18780" y="133008"/>
                </a:lnTo>
                <a:lnTo>
                  <a:pt x="15781" y="128674"/>
                </a:lnTo>
                <a:lnTo>
                  <a:pt x="13042" y="124235"/>
                </a:lnTo>
                <a:lnTo>
                  <a:pt x="10564" y="119691"/>
                </a:lnTo>
                <a:lnTo>
                  <a:pt x="8347" y="115042"/>
                </a:lnTo>
                <a:lnTo>
                  <a:pt x="6390" y="110289"/>
                </a:lnTo>
                <a:lnTo>
                  <a:pt x="4695" y="105431"/>
                </a:lnTo>
                <a:lnTo>
                  <a:pt x="3260" y="100469"/>
                </a:lnTo>
                <a:lnTo>
                  <a:pt x="2087" y="95402"/>
                </a:lnTo>
                <a:lnTo>
                  <a:pt x="1174" y="90231"/>
                </a:lnTo>
                <a:lnTo>
                  <a:pt x="522" y="84954"/>
                </a:lnTo>
                <a:lnTo>
                  <a:pt x="130" y="79574"/>
                </a:lnTo>
                <a:lnTo>
                  <a:pt x="0" y="74088"/>
                </a:lnTo>
                <a:lnTo>
                  <a:pt x="0" y="24765"/>
                </a:lnTo>
                <a:lnTo>
                  <a:pt x="66040" y="0"/>
                </a:lnTo>
                <a:lnTo>
                  <a:pt x="132080" y="24765"/>
                </a:lnTo>
                <a:lnTo>
                  <a:pt x="132080" y="80486"/>
                </a:lnTo>
                <a:lnTo>
                  <a:pt x="131596" y="80247"/>
                </a:lnTo>
                <a:lnTo>
                  <a:pt x="131105" y="80013"/>
                </a:lnTo>
                <a:lnTo>
                  <a:pt x="130610" y="79783"/>
                </a:lnTo>
                <a:lnTo>
                  <a:pt x="130108" y="79557"/>
                </a:lnTo>
                <a:lnTo>
                  <a:pt x="129601" y="79336"/>
                </a:lnTo>
                <a:lnTo>
                  <a:pt x="129088" y="79119"/>
                </a:lnTo>
                <a:lnTo>
                  <a:pt x="128569" y="78906"/>
                </a:lnTo>
                <a:lnTo>
                  <a:pt x="128044" y="78697"/>
                </a:lnTo>
                <a:lnTo>
                  <a:pt x="127514" y="78493"/>
                </a:lnTo>
                <a:lnTo>
                  <a:pt x="126978" y="78293"/>
                </a:lnTo>
                <a:lnTo>
                  <a:pt x="126436" y="78098"/>
                </a:lnTo>
                <a:lnTo>
                  <a:pt x="125889" y="77906"/>
                </a:lnTo>
                <a:lnTo>
                  <a:pt x="125341" y="77722"/>
                </a:lnTo>
                <a:lnTo>
                  <a:pt x="124800" y="77548"/>
                </a:lnTo>
                <a:lnTo>
                  <a:pt x="124264" y="77384"/>
                </a:lnTo>
                <a:lnTo>
                  <a:pt x="123733" y="77230"/>
                </a:lnTo>
                <a:lnTo>
                  <a:pt x="123209" y="77086"/>
                </a:lnTo>
                <a:lnTo>
                  <a:pt x="122690" y="76952"/>
                </a:lnTo>
                <a:lnTo>
                  <a:pt x="122177" y="76828"/>
                </a:lnTo>
                <a:lnTo>
                  <a:pt x="121670" y="76714"/>
                </a:lnTo>
                <a:lnTo>
                  <a:pt x="121168" y="76610"/>
                </a:lnTo>
                <a:lnTo>
                  <a:pt x="120672" y="76516"/>
                </a:lnTo>
                <a:lnTo>
                  <a:pt x="120182" y="76432"/>
                </a:lnTo>
                <a:lnTo>
                  <a:pt x="119698" y="76358"/>
                </a:lnTo>
                <a:lnTo>
                  <a:pt x="119698" y="33432"/>
                </a:lnTo>
                <a:lnTo>
                  <a:pt x="66040" y="13620"/>
                </a:lnTo>
                <a:lnTo>
                  <a:pt x="12382" y="33432"/>
                </a:lnTo>
                <a:lnTo>
                  <a:pt x="12382" y="74088"/>
                </a:lnTo>
                <a:lnTo>
                  <a:pt x="12418" y="76685"/>
                </a:lnTo>
                <a:lnTo>
                  <a:pt x="12523" y="79248"/>
                </a:lnTo>
                <a:lnTo>
                  <a:pt x="12699" y="81776"/>
                </a:lnTo>
                <a:lnTo>
                  <a:pt x="12944" y="84269"/>
                </a:lnTo>
                <a:lnTo>
                  <a:pt x="13260" y="86729"/>
                </a:lnTo>
                <a:lnTo>
                  <a:pt x="13647" y="89154"/>
                </a:lnTo>
                <a:lnTo>
                  <a:pt x="14103" y="91544"/>
                </a:lnTo>
                <a:lnTo>
                  <a:pt x="14630" y="93900"/>
                </a:lnTo>
                <a:lnTo>
                  <a:pt x="15227" y="96222"/>
                </a:lnTo>
                <a:lnTo>
                  <a:pt x="15894" y="98509"/>
                </a:lnTo>
                <a:lnTo>
                  <a:pt x="16631" y="100762"/>
                </a:lnTo>
                <a:lnTo>
                  <a:pt x="17439" y="102981"/>
                </a:lnTo>
                <a:lnTo>
                  <a:pt x="18301" y="105160"/>
                </a:lnTo>
                <a:lnTo>
                  <a:pt x="19201" y="107295"/>
                </a:lnTo>
                <a:lnTo>
                  <a:pt x="20141" y="109385"/>
                </a:lnTo>
                <a:lnTo>
                  <a:pt x="21119" y="111431"/>
                </a:lnTo>
                <a:lnTo>
                  <a:pt x="22136" y="113432"/>
                </a:lnTo>
                <a:lnTo>
                  <a:pt x="23191" y="115389"/>
                </a:lnTo>
                <a:lnTo>
                  <a:pt x="24286" y="117302"/>
                </a:lnTo>
                <a:lnTo>
                  <a:pt x="25419" y="119170"/>
                </a:lnTo>
                <a:lnTo>
                  <a:pt x="26590" y="120993"/>
                </a:lnTo>
                <a:lnTo>
                  <a:pt x="27800" y="122773"/>
                </a:lnTo>
                <a:lnTo>
                  <a:pt x="29049" y="124508"/>
                </a:lnTo>
                <a:lnTo>
                  <a:pt x="30337" y="126198"/>
                </a:lnTo>
                <a:lnTo>
                  <a:pt x="31656" y="127842"/>
                </a:lnTo>
                <a:lnTo>
                  <a:pt x="32997" y="129440"/>
                </a:lnTo>
                <a:lnTo>
                  <a:pt x="34361" y="130990"/>
                </a:lnTo>
                <a:lnTo>
                  <a:pt x="35749" y="132492"/>
                </a:lnTo>
                <a:lnTo>
                  <a:pt x="37159" y="133948"/>
                </a:lnTo>
                <a:lnTo>
                  <a:pt x="38592" y="135356"/>
                </a:lnTo>
                <a:lnTo>
                  <a:pt x="40048" y="136717"/>
                </a:lnTo>
                <a:lnTo>
                  <a:pt x="41527" y="138030"/>
                </a:lnTo>
                <a:lnTo>
                  <a:pt x="43029" y="139296"/>
                </a:lnTo>
                <a:lnTo>
                  <a:pt x="44554" y="140515"/>
                </a:lnTo>
                <a:lnTo>
                  <a:pt x="46102" y="141687"/>
                </a:lnTo>
                <a:lnTo>
                  <a:pt x="47673" y="142811"/>
                </a:lnTo>
                <a:lnTo>
                  <a:pt x="49251" y="143886"/>
                </a:lnTo>
                <a:lnTo>
                  <a:pt x="50820" y="144909"/>
                </a:lnTo>
                <a:lnTo>
                  <a:pt x="52381" y="145881"/>
                </a:lnTo>
                <a:lnTo>
                  <a:pt x="53933" y="146801"/>
                </a:lnTo>
                <a:lnTo>
                  <a:pt x="55476" y="147670"/>
                </a:lnTo>
                <a:lnTo>
                  <a:pt x="57011" y="148486"/>
                </a:lnTo>
                <a:lnTo>
                  <a:pt x="58537" y="149252"/>
                </a:lnTo>
                <a:lnTo>
                  <a:pt x="60055" y="149965"/>
                </a:lnTo>
                <a:lnTo>
                  <a:pt x="61564" y="150628"/>
                </a:lnTo>
                <a:lnTo>
                  <a:pt x="63065" y="151238"/>
                </a:lnTo>
                <a:lnTo>
                  <a:pt x="64557" y="151797"/>
                </a:lnTo>
                <a:lnTo>
                  <a:pt x="66040" y="152304"/>
                </a:lnTo>
                <a:lnTo>
                  <a:pt x="66255" y="152721"/>
                </a:lnTo>
                <a:lnTo>
                  <a:pt x="66487" y="153147"/>
                </a:lnTo>
                <a:lnTo>
                  <a:pt x="66737" y="153581"/>
                </a:lnTo>
                <a:lnTo>
                  <a:pt x="67003" y="154024"/>
                </a:lnTo>
                <a:lnTo>
                  <a:pt x="67287" y="154476"/>
                </a:lnTo>
                <a:lnTo>
                  <a:pt x="67588" y="154936"/>
                </a:lnTo>
                <a:lnTo>
                  <a:pt x="67906" y="155404"/>
                </a:lnTo>
                <a:lnTo>
                  <a:pt x="68241" y="155882"/>
                </a:lnTo>
                <a:lnTo>
                  <a:pt x="68594" y="156367"/>
                </a:lnTo>
                <a:lnTo>
                  <a:pt x="68964" y="156862"/>
                </a:lnTo>
                <a:lnTo>
                  <a:pt x="69351" y="157365"/>
                </a:lnTo>
                <a:lnTo>
                  <a:pt x="69755" y="157876"/>
                </a:lnTo>
                <a:lnTo>
                  <a:pt x="70162" y="158382"/>
                </a:lnTo>
                <a:lnTo>
                  <a:pt x="70557" y="158868"/>
                </a:lnTo>
                <a:lnTo>
                  <a:pt x="70941" y="159334"/>
                </a:lnTo>
                <a:lnTo>
                  <a:pt x="71314" y="159780"/>
                </a:lnTo>
                <a:lnTo>
                  <a:pt x="71675" y="160205"/>
                </a:lnTo>
                <a:lnTo>
                  <a:pt x="72025" y="160611"/>
                </a:lnTo>
                <a:lnTo>
                  <a:pt x="72363" y="160996"/>
                </a:lnTo>
                <a:lnTo>
                  <a:pt x="72690" y="161362"/>
                </a:lnTo>
                <a:lnTo>
                  <a:pt x="73005" y="161707"/>
                </a:lnTo>
                <a:lnTo>
                  <a:pt x="73309" y="162033"/>
                </a:lnTo>
                <a:lnTo>
                  <a:pt x="73601" y="162338"/>
                </a:lnTo>
                <a:lnTo>
                  <a:pt x="73882" y="162623"/>
                </a:lnTo>
                <a:lnTo>
                  <a:pt x="73571" y="162792"/>
                </a:lnTo>
                <a:lnTo>
                  <a:pt x="73257" y="162953"/>
                </a:lnTo>
                <a:lnTo>
                  <a:pt x="72941" y="163107"/>
                </a:lnTo>
                <a:lnTo>
                  <a:pt x="72621" y="163254"/>
                </a:lnTo>
                <a:lnTo>
                  <a:pt x="72299" y="163393"/>
                </a:lnTo>
                <a:lnTo>
                  <a:pt x="71973" y="163526"/>
                </a:lnTo>
                <a:lnTo>
                  <a:pt x="71645" y="163651"/>
                </a:lnTo>
                <a:lnTo>
                  <a:pt x="71314" y="163770"/>
                </a:lnTo>
                <a:lnTo>
                  <a:pt x="70980" y="163881"/>
                </a:lnTo>
                <a:lnTo>
                  <a:pt x="70643" y="163985"/>
                </a:lnTo>
                <a:lnTo>
                  <a:pt x="70304" y="164081"/>
                </a:lnTo>
                <a:lnTo>
                  <a:pt x="69961" y="164171"/>
                </a:lnTo>
                <a:lnTo>
                  <a:pt x="69619" y="164258"/>
                </a:lnTo>
                <a:lnTo>
                  <a:pt x="69279" y="164346"/>
                </a:lnTo>
                <a:lnTo>
                  <a:pt x="68942" y="164435"/>
                </a:lnTo>
                <a:lnTo>
                  <a:pt x="68608" y="164526"/>
                </a:lnTo>
                <a:lnTo>
                  <a:pt x="68277" y="164619"/>
                </a:lnTo>
                <a:lnTo>
                  <a:pt x="67949" y="164713"/>
                </a:lnTo>
                <a:lnTo>
                  <a:pt x="67624" y="164808"/>
                </a:lnTo>
                <a:lnTo>
                  <a:pt x="67301" y="164905"/>
                </a:lnTo>
                <a:lnTo>
                  <a:pt x="66982" y="165003"/>
                </a:lnTo>
                <a:lnTo>
                  <a:pt x="66665" y="165102"/>
                </a:lnTo>
                <a:lnTo>
                  <a:pt x="66351" y="165204"/>
                </a:lnTo>
                <a:lnTo>
                  <a:pt x="66040" y="165306"/>
                </a:lnTo>
                <a:close/>
                <a:moveTo>
                  <a:pt x="109895" y="165306"/>
                </a:moveTo>
                <a:lnTo>
                  <a:pt x="107261" y="165226"/>
                </a:lnTo>
                <a:lnTo>
                  <a:pt x="104692" y="164988"/>
                </a:lnTo>
                <a:lnTo>
                  <a:pt x="102188" y="164590"/>
                </a:lnTo>
                <a:lnTo>
                  <a:pt x="99748" y="164033"/>
                </a:lnTo>
                <a:lnTo>
                  <a:pt x="97372" y="163317"/>
                </a:lnTo>
                <a:lnTo>
                  <a:pt x="95061" y="162443"/>
                </a:lnTo>
                <a:lnTo>
                  <a:pt x="92815" y="161409"/>
                </a:lnTo>
                <a:lnTo>
                  <a:pt x="90633" y="160215"/>
                </a:lnTo>
                <a:lnTo>
                  <a:pt x="88516" y="158863"/>
                </a:lnTo>
                <a:lnTo>
                  <a:pt x="86463" y="157352"/>
                </a:lnTo>
                <a:lnTo>
                  <a:pt x="84474" y="155682"/>
                </a:lnTo>
                <a:lnTo>
                  <a:pt x="82550" y="153852"/>
                </a:lnTo>
                <a:lnTo>
                  <a:pt x="80737" y="151914"/>
                </a:lnTo>
                <a:lnTo>
                  <a:pt x="79082" y="149917"/>
                </a:lnTo>
                <a:lnTo>
                  <a:pt x="77584" y="147861"/>
                </a:lnTo>
                <a:lnTo>
                  <a:pt x="76244" y="145746"/>
                </a:lnTo>
                <a:lnTo>
                  <a:pt x="75062" y="143573"/>
                </a:lnTo>
                <a:lnTo>
                  <a:pt x="74037" y="141341"/>
                </a:lnTo>
                <a:lnTo>
                  <a:pt x="73170" y="139050"/>
                </a:lnTo>
                <a:lnTo>
                  <a:pt x="72461" y="136700"/>
                </a:lnTo>
                <a:lnTo>
                  <a:pt x="71909" y="134292"/>
                </a:lnTo>
                <a:lnTo>
                  <a:pt x="71515" y="131825"/>
                </a:lnTo>
                <a:lnTo>
                  <a:pt x="71278" y="129299"/>
                </a:lnTo>
                <a:lnTo>
                  <a:pt x="71199" y="126714"/>
                </a:lnTo>
                <a:lnTo>
                  <a:pt x="71278" y="124049"/>
                </a:lnTo>
                <a:lnTo>
                  <a:pt x="71515" y="121451"/>
                </a:lnTo>
                <a:lnTo>
                  <a:pt x="71909" y="118919"/>
                </a:lnTo>
                <a:lnTo>
                  <a:pt x="72460" y="116454"/>
                </a:lnTo>
                <a:lnTo>
                  <a:pt x="73170" y="114055"/>
                </a:lnTo>
                <a:lnTo>
                  <a:pt x="74037" y="111722"/>
                </a:lnTo>
                <a:lnTo>
                  <a:pt x="75061" y="109455"/>
                </a:lnTo>
                <a:lnTo>
                  <a:pt x="76243" y="107255"/>
                </a:lnTo>
                <a:lnTo>
                  <a:pt x="77583" y="105121"/>
                </a:lnTo>
                <a:lnTo>
                  <a:pt x="79080" y="103054"/>
                </a:lnTo>
                <a:lnTo>
                  <a:pt x="80735" y="101052"/>
                </a:lnTo>
                <a:lnTo>
                  <a:pt x="82548" y="99117"/>
                </a:lnTo>
                <a:lnTo>
                  <a:pt x="84472" y="97295"/>
                </a:lnTo>
                <a:lnTo>
                  <a:pt x="86463" y="95632"/>
                </a:lnTo>
                <a:lnTo>
                  <a:pt x="88519" y="94126"/>
                </a:lnTo>
                <a:lnTo>
                  <a:pt x="90642" y="92779"/>
                </a:lnTo>
                <a:lnTo>
                  <a:pt x="92830" y="91591"/>
                </a:lnTo>
                <a:lnTo>
                  <a:pt x="95085" y="90561"/>
                </a:lnTo>
                <a:lnTo>
                  <a:pt x="97405" y="89690"/>
                </a:lnTo>
                <a:lnTo>
                  <a:pt x="99792" y="88977"/>
                </a:lnTo>
                <a:lnTo>
                  <a:pt x="102244" y="88422"/>
                </a:lnTo>
                <a:lnTo>
                  <a:pt x="104763" y="88026"/>
                </a:lnTo>
                <a:lnTo>
                  <a:pt x="107347" y="87788"/>
                </a:lnTo>
                <a:lnTo>
                  <a:pt x="109998" y="87709"/>
                </a:lnTo>
                <a:lnTo>
                  <a:pt x="112616" y="87788"/>
                </a:lnTo>
                <a:lnTo>
                  <a:pt x="115172" y="88026"/>
                </a:lnTo>
                <a:lnTo>
                  <a:pt x="117666" y="88422"/>
                </a:lnTo>
                <a:lnTo>
                  <a:pt x="120099" y="88977"/>
                </a:lnTo>
                <a:lnTo>
                  <a:pt x="122470" y="89690"/>
                </a:lnTo>
                <a:lnTo>
                  <a:pt x="124779" y="90561"/>
                </a:lnTo>
                <a:lnTo>
                  <a:pt x="127027" y="91591"/>
                </a:lnTo>
                <a:lnTo>
                  <a:pt x="129214" y="92779"/>
                </a:lnTo>
                <a:lnTo>
                  <a:pt x="131338" y="94126"/>
                </a:lnTo>
                <a:lnTo>
                  <a:pt x="133401" y="95632"/>
                </a:lnTo>
                <a:lnTo>
                  <a:pt x="135403" y="97295"/>
                </a:lnTo>
                <a:lnTo>
                  <a:pt x="137343" y="99117"/>
                </a:lnTo>
                <a:lnTo>
                  <a:pt x="139172" y="101052"/>
                </a:lnTo>
                <a:lnTo>
                  <a:pt x="140842" y="103054"/>
                </a:lnTo>
                <a:lnTo>
                  <a:pt x="142354" y="105121"/>
                </a:lnTo>
                <a:lnTo>
                  <a:pt x="143706" y="107255"/>
                </a:lnTo>
                <a:lnTo>
                  <a:pt x="144899" y="109455"/>
                </a:lnTo>
                <a:lnTo>
                  <a:pt x="145933" y="111722"/>
                </a:lnTo>
                <a:lnTo>
                  <a:pt x="146808" y="114055"/>
                </a:lnTo>
                <a:lnTo>
                  <a:pt x="147524" y="116454"/>
                </a:lnTo>
                <a:lnTo>
                  <a:pt x="148081" y="118919"/>
                </a:lnTo>
                <a:lnTo>
                  <a:pt x="148478" y="121451"/>
                </a:lnTo>
                <a:lnTo>
                  <a:pt x="148717" y="124049"/>
                </a:lnTo>
                <a:lnTo>
                  <a:pt x="148796" y="126714"/>
                </a:lnTo>
                <a:lnTo>
                  <a:pt x="148717" y="129299"/>
                </a:lnTo>
                <a:lnTo>
                  <a:pt x="148478" y="131825"/>
                </a:lnTo>
                <a:lnTo>
                  <a:pt x="148081" y="134292"/>
                </a:lnTo>
                <a:lnTo>
                  <a:pt x="147524" y="136700"/>
                </a:lnTo>
                <a:lnTo>
                  <a:pt x="146808" y="139050"/>
                </a:lnTo>
                <a:lnTo>
                  <a:pt x="145933" y="141341"/>
                </a:lnTo>
                <a:lnTo>
                  <a:pt x="144899" y="143573"/>
                </a:lnTo>
                <a:lnTo>
                  <a:pt x="143706" y="145746"/>
                </a:lnTo>
                <a:lnTo>
                  <a:pt x="142354" y="147861"/>
                </a:lnTo>
                <a:lnTo>
                  <a:pt x="140842" y="149917"/>
                </a:lnTo>
                <a:lnTo>
                  <a:pt x="139172" y="151914"/>
                </a:lnTo>
                <a:lnTo>
                  <a:pt x="137343" y="153852"/>
                </a:lnTo>
                <a:lnTo>
                  <a:pt x="135402" y="155682"/>
                </a:lnTo>
                <a:lnTo>
                  <a:pt x="133399" y="157352"/>
                </a:lnTo>
                <a:lnTo>
                  <a:pt x="131332" y="158863"/>
                </a:lnTo>
                <a:lnTo>
                  <a:pt x="129202" y="160215"/>
                </a:lnTo>
                <a:lnTo>
                  <a:pt x="127009" y="161409"/>
                </a:lnTo>
                <a:lnTo>
                  <a:pt x="124754" y="162443"/>
                </a:lnTo>
                <a:lnTo>
                  <a:pt x="122435" y="163317"/>
                </a:lnTo>
                <a:lnTo>
                  <a:pt x="120053" y="164033"/>
                </a:lnTo>
                <a:lnTo>
                  <a:pt x="117608" y="164590"/>
                </a:lnTo>
                <a:lnTo>
                  <a:pt x="115100" y="164988"/>
                </a:lnTo>
                <a:lnTo>
                  <a:pt x="112529" y="165226"/>
                </a:lnTo>
                <a:lnTo>
                  <a:pt x="109895" y="165306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블록 이관 로그인 (읽기 전용)"/>
          <p:cNvSpPr/>
          <p:nvPr/>
        </p:nvSpPr>
        <p:spPr>
          <a:xfrm>
            <a:off x="487680" y="1996440"/>
            <a:ext cx="2895600" cy="944880"/>
          </a:xfrm>
          <a:prstGeom prst="roundRect">
            <a:avLst>
              <a:gd name="adj" fmla="val 9677"/>
            </a:avLst>
          </a:prstGeom>
          <a:solidFill>
            <a:srgbClr val="0B3D2E"/>
          </a:solidFill>
          <a:ln w="18288">
            <a:solidFill>
              <a:srgbClr val="0B3D2E"/>
            </a:solidFill>
          </a:ln>
        </p:spPr>
        <p:txBody>
          <a:bodyPr rtlCol="0" anchor="t" lIns="45720" tIns="36576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이관 로그인 (읽기 전용)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db_datareader · kdms_cdc_reader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VIEW DEFINITION · DB·서버 STATE</a:t>
            </a:r>
          </a:p>
        </p:txBody>
      </p:sp>
      <p:sp>
        <p:nvSpPr>
          <p:cNvPr id="16" name="아이콘 badge"/>
          <p:cNvSpPr/>
          <p:nvPr/>
        </p:nvSpPr>
        <p:spPr>
          <a:xfrm>
            <a:off x="1808480" y="203708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9050" y="254000"/>
                </a:moveTo>
                <a:lnTo>
                  <a:pt x="17793" y="253960"/>
                </a:lnTo>
                <a:lnTo>
                  <a:pt x="16563" y="253841"/>
                </a:lnTo>
                <a:lnTo>
                  <a:pt x="15359" y="253643"/>
                </a:lnTo>
                <a:lnTo>
                  <a:pt x="14182" y="253365"/>
                </a:lnTo>
                <a:lnTo>
                  <a:pt x="13031" y="253008"/>
                </a:lnTo>
                <a:lnTo>
                  <a:pt x="11906" y="252571"/>
                </a:lnTo>
                <a:lnTo>
                  <a:pt x="10808" y="252055"/>
                </a:lnTo>
                <a:lnTo>
                  <a:pt x="9737" y="251460"/>
                </a:lnTo>
                <a:lnTo>
                  <a:pt x="8692" y="250785"/>
                </a:lnTo>
                <a:lnTo>
                  <a:pt x="7673" y="250031"/>
                </a:lnTo>
                <a:lnTo>
                  <a:pt x="6681" y="249198"/>
                </a:lnTo>
                <a:lnTo>
                  <a:pt x="5715" y="248285"/>
                </a:lnTo>
                <a:lnTo>
                  <a:pt x="4802" y="247319"/>
                </a:lnTo>
                <a:lnTo>
                  <a:pt x="3969" y="246327"/>
                </a:lnTo>
                <a:lnTo>
                  <a:pt x="3215" y="245308"/>
                </a:lnTo>
                <a:lnTo>
                  <a:pt x="2540" y="244263"/>
                </a:lnTo>
                <a:lnTo>
                  <a:pt x="1945" y="243192"/>
                </a:lnTo>
                <a:lnTo>
                  <a:pt x="1429" y="242094"/>
                </a:lnTo>
                <a:lnTo>
                  <a:pt x="992" y="240969"/>
                </a:lnTo>
                <a:lnTo>
                  <a:pt x="635" y="239818"/>
                </a:lnTo>
                <a:lnTo>
                  <a:pt x="357" y="238641"/>
                </a:lnTo>
                <a:lnTo>
                  <a:pt x="159" y="237437"/>
                </a:lnTo>
                <a:lnTo>
                  <a:pt x="40" y="236207"/>
                </a:lnTo>
                <a:lnTo>
                  <a:pt x="0" y="234950"/>
                </a:lnTo>
                <a:lnTo>
                  <a:pt x="0" y="82550"/>
                </a:lnTo>
                <a:lnTo>
                  <a:pt x="40" y="81293"/>
                </a:lnTo>
                <a:lnTo>
                  <a:pt x="159" y="80063"/>
                </a:lnTo>
                <a:lnTo>
                  <a:pt x="357" y="78859"/>
                </a:lnTo>
                <a:lnTo>
                  <a:pt x="635" y="77682"/>
                </a:lnTo>
                <a:lnTo>
                  <a:pt x="992" y="76531"/>
                </a:lnTo>
                <a:lnTo>
                  <a:pt x="1429" y="75406"/>
                </a:lnTo>
                <a:lnTo>
                  <a:pt x="1945" y="74308"/>
                </a:lnTo>
                <a:lnTo>
                  <a:pt x="2540" y="73237"/>
                </a:lnTo>
                <a:lnTo>
                  <a:pt x="3215" y="72192"/>
                </a:lnTo>
                <a:lnTo>
                  <a:pt x="3969" y="71173"/>
                </a:lnTo>
                <a:lnTo>
                  <a:pt x="4802" y="70181"/>
                </a:lnTo>
                <a:lnTo>
                  <a:pt x="5715" y="69215"/>
                </a:lnTo>
                <a:lnTo>
                  <a:pt x="6681" y="68302"/>
                </a:lnTo>
                <a:lnTo>
                  <a:pt x="7673" y="67469"/>
                </a:lnTo>
                <a:lnTo>
                  <a:pt x="8692" y="66715"/>
                </a:lnTo>
                <a:lnTo>
                  <a:pt x="9737" y="66040"/>
                </a:lnTo>
                <a:lnTo>
                  <a:pt x="10808" y="65445"/>
                </a:lnTo>
                <a:lnTo>
                  <a:pt x="11906" y="64929"/>
                </a:lnTo>
                <a:lnTo>
                  <a:pt x="13031" y="64492"/>
                </a:lnTo>
                <a:lnTo>
                  <a:pt x="14182" y="64135"/>
                </a:lnTo>
                <a:lnTo>
                  <a:pt x="15359" y="63857"/>
                </a:lnTo>
                <a:lnTo>
                  <a:pt x="16563" y="63659"/>
                </a:lnTo>
                <a:lnTo>
                  <a:pt x="17793" y="63540"/>
                </a:lnTo>
                <a:lnTo>
                  <a:pt x="19050" y="63500"/>
                </a:lnTo>
                <a:lnTo>
                  <a:pt x="98425" y="63500"/>
                </a:lnTo>
                <a:lnTo>
                  <a:pt x="98425" y="19050"/>
                </a:lnTo>
                <a:lnTo>
                  <a:pt x="98465" y="17793"/>
                </a:lnTo>
                <a:lnTo>
                  <a:pt x="98584" y="16563"/>
                </a:lnTo>
                <a:lnTo>
                  <a:pt x="98782" y="15359"/>
                </a:lnTo>
                <a:lnTo>
                  <a:pt x="99060" y="14182"/>
                </a:lnTo>
                <a:lnTo>
                  <a:pt x="99417" y="13031"/>
                </a:lnTo>
                <a:lnTo>
                  <a:pt x="99854" y="11906"/>
                </a:lnTo>
                <a:lnTo>
                  <a:pt x="100370" y="10808"/>
                </a:lnTo>
                <a:lnTo>
                  <a:pt x="100965" y="9737"/>
                </a:lnTo>
                <a:lnTo>
                  <a:pt x="101640" y="8692"/>
                </a:lnTo>
                <a:lnTo>
                  <a:pt x="102394" y="7673"/>
                </a:lnTo>
                <a:lnTo>
                  <a:pt x="103227" y="6681"/>
                </a:lnTo>
                <a:lnTo>
                  <a:pt x="104140" y="5715"/>
                </a:lnTo>
                <a:lnTo>
                  <a:pt x="105106" y="4802"/>
                </a:lnTo>
                <a:lnTo>
                  <a:pt x="106098" y="3969"/>
                </a:lnTo>
                <a:lnTo>
                  <a:pt x="107117" y="3215"/>
                </a:lnTo>
                <a:lnTo>
                  <a:pt x="108162" y="2540"/>
                </a:lnTo>
                <a:lnTo>
                  <a:pt x="109233" y="1945"/>
                </a:lnTo>
                <a:lnTo>
                  <a:pt x="110331" y="1429"/>
                </a:lnTo>
                <a:lnTo>
                  <a:pt x="111456" y="992"/>
                </a:lnTo>
                <a:lnTo>
                  <a:pt x="112607" y="635"/>
                </a:lnTo>
                <a:lnTo>
                  <a:pt x="113784" y="357"/>
                </a:lnTo>
                <a:lnTo>
                  <a:pt x="114988" y="159"/>
                </a:lnTo>
                <a:lnTo>
                  <a:pt x="116218" y="40"/>
                </a:lnTo>
                <a:lnTo>
                  <a:pt x="117475" y="0"/>
                </a:lnTo>
                <a:lnTo>
                  <a:pt x="136525" y="0"/>
                </a:lnTo>
                <a:lnTo>
                  <a:pt x="137782" y="40"/>
                </a:lnTo>
                <a:lnTo>
                  <a:pt x="139012" y="159"/>
                </a:lnTo>
                <a:lnTo>
                  <a:pt x="140216" y="357"/>
                </a:lnTo>
                <a:lnTo>
                  <a:pt x="141393" y="635"/>
                </a:lnTo>
                <a:lnTo>
                  <a:pt x="142544" y="992"/>
                </a:lnTo>
                <a:lnTo>
                  <a:pt x="143669" y="1429"/>
                </a:lnTo>
                <a:lnTo>
                  <a:pt x="144767" y="1945"/>
                </a:lnTo>
                <a:lnTo>
                  <a:pt x="145838" y="2540"/>
                </a:lnTo>
                <a:lnTo>
                  <a:pt x="146883" y="3215"/>
                </a:lnTo>
                <a:lnTo>
                  <a:pt x="147902" y="3969"/>
                </a:lnTo>
                <a:lnTo>
                  <a:pt x="148894" y="4802"/>
                </a:lnTo>
                <a:lnTo>
                  <a:pt x="149860" y="5715"/>
                </a:lnTo>
                <a:lnTo>
                  <a:pt x="150773" y="6681"/>
                </a:lnTo>
                <a:lnTo>
                  <a:pt x="151606" y="7673"/>
                </a:lnTo>
                <a:lnTo>
                  <a:pt x="152360" y="8692"/>
                </a:lnTo>
                <a:lnTo>
                  <a:pt x="153035" y="9737"/>
                </a:lnTo>
                <a:lnTo>
                  <a:pt x="153630" y="10808"/>
                </a:lnTo>
                <a:lnTo>
                  <a:pt x="154146" y="11906"/>
                </a:lnTo>
                <a:lnTo>
                  <a:pt x="154583" y="13031"/>
                </a:lnTo>
                <a:lnTo>
                  <a:pt x="154940" y="14182"/>
                </a:lnTo>
                <a:lnTo>
                  <a:pt x="155218" y="15359"/>
                </a:lnTo>
                <a:lnTo>
                  <a:pt x="155416" y="16563"/>
                </a:lnTo>
                <a:lnTo>
                  <a:pt x="155535" y="17793"/>
                </a:lnTo>
                <a:lnTo>
                  <a:pt x="155575" y="19050"/>
                </a:lnTo>
                <a:lnTo>
                  <a:pt x="155575" y="63500"/>
                </a:lnTo>
                <a:lnTo>
                  <a:pt x="234950" y="63500"/>
                </a:lnTo>
                <a:lnTo>
                  <a:pt x="236207" y="63540"/>
                </a:lnTo>
                <a:lnTo>
                  <a:pt x="237437" y="63659"/>
                </a:lnTo>
                <a:lnTo>
                  <a:pt x="238641" y="63857"/>
                </a:lnTo>
                <a:lnTo>
                  <a:pt x="239818" y="64135"/>
                </a:lnTo>
                <a:lnTo>
                  <a:pt x="240969" y="64492"/>
                </a:lnTo>
                <a:lnTo>
                  <a:pt x="242094" y="64929"/>
                </a:lnTo>
                <a:lnTo>
                  <a:pt x="243192" y="65445"/>
                </a:lnTo>
                <a:lnTo>
                  <a:pt x="244263" y="66040"/>
                </a:lnTo>
                <a:lnTo>
                  <a:pt x="245308" y="66715"/>
                </a:lnTo>
                <a:lnTo>
                  <a:pt x="246327" y="67469"/>
                </a:lnTo>
                <a:lnTo>
                  <a:pt x="247319" y="68302"/>
                </a:lnTo>
                <a:lnTo>
                  <a:pt x="248285" y="69215"/>
                </a:lnTo>
                <a:lnTo>
                  <a:pt x="249198" y="70181"/>
                </a:lnTo>
                <a:lnTo>
                  <a:pt x="250031" y="71173"/>
                </a:lnTo>
                <a:lnTo>
                  <a:pt x="250785" y="72192"/>
                </a:lnTo>
                <a:lnTo>
                  <a:pt x="251460" y="73237"/>
                </a:lnTo>
                <a:lnTo>
                  <a:pt x="252055" y="74308"/>
                </a:lnTo>
                <a:lnTo>
                  <a:pt x="252571" y="75406"/>
                </a:lnTo>
                <a:lnTo>
                  <a:pt x="253008" y="76531"/>
                </a:lnTo>
                <a:lnTo>
                  <a:pt x="253365" y="77682"/>
                </a:lnTo>
                <a:lnTo>
                  <a:pt x="253643" y="78859"/>
                </a:lnTo>
                <a:lnTo>
                  <a:pt x="253841" y="80063"/>
                </a:lnTo>
                <a:lnTo>
                  <a:pt x="253960" y="81293"/>
                </a:lnTo>
                <a:lnTo>
                  <a:pt x="254000" y="82550"/>
                </a:lnTo>
                <a:lnTo>
                  <a:pt x="254000" y="234950"/>
                </a:lnTo>
                <a:lnTo>
                  <a:pt x="253960" y="236207"/>
                </a:lnTo>
                <a:lnTo>
                  <a:pt x="253841" y="237437"/>
                </a:lnTo>
                <a:lnTo>
                  <a:pt x="253643" y="238641"/>
                </a:lnTo>
                <a:lnTo>
                  <a:pt x="253365" y="239818"/>
                </a:lnTo>
                <a:lnTo>
                  <a:pt x="253008" y="240969"/>
                </a:lnTo>
                <a:lnTo>
                  <a:pt x="252571" y="242094"/>
                </a:lnTo>
                <a:lnTo>
                  <a:pt x="252055" y="243192"/>
                </a:lnTo>
                <a:lnTo>
                  <a:pt x="251460" y="244263"/>
                </a:lnTo>
                <a:lnTo>
                  <a:pt x="250785" y="245308"/>
                </a:lnTo>
                <a:lnTo>
                  <a:pt x="250031" y="246327"/>
                </a:lnTo>
                <a:lnTo>
                  <a:pt x="249198" y="247319"/>
                </a:lnTo>
                <a:lnTo>
                  <a:pt x="248285" y="248285"/>
                </a:lnTo>
                <a:lnTo>
                  <a:pt x="247319" y="249198"/>
                </a:lnTo>
                <a:lnTo>
                  <a:pt x="246327" y="250031"/>
                </a:lnTo>
                <a:lnTo>
                  <a:pt x="245308" y="250785"/>
                </a:lnTo>
                <a:lnTo>
                  <a:pt x="244263" y="251460"/>
                </a:lnTo>
                <a:lnTo>
                  <a:pt x="243192" y="252055"/>
                </a:lnTo>
                <a:lnTo>
                  <a:pt x="242094" y="252571"/>
                </a:lnTo>
                <a:lnTo>
                  <a:pt x="240969" y="253008"/>
                </a:lnTo>
                <a:lnTo>
                  <a:pt x="239818" y="253365"/>
                </a:lnTo>
                <a:lnTo>
                  <a:pt x="238641" y="253643"/>
                </a:lnTo>
                <a:lnTo>
                  <a:pt x="237437" y="253841"/>
                </a:lnTo>
                <a:lnTo>
                  <a:pt x="236207" y="253960"/>
                </a:lnTo>
                <a:lnTo>
                  <a:pt x="234950" y="254000"/>
                </a:lnTo>
                <a:lnTo>
                  <a:pt x="19050" y="254000"/>
                </a:lnTo>
                <a:close/>
                <a:moveTo>
                  <a:pt x="19050" y="234950"/>
                </a:moveTo>
                <a:lnTo>
                  <a:pt x="234950" y="234950"/>
                </a:lnTo>
                <a:lnTo>
                  <a:pt x="234950" y="82550"/>
                </a:lnTo>
                <a:lnTo>
                  <a:pt x="155575" y="82550"/>
                </a:lnTo>
                <a:lnTo>
                  <a:pt x="155575" y="92075"/>
                </a:lnTo>
                <a:lnTo>
                  <a:pt x="155535" y="93530"/>
                </a:lnTo>
                <a:lnTo>
                  <a:pt x="155416" y="94932"/>
                </a:lnTo>
                <a:lnTo>
                  <a:pt x="155218" y="96282"/>
                </a:lnTo>
                <a:lnTo>
                  <a:pt x="154940" y="97578"/>
                </a:lnTo>
                <a:lnTo>
                  <a:pt x="154583" y="98822"/>
                </a:lnTo>
                <a:lnTo>
                  <a:pt x="154146" y="100012"/>
                </a:lnTo>
                <a:lnTo>
                  <a:pt x="153630" y="101150"/>
                </a:lnTo>
                <a:lnTo>
                  <a:pt x="153035" y="102235"/>
                </a:lnTo>
                <a:lnTo>
                  <a:pt x="152360" y="103267"/>
                </a:lnTo>
                <a:lnTo>
                  <a:pt x="151606" y="104246"/>
                </a:lnTo>
                <a:lnTo>
                  <a:pt x="150773" y="105172"/>
                </a:lnTo>
                <a:lnTo>
                  <a:pt x="149860" y="106045"/>
                </a:lnTo>
                <a:lnTo>
                  <a:pt x="148894" y="106856"/>
                </a:lnTo>
                <a:lnTo>
                  <a:pt x="147902" y="107597"/>
                </a:lnTo>
                <a:lnTo>
                  <a:pt x="146883" y="108268"/>
                </a:lnTo>
                <a:lnTo>
                  <a:pt x="145838" y="108867"/>
                </a:lnTo>
                <a:lnTo>
                  <a:pt x="144767" y="109396"/>
                </a:lnTo>
                <a:lnTo>
                  <a:pt x="143669" y="109855"/>
                </a:lnTo>
                <a:lnTo>
                  <a:pt x="142544" y="110243"/>
                </a:lnTo>
                <a:lnTo>
                  <a:pt x="141393" y="110561"/>
                </a:lnTo>
                <a:lnTo>
                  <a:pt x="140216" y="110808"/>
                </a:lnTo>
                <a:lnTo>
                  <a:pt x="139012" y="110984"/>
                </a:lnTo>
                <a:lnTo>
                  <a:pt x="137782" y="111090"/>
                </a:lnTo>
                <a:lnTo>
                  <a:pt x="136525" y="111125"/>
                </a:lnTo>
                <a:lnTo>
                  <a:pt x="117475" y="111125"/>
                </a:lnTo>
                <a:lnTo>
                  <a:pt x="116218" y="111090"/>
                </a:lnTo>
                <a:lnTo>
                  <a:pt x="114988" y="110984"/>
                </a:lnTo>
                <a:lnTo>
                  <a:pt x="113784" y="110808"/>
                </a:lnTo>
                <a:lnTo>
                  <a:pt x="112607" y="110561"/>
                </a:lnTo>
                <a:lnTo>
                  <a:pt x="111456" y="110243"/>
                </a:lnTo>
                <a:lnTo>
                  <a:pt x="110331" y="109855"/>
                </a:lnTo>
                <a:lnTo>
                  <a:pt x="109233" y="109396"/>
                </a:lnTo>
                <a:lnTo>
                  <a:pt x="108162" y="108867"/>
                </a:lnTo>
                <a:lnTo>
                  <a:pt x="107117" y="108268"/>
                </a:lnTo>
                <a:lnTo>
                  <a:pt x="106098" y="107597"/>
                </a:lnTo>
                <a:lnTo>
                  <a:pt x="105106" y="106856"/>
                </a:lnTo>
                <a:lnTo>
                  <a:pt x="104140" y="106045"/>
                </a:lnTo>
                <a:lnTo>
                  <a:pt x="103227" y="105172"/>
                </a:lnTo>
                <a:lnTo>
                  <a:pt x="102394" y="104246"/>
                </a:lnTo>
                <a:lnTo>
                  <a:pt x="101640" y="103267"/>
                </a:lnTo>
                <a:lnTo>
                  <a:pt x="100965" y="102235"/>
                </a:lnTo>
                <a:lnTo>
                  <a:pt x="100370" y="101150"/>
                </a:lnTo>
                <a:lnTo>
                  <a:pt x="99854" y="100012"/>
                </a:lnTo>
                <a:lnTo>
                  <a:pt x="99417" y="98822"/>
                </a:lnTo>
                <a:lnTo>
                  <a:pt x="99060" y="97578"/>
                </a:lnTo>
                <a:lnTo>
                  <a:pt x="98782" y="96282"/>
                </a:lnTo>
                <a:lnTo>
                  <a:pt x="98584" y="94932"/>
                </a:lnTo>
                <a:lnTo>
                  <a:pt x="98465" y="93530"/>
                </a:lnTo>
                <a:lnTo>
                  <a:pt x="98425" y="92075"/>
                </a:lnTo>
                <a:lnTo>
                  <a:pt x="98425" y="82550"/>
                </a:lnTo>
                <a:lnTo>
                  <a:pt x="19050" y="82550"/>
                </a:lnTo>
                <a:lnTo>
                  <a:pt x="19050" y="234950"/>
                </a:lnTo>
                <a:close/>
                <a:moveTo>
                  <a:pt x="48260" y="200978"/>
                </a:moveTo>
                <a:lnTo>
                  <a:pt x="124142" y="200978"/>
                </a:lnTo>
                <a:lnTo>
                  <a:pt x="124142" y="196532"/>
                </a:lnTo>
                <a:lnTo>
                  <a:pt x="124123" y="195589"/>
                </a:lnTo>
                <a:lnTo>
                  <a:pt x="124063" y="194663"/>
                </a:lnTo>
                <a:lnTo>
                  <a:pt x="123964" y="193754"/>
                </a:lnTo>
                <a:lnTo>
                  <a:pt x="123825" y="192864"/>
                </a:lnTo>
                <a:lnTo>
                  <a:pt x="123646" y="191990"/>
                </a:lnTo>
                <a:lnTo>
                  <a:pt x="123428" y="191135"/>
                </a:lnTo>
                <a:lnTo>
                  <a:pt x="123170" y="190297"/>
                </a:lnTo>
                <a:lnTo>
                  <a:pt x="122872" y="189477"/>
                </a:lnTo>
                <a:lnTo>
                  <a:pt x="122535" y="188674"/>
                </a:lnTo>
                <a:lnTo>
                  <a:pt x="122158" y="187889"/>
                </a:lnTo>
                <a:lnTo>
                  <a:pt x="121741" y="187122"/>
                </a:lnTo>
                <a:lnTo>
                  <a:pt x="121285" y="186372"/>
                </a:lnTo>
                <a:lnTo>
                  <a:pt x="120798" y="185652"/>
                </a:lnTo>
                <a:lnTo>
                  <a:pt x="120288" y="184970"/>
                </a:lnTo>
                <a:lnTo>
                  <a:pt x="119757" y="184329"/>
                </a:lnTo>
                <a:lnTo>
                  <a:pt x="119204" y="183727"/>
                </a:lnTo>
                <a:lnTo>
                  <a:pt x="118628" y="183164"/>
                </a:lnTo>
                <a:lnTo>
                  <a:pt x="118031" y="182642"/>
                </a:lnTo>
                <a:lnTo>
                  <a:pt x="117411" y="182159"/>
                </a:lnTo>
                <a:lnTo>
                  <a:pt x="116769" y="181716"/>
                </a:lnTo>
                <a:lnTo>
                  <a:pt x="116106" y="181312"/>
                </a:lnTo>
                <a:lnTo>
                  <a:pt x="115420" y="180949"/>
                </a:lnTo>
                <a:lnTo>
                  <a:pt x="114712" y="180624"/>
                </a:lnTo>
                <a:lnTo>
                  <a:pt x="113982" y="180340"/>
                </a:lnTo>
                <a:lnTo>
                  <a:pt x="112320" y="179774"/>
                </a:lnTo>
                <a:lnTo>
                  <a:pt x="110719" y="179242"/>
                </a:lnTo>
                <a:lnTo>
                  <a:pt x="109180" y="178743"/>
                </a:lnTo>
                <a:lnTo>
                  <a:pt x="107703" y="178276"/>
                </a:lnTo>
                <a:lnTo>
                  <a:pt x="106288" y="177843"/>
                </a:lnTo>
                <a:lnTo>
                  <a:pt x="104934" y="177443"/>
                </a:lnTo>
                <a:lnTo>
                  <a:pt x="103642" y="177076"/>
                </a:lnTo>
                <a:lnTo>
                  <a:pt x="102411" y="176742"/>
                </a:lnTo>
                <a:lnTo>
                  <a:pt x="101243" y="176441"/>
                </a:lnTo>
                <a:lnTo>
                  <a:pt x="100136" y="176173"/>
                </a:lnTo>
                <a:lnTo>
                  <a:pt x="99091" y="175938"/>
                </a:lnTo>
                <a:lnTo>
                  <a:pt x="98108" y="175736"/>
                </a:lnTo>
                <a:lnTo>
                  <a:pt x="97157" y="175559"/>
                </a:lnTo>
                <a:lnTo>
                  <a:pt x="96211" y="175397"/>
                </a:lnTo>
                <a:lnTo>
                  <a:pt x="95270" y="175250"/>
                </a:lnTo>
                <a:lnTo>
                  <a:pt x="94333" y="175119"/>
                </a:lnTo>
                <a:lnTo>
                  <a:pt x="93400" y="175003"/>
                </a:lnTo>
                <a:lnTo>
                  <a:pt x="92472" y="174903"/>
                </a:lnTo>
                <a:lnTo>
                  <a:pt x="91548" y="174818"/>
                </a:lnTo>
                <a:lnTo>
                  <a:pt x="90629" y="174748"/>
                </a:lnTo>
                <a:lnTo>
                  <a:pt x="89714" y="174694"/>
                </a:lnTo>
                <a:lnTo>
                  <a:pt x="88803" y="174656"/>
                </a:lnTo>
                <a:lnTo>
                  <a:pt x="87897" y="174633"/>
                </a:lnTo>
                <a:lnTo>
                  <a:pt x="86995" y="174625"/>
                </a:lnTo>
                <a:lnTo>
                  <a:pt x="85984" y="174635"/>
                </a:lnTo>
                <a:lnTo>
                  <a:pt x="84962" y="174665"/>
                </a:lnTo>
                <a:lnTo>
                  <a:pt x="83929" y="174714"/>
                </a:lnTo>
                <a:lnTo>
                  <a:pt x="82885" y="174784"/>
                </a:lnTo>
                <a:lnTo>
                  <a:pt x="81830" y="174873"/>
                </a:lnTo>
                <a:lnTo>
                  <a:pt x="80764" y="174982"/>
                </a:lnTo>
                <a:lnTo>
                  <a:pt x="79687" y="175111"/>
                </a:lnTo>
                <a:lnTo>
                  <a:pt x="78599" y="175260"/>
                </a:lnTo>
                <a:lnTo>
                  <a:pt x="77500" y="175429"/>
                </a:lnTo>
                <a:lnTo>
                  <a:pt x="76390" y="175617"/>
                </a:lnTo>
                <a:lnTo>
                  <a:pt x="75268" y="175826"/>
                </a:lnTo>
                <a:lnTo>
                  <a:pt x="74136" y="176054"/>
                </a:lnTo>
                <a:lnTo>
                  <a:pt x="72986" y="176302"/>
                </a:lnTo>
                <a:lnTo>
                  <a:pt x="71812" y="176570"/>
                </a:lnTo>
                <a:lnTo>
                  <a:pt x="70614" y="176857"/>
                </a:lnTo>
                <a:lnTo>
                  <a:pt x="69391" y="177165"/>
                </a:lnTo>
                <a:lnTo>
                  <a:pt x="68145" y="177492"/>
                </a:lnTo>
                <a:lnTo>
                  <a:pt x="66873" y="177840"/>
                </a:lnTo>
                <a:lnTo>
                  <a:pt x="65578" y="178207"/>
                </a:lnTo>
                <a:lnTo>
                  <a:pt x="64258" y="178594"/>
                </a:lnTo>
                <a:lnTo>
                  <a:pt x="62915" y="179001"/>
                </a:lnTo>
                <a:lnTo>
                  <a:pt x="61546" y="179427"/>
                </a:lnTo>
                <a:lnTo>
                  <a:pt x="60154" y="179874"/>
                </a:lnTo>
                <a:lnTo>
                  <a:pt x="58738" y="180340"/>
                </a:lnTo>
                <a:lnTo>
                  <a:pt x="57957" y="180624"/>
                </a:lnTo>
                <a:lnTo>
                  <a:pt x="57203" y="180949"/>
                </a:lnTo>
                <a:lnTo>
                  <a:pt x="56475" y="181312"/>
                </a:lnTo>
                <a:lnTo>
                  <a:pt x="55774" y="181716"/>
                </a:lnTo>
                <a:lnTo>
                  <a:pt x="55099" y="182159"/>
                </a:lnTo>
                <a:lnTo>
                  <a:pt x="54451" y="182642"/>
                </a:lnTo>
                <a:lnTo>
                  <a:pt x="53829" y="183164"/>
                </a:lnTo>
                <a:lnTo>
                  <a:pt x="53234" y="183727"/>
                </a:lnTo>
                <a:lnTo>
                  <a:pt x="52665" y="184329"/>
                </a:lnTo>
                <a:lnTo>
                  <a:pt x="52123" y="184970"/>
                </a:lnTo>
                <a:lnTo>
                  <a:pt x="51607" y="185652"/>
                </a:lnTo>
                <a:lnTo>
                  <a:pt x="51118" y="186372"/>
                </a:lnTo>
                <a:lnTo>
                  <a:pt x="50661" y="187122"/>
                </a:lnTo>
                <a:lnTo>
                  <a:pt x="50244" y="187889"/>
                </a:lnTo>
                <a:lnTo>
                  <a:pt x="49867" y="188674"/>
                </a:lnTo>
                <a:lnTo>
                  <a:pt x="49530" y="189477"/>
                </a:lnTo>
                <a:lnTo>
                  <a:pt x="49232" y="190297"/>
                </a:lnTo>
                <a:lnTo>
                  <a:pt x="48974" y="191135"/>
                </a:lnTo>
                <a:lnTo>
                  <a:pt x="48756" y="191990"/>
                </a:lnTo>
                <a:lnTo>
                  <a:pt x="48578" y="192864"/>
                </a:lnTo>
                <a:lnTo>
                  <a:pt x="48439" y="193754"/>
                </a:lnTo>
                <a:lnTo>
                  <a:pt x="48339" y="194663"/>
                </a:lnTo>
                <a:lnTo>
                  <a:pt x="48280" y="195589"/>
                </a:lnTo>
                <a:lnTo>
                  <a:pt x="48260" y="196532"/>
                </a:lnTo>
                <a:lnTo>
                  <a:pt x="48260" y="200978"/>
                </a:lnTo>
                <a:close/>
                <a:moveTo>
                  <a:pt x="154940" y="179705"/>
                </a:moveTo>
                <a:lnTo>
                  <a:pt x="208915" y="179705"/>
                </a:lnTo>
                <a:lnTo>
                  <a:pt x="208915" y="163830"/>
                </a:lnTo>
                <a:lnTo>
                  <a:pt x="154940" y="163830"/>
                </a:lnTo>
                <a:lnTo>
                  <a:pt x="154940" y="179705"/>
                </a:lnTo>
                <a:close/>
                <a:moveTo>
                  <a:pt x="99219" y="158909"/>
                </a:moveTo>
                <a:lnTo>
                  <a:pt x="100005" y="158072"/>
                </a:lnTo>
                <a:lnTo>
                  <a:pt x="100722" y="157202"/>
                </a:lnTo>
                <a:lnTo>
                  <a:pt x="101372" y="156299"/>
                </a:lnTo>
                <a:lnTo>
                  <a:pt x="101953" y="155363"/>
                </a:lnTo>
                <a:lnTo>
                  <a:pt x="102465" y="154394"/>
                </a:lnTo>
                <a:lnTo>
                  <a:pt x="102910" y="153392"/>
                </a:lnTo>
                <a:lnTo>
                  <a:pt x="103286" y="152357"/>
                </a:lnTo>
                <a:lnTo>
                  <a:pt x="103593" y="151289"/>
                </a:lnTo>
                <a:lnTo>
                  <a:pt x="103832" y="150187"/>
                </a:lnTo>
                <a:lnTo>
                  <a:pt x="104003" y="149053"/>
                </a:lnTo>
                <a:lnTo>
                  <a:pt x="104106" y="147886"/>
                </a:lnTo>
                <a:lnTo>
                  <a:pt x="104140" y="146685"/>
                </a:lnTo>
                <a:lnTo>
                  <a:pt x="104106" y="145484"/>
                </a:lnTo>
                <a:lnTo>
                  <a:pt x="104003" y="144317"/>
                </a:lnTo>
                <a:lnTo>
                  <a:pt x="103832" y="143183"/>
                </a:lnTo>
                <a:lnTo>
                  <a:pt x="103593" y="142081"/>
                </a:lnTo>
                <a:lnTo>
                  <a:pt x="103286" y="141013"/>
                </a:lnTo>
                <a:lnTo>
                  <a:pt x="102910" y="139978"/>
                </a:lnTo>
                <a:lnTo>
                  <a:pt x="102465" y="138976"/>
                </a:lnTo>
                <a:lnTo>
                  <a:pt x="101953" y="138007"/>
                </a:lnTo>
                <a:lnTo>
                  <a:pt x="101372" y="137071"/>
                </a:lnTo>
                <a:lnTo>
                  <a:pt x="100722" y="136168"/>
                </a:lnTo>
                <a:lnTo>
                  <a:pt x="100005" y="135298"/>
                </a:lnTo>
                <a:lnTo>
                  <a:pt x="99219" y="134461"/>
                </a:lnTo>
                <a:lnTo>
                  <a:pt x="98382" y="133675"/>
                </a:lnTo>
                <a:lnTo>
                  <a:pt x="97512" y="132958"/>
                </a:lnTo>
                <a:lnTo>
                  <a:pt x="96609" y="132308"/>
                </a:lnTo>
                <a:lnTo>
                  <a:pt x="95673" y="131727"/>
                </a:lnTo>
                <a:lnTo>
                  <a:pt x="94704" y="131215"/>
                </a:lnTo>
                <a:lnTo>
                  <a:pt x="93702" y="130770"/>
                </a:lnTo>
                <a:lnTo>
                  <a:pt x="92667" y="130394"/>
                </a:lnTo>
                <a:lnTo>
                  <a:pt x="91599" y="130087"/>
                </a:lnTo>
                <a:lnTo>
                  <a:pt x="90497" y="129848"/>
                </a:lnTo>
                <a:lnTo>
                  <a:pt x="89363" y="129677"/>
                </a:lnTo>
                <a:lnTo>
                  <a:pt x="88196" y="129574"/>
                </a:lnTo>
                <a:lnTo>
                  <a:pt x="86995" y="129540"/>
                </a:lnTo>
                <a:lnTo>
                  <a:pt x="85794" y="129574"/>
                </a:lnTo>
                <a:lnTo>
                  <a:pt x="84627" y="129677"/>
                </a:lnTo>
                <a:lnTo>
                  <a:pt x="83493" y="129848"/>
                </a:lnTo>
                <a:lnTo>
                  <a:pt x="82391" y="130087"/>
                </a:lnTo>
                <a:lnTo>
                  <a:pt x="81323" y="130394"/>
                </a:lnTo>
                <a:lnTo>
                  <a:pt x="80288" y="130770"/>
                </a:lnTo>
                <a:lnTo>
                  <a:pt x="79286" y="131215"/>
                </a:lnTo>
                <a:lnTo>
                  <a:pt x="78317" y="131727"/>
                </a:lnTo>
                <a:lnTo>
                  <a:pt x="77381" y="132308"/>
                </a:lnTo>
                <a:lnTo>
                  <a:pt x="76478" y="132958"/>
                </a:lnTo>
                <a:lnTo>
                  <a:pt x="75608" y="133675"/>
                </a:lnTo>
                <a:lnTo>
                  <a:pt x="74771" y="134461"/>
                </a:lnTo>
                <a:lnTo>
                  <a:pt x="73985" y="135298"/>
                </a:lnTo>
                <a:lnTo>
                  <a:pt x="73268" y="136168"/>
                </a:lnTo>
                <a:lnTo>
                  <a:pt x="72618" y="137071"/>
                </a:lnTo>
                <a:lnTo>
                  <a:pt x="72037" y="138007"/>
                </a:lnTo>
                <a:lnTo>
                  <a:pt x="71525" y="138976"/>
                </a:lnTo>
                <a:lnTo>
                  <a:pt x="71080" y="139978"/>
                </a:lnTo>
                <a:lnTo>
                  <a:pt x="70704" y="141013"/>
                </a:lnTo>
                <a:lnTo>
                  <a:pt x="70397" y="142081"/>
                </a:lnTo>
                <a:lnTo>
                  <a:pt x="70158" y="143183"/>
                </a:lnTo>
                <a:lnTo>
                  <a:pt x="69987" y="144317"/>
                </a:lnTo>
                <a:lnTo>
                  <a:pt x="69884" y="145484"/>
                </a:lnTo>
                <a:lnTo>
                  <a:pt x="69850" y="146685"/>
                </a:lnTo>
                <a:lnTo>
                  <a:pt x="69884" y="147886"/>
                </a:lnTo>
                <a:lnTo>
                  <a:pt x="69987" y="149053"/>
                </a:lnTo>
                <a:lnTo>
                  <a:pt x="70158" y="150187"/>
                </a:lnTo>
                <a:lnTo>
                  <a:pt x="70397" y="151289"/>
                </a:lnTo>
                <a:lnTo>
                  <a:pt x="70704" y="152357"/>
                </a:lnTo>
                <a:lnTo>
                  <a:pt x="71080" y="153392"/>
                </a:lnTo>
                <a:lnTo>
                  <a:pt x="71525" y="154394"/>
                </a:lnTo>
                <a:lnTo>
                  <a:pt x="72037" y="155363"/>
                </a:lnTo>
                <a:lnTo>
                  <a:pt x="72618" y="156299"/>
                </a:lnTo>
                <a:lnTo>
                  <a:pt x="73268" y="157202"/>
                </a:lnTo>
                <a:lnTo>
                  <a:pt x="73985" y="158072"/>
                </a:lnTo>
                <a:lnTo>
                  <a:pt x="74771" y="158909"/>
                </a:lnTo>
                <a:lnTo>
                  <a:pt x="75608" y="159695"/>
                </a:lnTo>
                <a:lnTo>
                  <a:pt x="76478" y="160412"/>
                </a:lnTo>
                <a:lnTo>
                  <a:pt x="77381" y="161062"/>
                </a:lnTo>
                <a:lnTo>
                  <a:pt x="78317" y="161643"/>
                </a:lnTo>
                <a:lnTo>
                  <a:pt x="79286" y="162155"/>
                </a:lnTo>
                <a:lnTo>
                  <a:pt x="80288" y="162600"/>
                </a:lnTo>
                <a:lnTo>
                  <a:pt x="81323" y="162976"/>
                </a:lnTo>
                <a:lnTo>
                  <a:pt x="82391" y="163283"/>
                </a:lnTo>
                <a:lnTo>
                  <a:pt x="83493" y="163522"/>
                </a:lnTo>
                <a:lnTo>
                  <a:pt x="84627" y="163693"/>
                </a:lnTo>
                <a:lnTo>
                  <a:pt x="85794" y="163796"/>
                </a:lnTo>
                <a:lnTo>
                  <a:pt x="86995" y="163830"/>
                </a:lnTo>
                <a:lnTo>
                  <a:pt x="88196" y="163796"/>
                </a:lnTo>
                <a:lnTo>
                  <a:pt x="89363" y="163693"/>
                </a:lnTo>
                <a:lnTo>
                  <a:pt x="90497" y="163522"/>
                </a:lnTo>
                <a:lnTo>
                  <a:pt x="91599" y="163283"/>
                </a:lnTo>
                <a:lnTo>
                  <a:pt x="92667" y="162976"/>
                </a:lnTo>
                <a:lnTo>
                  <a:pt x="93702" y="162600"/>
                </a:lnTo>
                <a:lnTo>
                  <a:pt x="94704" y="162155"/>
                </a:lnTo>
                <a:lnTo>
                  <a:pt x="95673" y="161643"/>
                </a:lnTo>
                <a:lnTo>
                  <a:pt x="96609" y="161062"/>
                </a:lnTo>
                <a:lnTo>
                  <a:pt x="97512" y="160412"/>
                </a:lnTo>
                <a:lnTo>
                  <a:pt x="98382" y="159695"/>
                </a:lnTo>
                <a:lnTo>
                  <a:pt x="99219" y="158909"/>
                </a:lnTo>
                <a:close/>
                <a:moveTo>
                  <a:pt x="154940" y="143828"/>
                </a:moveTo>
                <a:lnTo>
                  <a:pt x="208915" y="143828"/>
                </a:lnTo>
                <a:lnTo>
                  <a:pt x="208915" y="127952"/>
                </a:lnTo>
                <a:lnTo>
                  <a:pt x="154940" y="127952"/>
                </a:lnTo>
                <a:lnTo>
                  <a:pt x="154940" y="143828"/>
                </a:lnTo>
                <a:close/>
                <a:moveTo>
                  <a:pt x="117475" y="92075"/>
                </a:moveTo>
                <a:lnTo>
                  <a:pt x="136525" y="92075"/>
                </a:lnTo>
                <a:lnTo>
                  <a:pt x="136525" y="19050"/>
                </a:lnTo>
                <a:lnTo>
                  <a:pt x="117475" y="19050"/>
                </a:lnTo>
                <a:lnTo>
                  <a:pt x="117475" y="920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블록 CDC · 스냅숏 격리"/>
          <p:cNvSpPr/>
          <p:nvPr/>
        </p:nvSpPr>
        <p:spPr>
          <a:xfrm>
            <a:off x="487680" y="3063240"/>
            <a:ext cx="289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505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CDC · 스냅숏 격리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DBA 가 켬 · 게이팅 역할로 읽기 제한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보존 기간 = 적재 ~ 전환 + 여유</a:t>
            </a:r>
          </a:p>
        </p:txBody>
      </p:sp>
      <p:sp>
        <p:nvSpPr>
          <p:cNvPr id="18" name="아이콘 manage_history"/>
          <p:cNvSpPr/>
          <p:nvPr/>
        </p:nvSpPr>
        <p:spPr>
          <a:xfrm>
            <a:off x="1821180" y="3101340"/>
            <a:ext cx="261303" cy="263525"/>
          </a:xfrm>
          <a:custGeom>
            <a:avLst/>
            <a:gdLst/>
            <a:ahLst/>
            <a:cxnLst/>
            <a:rect l="l" t="t" r="r" b="b"/>
            <a:pathLst>
              <a:path w="261303" h="263525">
                <a:moveTo>
                  <a:pt x="6985" y="73978"/>
                </a:moveTo>
                <a:lnTo>
                  <a:pt x="6985" y="7938"/>
                </a:lnTo>
                <a:lnTo>
                  <a:pt x="26035" y="7938"/>
                </a:lnTo>
                <a:lnTo>
                  <a:pt x="26035" y="41592"/>
                </a:lnTo>
                <a:lnTo>
                  <a:pt x="28830" y="38422"/>
                </a:lnTo>
                <a:lnTo>
                  <a:pt x="31710" y="35366"/>
                </a:lnTo>
                <a:lnTo>
                  <a:pt x="34677" y="32425"/>
                </a:lnTo>
                <a:lnTo>
                  <a:pt x="37730" y="29598"/>
                </a:lnTo>
                <a:lnTo>
                  <a:pt x="40868" y="26886"/>
                </a:lnTo>
                <a:lnTo>
                  <a:pt x="44093" y="24289"/>
                </a:lnTo>
                <a:lnTo>
                  <a:pt x="47403" y="21806"/>
                </a:lnTo>
                <a:lnTo>
                  <a:pt x="50800" y="19438"/>
                </a:lnTo>
                <a:lnTo>
                  <a:pt x="54283" y="17185"/>
                </a:lnTo>
                <a:lnTo>
                  <a:pt x="57851" y="15046"/>
                </a:lnTo>
                <a:lnTo>
                  <a:pt x="61506" y="13022"/>
                </a:lnTo>
                <a:lnTo>
                  <a:pt x="65246" y="11112"/>
                </a:lnTo>
                <a:lnTo>
                  <a:pt x="69049" y="9338"/>
                </a:lnTo>
                <a:lnTo>
                  <a:pt x="72888" y="7717"/>
                </a:lnTo>
                <a:lnTo>
                  <a:pt x="76766" y="6251"/>
                </a:lnTo>
                <a:lnTo>
                  <a:pt x="80680" y="4939"/>
                </a:lnTo>
                <a:lnTo>
                  <a:pt x="84632" y="3781"/>
                </a:lnTo>
                <a:lnTo>
                  <a:pt x="88622" y="2778"/>
                </a:lnTo>
                <a:lnTo>
                  <a:pt x="92649" y="1929"/>
                </a:lnTo>
                <a:lnTo>
                  <a:pt x="96714" y="1235"/>
                </a:lnTo>
                <a:lnTo>
                  <a:pt x="100816" y="695"/>
                </a:lnTo>
                <a:lnTo>
                  <a:pt x="104956" y="309"/>
                </a:lnTo>
                <a:lnTo>
                  <a:pt x="109133" y="77"/>
                </a:lnTo>
                <a:lnTo>
                  <a:pt x="113348" y="0"/>
                </a:lnTo>
                <a:lnTo>
                  <a:pt x="121239" y="229"/>
                </a:lnTo>
                <a:lnTo>
                  <a:pt x="128931" y="917"/>
                </a:lnTo>
                <a:lnTo>
                  <a:pt x="136426" y="2064"/>
                </a:lnTo>
                <a:lnTo>
                  <a:pt x="143722" y="3669"/>
                </a:lnTo>
                <a:lnTo>
                  <a:pt x="150819" y="5733"/>
                </a:lnTo>
                <a:lnTo>
                  <a:pt x="157718" y="8255"/>
                </a:lnTo>
                <a:lnTo>
                  <a:pt x="164419" y="11236"/>
                </a:lnTo>
                <a:lnTo>
                  <a:pt x="170921" y="14676"/>
                </a:lnTo>
                <a:lnTo>
                  <a:pt x="177225" y="18574"/>
                </a:lnTo>
                <a:lnTo>
                  <a:pt x="183330" y="22931"/>
                </a:lnTo>
                <a:lnTo>
                  <a:pt x="189237" y="27746"/>
                </a:lnTo>
                <a:lnTo>
                  <a:pt x="194945" y="33020"/>
                </a:lnTo>
                <a:lnTo>
                  <a:pt x="200320" y="38625"/>
                </a:lnTo>
                <a:lnTo>
                  <a:pt x="205228" y="44432"/>
                </a:lnTo>
                <a:lnTo>
                  <a:pt x="209669" y="50443"/>
                </a:lnTo>
                <a:lnTo>
                  <a:pt x="213642" y="56656"/>
                </a:lnTo>
                <a:lnTo>
                  <a:pt x="217148" y="63072"/>
                </a:lnTo>
                <a:lnTo>
                  <a:pt x="220186" y="69691"/>
                </a:lnTo>
                <a:lnTo>
                  <a:pt x="222757" y="76513"/>
                </a:lnTo>
                <a:lnTo>
                  <a:pt x="224861" y="83538"/>
                </a:lnTo>
                <a:lnTo>
                  <a:pt x="226497" y="90765"/>
                </a:lnTo>
                <a:lnTo>
                  <a:pt x="227665" y="98196"/>
                </a:lnTo>
                <a:lnTo>
                  <a:pt x="228366" y="105829"/>
                </a:lnTo>
                <a:lnTo>
                  <a:pt x="228600" y="113665"/>
                </a:lnTo>
                <a:lnTo>
                  <a:pt x="228600" y="116840"/>
                </a:lnTo>
                <a:lnTo>
                  <a:pt x="209550" y="116840"/>
                </a:lnTo>
                <a:lnTo>
                  <a:pt x="209550" y="112712"/>
                </a:lnTo>
                <a:lnTo>
                  <a:pt x="209354" y="106236"/>
                </a:lnTo>
                <a:lnTo>
                  <a:pt x="208765" y="99929"/>
                </a:lnTo>
                <a:lnTo>
                  <a:pt x="207784" y="93791"/>
                </a:lnTo>
                <a:lnTo>
                  <a:pt x="206410" y="87824"/>
                </a:lnTo>
                <a:lnTo>
                  <a:pt x="204644" y="82026"/>
                </a:lnTo>
                <a:lnTo>
                  <a:pt x="202486" y="76398"/>
                </a:lnTo>
                <a:lnTo>
                  <a:pt x="199935" y="70940"/>
                </a:lnTo>
                <a:lnTo>
                  <a:pt x="196991" y="65652"/>
                </a:lnTo>
                <a:lnTo>
                  <a:pt x="193655" y="60533"/>
                </a:lnTo>
                <a:lnTo>
                  <a:pt x="189927" y="55585"/>
                </a:lnTo>
                <a:lnTo>
                  <a:pt x="185806" y="50806"/>
                </a:lnTo>
                <a:lnTo>
                  <a:pt x="181293" y="46196"/>
                </a:lnTo>
                <a:lnTo>
                  <a:pt x="176504" y="41860"/>
                </a:lnTo>
                <a:lnTo>
                  <a:pt x="171556" y="37902"/>
                </a:lnTo>
                <a:lnTo>
                  <a:pt x="166449" y="34320"/>
                </a:lnTo>
                <a:lnTo>
                  <a:pt x="161184" y="31115"/>
                </a:lnTo>
                <a:lnTo>
                  <a:pt x="155760" y="28287"/>
                </a:lnTo>
                <a:lnTo>
                  <a:pt x="150177" y="25837"/>
                </a:lnTo>
                <a:lnTo>
                  <a:pt x="144436" y="23763"/>
                </a:lnTo>
                <a:lnTo>
                  <a:pt x="138536" y="22066"/>
                </a:lnTo>
                <a:lnTo>
                  <a:pt x="132477" y="20747"/>
                </a:lnTo>
                <a:lnTo>
                  <a:pt x="126259" y="19804"/>
                </a:lnTo>
                <a:lnTo>
                  <a:pt x="119883" y="19239"/>
                </a:lnTo>
                <a:lnTo>
                  <a:pt x="113348" y="19050"/>
                </a:lnTo>
                <a:lnTo>
                  <a:pt x="109768" y="19118"/>
                </a:lnTo>
                <a:lnTo>
                  <a:pt x="106226" y="19323"/>
                </a:lnTo>
                <a:lnTo>
                  <a:pt x="102721" y="19665"/>
                </a:lnTo>
                <a:lnTo>
                  <a:pt x="99254" y="20144"/>
                </a:lnTo>
                <a:lnTo>
                  <a:pt x="95824" y="20759"/>
                </a:lnTo>
                <a:lnTo>
                  <a:pt x="92432" y="21511"/>
                </a:lnTo>
                <a:lnTo>
                  <a:pt x="89077" y="22399"/>
                </a:lnTo>
                <a:lnTo>
                  <a:pt x="85760" y="23424"/>
                </a:lnTo>
                <a:lnTo>
                  <a:pt x="82481" y="24586"/>
                </a:lnTo>
                <a:lnTo>
                  <a:pt x="79238" y="25885"/>
                </a:lnTo>
                <a:lnTo>
                  <a:pt x="76034" y="27320"/>
                </a:lnTo>
                <a:lnTo>
                  <a:pt x="72866" y="28892"/>
                </a:lnTo>
                <a:lnTo>
                  <a:pt x="69752" y="30577"/>
                </a:lnTo>
                <a:lnTo>
                  <a:pt x="66706" y="32350"/>
                </a:lnTo>
                <a:lnTo>
                  <a:pt x="63728" y="34211"/>
                </a:lnTo>
                <a:lnTo>
                  <a:pt x="60819" y="36160"/>
                </a:lnTo>
                <a:lnTo>
                  <a:pt x="57978" y="38197"/>
                </a:lnTo>
                <a:lnTo>
                  <a:pt x="55205" y="40322"/>
                </a:lnTo>
                <a:lnTo>
                  <a:pt x="52501" y="42536"/>
                </a:lnTo>
                <a:lnTo>
                  <a:pt x="49865" y="44838"/>
                </a:lnTo>
                <a:lnTo>
                  <a:pt x="47298" y="47228"/>
                </a:lnTo>
                <a:lnTo>
                  <a:pt x="44798" y="49706"/>
                </a:lnTo>
                <a:lnTo>
                  <a:pt x="42368" y="52273"/>
                </a:lnTo>
                <a:lnTo>
                  <a:pt x="40005" y="54928"/>
                </a:lnTo>
                <a:lnTo>
                  <a:pt x="73342" y="54928"/>
                </a:lnTo>
                <a:lnTo>
                  <a:pt x="73342" y="73978"/>
                </a:lnTo>
                <a:lnTo>
                  <a:pt x="6985" y="73978"/>
                </a:lnTo>
                <a:close/>
                <a:moveTo>
                  <a:pt x="0" y="113982"/>
                </a:moveTo>
                <a:lnTo>
                  <a:pt x="19050" y="113982"/>
                </a:lnTo>
                <a:lnTo>
                  <a:pt x="19240" y="120516"/>
                </a:lnTo>
                <a:lnTo>
                  <a:pt x="19808" y="126885"/>
                </a:lnTo>
                <a:lnTo>
                  <a:pt x="20757" y="133092"/>
                </a:lnTo>
                <a:lnTo>
                  <a:pt x="22084" y="139136"/>
                </a:lnTo>
                <a:lnTo>
                  <a:pt x="23790" y="145016"/>
                </a:lnTo>
                <a:lnTo>
                  <a:pt x="25876" y="150733"/>
                </a:lnTo>
                <a:lnTo>
                  <a:pt x="28341" y="156287"/>
                </a:lnTo>
                <a:lnTo>
                  <a:pt x="31186" y="161678"/>
                </a:lnTo>
                <a:lnTo>
                  <a:pt x="34409" y="166906"/>
                </a:lnTo>
                <a:lnTo>
                  <a:pt x="38012" y="171970"/>
                </a:lnTo>
                <a:lnTo>
                  <a:pt x="41994" y="176872"/>
                </a:lnTo>
                <a:lnTo>
                  <a:pt x="46355" y="181610"/>
                </a:lnTo>
                <a:lnTo>
                  <a:pt x="50992" y="186073"/>
                </a:lnTo>
                <a:lnTo>
                  <a:pt x="55801" y="190147"/>
                </a:lnTo>
                <a:lnTo>
                  <a:pt x="60781" y="193834"/>
                </a:lnTo>
                <a:lnTo>
                  <a:pt x="65934" y="197132"/>
                </a:lnTo>
                <a:lnTo>
                  <a:pt x="71259" y="200043"/>
                </a:lnTo>
                <a:lnTo>
                  <a:pt x="76756" y="202565"/>
                </a:lnTo>
                <a:lnTo>
                  <a:pt x="82424" y="204699"/>
                </a:lnTo>
                <a:lnTo>
                  <a:pt x="88265" y="206446"/>
                </a:lnTo>
                <a:lnTo>
                  <a:pt x="94278" y="207804"/>
                </a:lnTo>
                <a:lnTo>
                  <a:pt x="100462" y="208774"/>
                </a:lnTo>
                <a:lnTo>
                  <a:pt x="106819" y="209356"/>
                </a:lnTo>
                <a:lnTo>
                  <a:pt x="113348" y="209550"/>
                </a:lnTo>
                <a:lnTo>
                  <a:pt x="117158" y="209550"/>
                </a:lnTo>
                <a:lnTo>
                  <a:pt x="127952" y="227648"/>
                </a:lnTo>
                <a:lnTo>
                  <a:pt x="127369" y="227750"/>
                </a:lnTo>
                <a:lnTo>
                  <a:pt x="126784" y="227846"/>
                </a:lnTo>
                <a:lnTo>
                  <a:pt x="126196" y="227935"/>
                </a:lnTo>
                <a:lnTo>
                  <a:pt x="125607" y="228018"/>
                </a:lnTo>
                <a:lnTo>
                  <a:pt x="125015" y="228094"/>
                </a:lnTo>
                <a:lnTo>
                  <a:pt x="124420" y="228163"/>
                </a:lnTo>
                <a:lnTo>
                  <a:pt x="123824" y="228226"/>
                </a:lnTo>
                <a:lnTo>
                  <a:pt x="123225" y="228282"/>
                </a:lnTo>
                <a:lnTo>
                  <a:pt x="122624" y="228332"/>
                </a:lnTo>
                <a:lnTo>
                  <a:pt x="122021" y="228375"/>
                </a:lnTo>
                <a:lnTo>
                  <a:pt x="121416" y="228411"/>
                </a:lnTo>
                <a:lnTo>
                  <a:pt x="120809" y="228441"/>
                </a:lnTo>
                <a:lnTo>
                  <a:pt x="120199" y="228467"/>
                </a:lnTo>
                <a:lnTo>
                  <a:pt x="119587" y="228490"/>
                </a:lnTo>
                <a:lnTo>
                  <a:pt x="118973" y="228511"/>
                </a:lnTo>
                <a:lnTo>
                  <a:pt x="118357" y="228529"/>
                </a:lnTo>
                <a:lnTo>
                  <a:pt x="117738" y="228546"/>
                </a:lnTo>
                <a:lnTo>
                  <a:pt x="117118" y="228560"/>
                </a:lnTo>
                <a:lnTo>
                  <a:pt x="116495" y="228572"/>
                </a:lnTo>
                <a:lnTo>
                  <a:pt x="115870" y="228582"/>
                </a:lnTo>
                <a:lnTo>
                  <a:pt x="115243" y="228590"/>
                </a:lnTo>
                <a:lnTo>
                  <a:pt x="114613" y="228596"/>
                </a:lnTo>
                <a:lnTo>
                  <a:pt x="113981" y="228599"/>
                </a:lnTo>
                <a:lnTo>
                  <a:pt x="113348" y="228600"/>
                </a:lnTo>
                <a:lnTo>
                  <a:pt x="105562" y="228367"/>
                </a:lnTo>
                <a:lnTo>
                  <a:pt x="97975" y="227670"/>
                </a:lnTo>
                <a:lnTo>
                  <a:pt x="90587" y="226506"/>
                </a:lnTo>
                <a:lnTo>
                  <a:pt x="83397" y="224878"/>
                </a:lnTo>
                <a:lnTo>
                  <a:pt x="76405" y="222785"/>
                </a:lnTo>
                <a:lnTo>
                  <a:pt x="69612" y="220226"/>
                </a:lnTo>
                <a:lnTo>
                  <a:pt x="63017" y="217202"/>
                </a:lnTo>
                <a:lnTo>
                  <a:pt x="56621" y="213713"/>
                </a:lnTo>
                <a:lnTo>
                  <a:pt x="50423" y="209758"/>
                </a:lnTo>
                <a:lnTo>
                  <a:pt x="44424" y="205339"/>
                </a:lnTo>
                <a:lnTo>
                  <a:pt x="38623" y="200454"/>
                </a:lnTo>
                <a:lnTo>
                  <a:pt x="33020" y="195104"/>
                </a:lnTo>
                <a:lnTo>
                  <a:pt x="27746" y="189423"/>
                </a:lnTo>
                <a:lnTo>
                  <a:pt x="22931" y="183546"/>
                </a:lnTo>
                <a:lnTo>
                  <a:pt x="18574" y="177473"/>
                </a:lnTo>
                <a:lnTo>
                  <a:pt x="14676" y="171203"/>
                </a:lnTo>
                <a:lnTo>
                  <a:pt x="11236" y="164737"/>
                </a:lnTo>
                <a:lnTo>
                  <a:pt x="8255" y="158075"/>
                </a:lnTo>
                <a:lnTo>
                  <a:pt x="5733" y="151217"/>
                </a:lnTo>
                <a:lnTo>
                  <a:pt x="3669" y="144163"/>
                </a:lnTo>
                <a:lnTo>
                  <a:pt x="2064" y="136912"/>
                </a:lnTo>
                <a:lnTo>
                  <a:pt x="917" y="129465"/>
                </a:lnTo>
                <a:lnTo>
                  <a:pt x="229" y="121822"/>
                </a:lnTo>
                <a:lnTo>
                  <a:pt x="0" y="113982"/>
                </a:lnTo>
                <a:close/>
                <a:moveTo>
                  <a:pt x="139700" y="151765"/>
                </a:moveTo>
                <a:lnTo>
                  <a:pt x="105092" y="117792"/>
                </a:lnTo>
                <a:lnTo>
                  <a:pt x="105092" y="49848"/>
                </a:lnTo>
                <a:lnTo>
                  <a:pt x="124142" y="49848"/>
                </a:lnTo>
                <a:lnTo>
                  <a:pt x="124142" y="109855"/>
                </a:lnTo>
                <a:lnTo>
                  <a:pt x="149860" y="134938"/>
                </a:lnTo>
                <a:lnTo>
                  <a:pt x="139700" y="151765"/>
                </a:lnTo>
                <a:close/>
                <a:moveTo>
                  <a:pt x="195262" y="263525"/>
                </a:moveTo>
                <a:lnTo>
                  <a:pt x="192087" y="242570"/>
                </a:lnTo>
                <a:lnTo>
                  <a:pt x="191139" y="242298"/>
                </a:lnTo>
                <a:lnTo>
                  <a:pt x="190200" y="242010"/>
                </a:lnTo>
                <a:lnTo>
                  <a:pt x="189270" y="241707"/>
                </a:lnTo>
                <a:lnTo>
                  <a:pt x="188348" y="241388"/>
                </a:lnTo>
                <a:lnTo>
                  <a:pt x="187435" y="241054"/>
                </a:lnTo>
                <a:lnTo>
                  <a:pt x="186531" y="240705"/>
                </a:lnTo>
                <a:lnTo>
                  <a:pt x="185636" y="240340"/>
                </a:lnTo>
                <a:lnTo>
                  <a:pt x="184750" y="239959"/>
                </a:lnTo>
                <a:lnTo>
                  <a:pt x="183872" y="239564"/>
                </a:lnTo>
                <a:lnTo>
                  <a:pt x="183003" y="239152"/>
                </a:lnTo>
                <a:lnTo>
                  <a:pt x="182144" y="238726"/>
                </a:lnTo>
                <a:lnTo>
                  <a:pt x="181293" y="238284"/>
                </a:lnTo>
                <a:lnTo>
                  <a:pt x="180450" y="237822"/>
                </a:lnTo>
                <a:lnTo>
                  <a:pt x="179617" y="237336"/>
                </a:lnTo>
                <a:lnTo>
                  <a:pt x="178792" y="236825"/>
                </a:lnTo>
                <a:lnTo>
                  <a:pt x="177976" y="236291"/>
                </a:lnTo>
                <a:lnTo>
                  <a:pt x="177169" y="235732"/>
                </a:lnTo>
                <a:lnTo>
                  <a:pt x="176371" y="235148"/>
                </a:lnTo>
                <a:lnTo>
                  <a:pt x="175582" y="234541"/>
                </a:lnTo>
                <a:lnTo>
                  <a:pt x="174801" y="233909"/>
                </a:lnTo>
                <a:lnTo>
                  <a:pt x="174030" y="233253"/>
                </a:lnTo>
                <a:lnTo>
                  <a:pt x="173267" y="232573"/>
                </a:lnTo>
                <a:lnTo>
                  <a:pt x="172513" y="231869"/>
                </a:lnTo>
                <a:lnTo>
                  <a:pt x="171768" y="231140"/>
                </a:lnTo>
                <a:lnTo>
                  <a:pt x="154305" y="234950"/>
                </a:lnTo>
                <a:lnTo>
                  <a:pt x="146367" y="221615"/>
                </a:lnTo>
                <a:lnTo>
                  <a:pt x="161290" y="207645"/>
                </a:lnTo>
                <a:lnTo>
                  <a:pt x="161138" y="207008"/>
                </a:lnTo>
                <a:lnTo>
                  <a:pt x="160999" y="206366"/>
                </a:lnTo>
                <a:lnTo>
                  <a:pt x="160873" y="205720"/>
                </a:lnTo>
                <a:lnTo>
                  <a:pt x="160761" y="205070"/>
                </a:lnTo>
                <a:lnTo>
                  <a:pt x="160662" y="204415"/>
                </a:lnTo>
                <a:lnTo>
                  <a:pt x="160576" y="203756"/>
                </a:lnTo>
                <a:lnTo>
                  <a:pt x="160503" y="203092"/>
                </a:lnTo>
                <a:lnTo>
                  <a:pt x="160443" y="202424"/>
                </a:lnTo>
                <a:lnTo>
                  <a:pt x="160397" y="201751"/>
                </a:lnTo>
                <a:lnTo>
                  <a:pt x="160364" y="201075"/>
                </a:lnTo>
                <a:lnTo>
                  <a:pt x="160344" y="200393"/>
                </a:lnTo>
                <a:lnTo>
                  <a:pt x="160338" y="199708"/>
                </a:lnTo>
                <a:lnTo>
                  <a:pt x="160344" y="199022"/>
                </a:lnTo>
                <a:lnTo>
                  <a:pt x="160364" y="198340"/>
                </a:lnTo>
                <a:lnTo>
                  <a:pt x="160397" y="197664"/>
                </a:lnTo>
                <a:lnTo>
                  <a:pt x="160443" y="196991"/>
                </a:lnTo>
                <a:lnTo>
                  <a:pt x="160503" y="196323"/>
                </a:lnTo>
                <a:lnTo>
                  <a:pt x="160576" y="195659"/>
                </a:lnTo>
                <a:lnTo>
                  <a:pt x="160662" y="195000"/>
                </a:lnTo>
                <a:lnTo>
                  <a:pt x="160761" y="194345"/>
                </a:lnTo>
                <a:lnTo>
                  <a:pt x="160873" y="193695"/>
                </a:lnTo>
                <a:lnTo>
                  <a:pt x="160999" y="193049"/>
                </a:lnTo>
                <a:lnTo>
                  <a:pt x="161138" y="192407"/>
                </a:lnTo>
                <a:lnTo>
                  <a:pt x="161290" y="191770"/>
                </a:lnTo>
                <a:lnTo>
                  <a:pt x="146367" y="177800"/>
                </a:lnTo>
                <a:lnTo>
                  <a:pt x="154305" y="164465"/>
                </a:lnTo>
                <a:lnTo>
                  <a:pt x="171768" y="168275"/>
                </a:lnTo>
                <a:lnTo>
                  <a:pt x="172513" y="167546"/>
                </a:lnTo>
                <a:lnTo>
                  <a:pt x="173267" y="166842"/>
                </a:lnTo>
                <a:lnTo>
                  <a:pt x="174030" y="166162"/>
                </a:lnTo>
                <a:lnTo>
                  <a:pt x="174801" y="165506"/>
                </a:lnTo>
                <a:lnTo>
                  <a:pt x="175582" y="164874"/>
                </a:lnTo>
                <a:lnTo>
                  <a:pt x="176371" y="164267"/>
                </a:lnTo>
                <a:lnTo>
                  <a:pt x="177169" y="163683"/>
                </a:lnTo>
                <a:lnTo>
                  <a:pt x="177976" y="163124"/>
                </a:lnTo>
                <a:lnTo>
                  <a:pt x="178792" y="162590"/>
                </a:lnTo>
                <a:lnTo>
                  <a:pt x="179617" y="162079"/>
                </a:lnTo>
                <a:lnTo>
                  <a:pt x="180450" y="161593"/>
                </a:lnTo>
                <a:lnTo>
                  <a:pt x="181293" y="161131"/>
                </a:lnTo>
                <a:lnTo>
                  <a:pt x="182144" y="160689"/>
                </a:lnTo>
                <a:lnTo>
                  <a:pt x="183003" y="160263"/>
                </a:lnTo>
                <a:lnTo>
                  <a:pt x="183872" y="159851"/>
                </a:lnTo>
                <a:lnTo>
                  <a:pt x="184750" y="159456"/>
                </a:lnTo>
                <a:lnTo>
                  <a:pt x="185636" y="159075"/>
                </a:lnTo>
                <a:lnTo>
                  <a:pt x="186531" y="158710"/>
                </a:lnTo>
                <a:lnTo>
                  <a:pt x="187435" y="158361"/>
                </a:lnTo>
                <a:lnTo>
                  <a:pt x="188348" y="158027"/>
                </a:lnTo>
                <a:lnTo>
                  <a:pt x="189270" y="157708"/>
                </a:lnTo>
                <a:lnTo>
                  <a:pt x="190200" y="157405"/>
                </a:lnTo>
                <a:lnTo>
                  <a:pt x="191139" y="157117"/>
                </a:lnTo>
                <a:lnTo>
                  <a:pt x="192087" y="156845"/>
                </a:lnTo>
                <a:lnTo>
                  <a:pt x="195262" y="135890"/>
                </a:lnTo>
                <a:lnTo>
                  <a:pt x="212408" y="135890"/>
                </a:lnTo>
                <a:lnTo>
                  <a:pt x="215583" y="156845"/>
                </a:lnTo>
                <a:lnTo>
                  <a:pt x="216531" y="157117"/>
                </a:lnTo>
                <a:lnTo>
                  <a:pt x="217470" y="157405"/>
                </a:lnTo>
                <a:lnTo>
                  <a:pt x="218400" y="157708"/>
                </a:lnTo>
                <a:lnTo>
                  <a:pt x="219322" y="158027"/>
                </a:lnTo>
                <a:lnTo>
                  <a:pt x="220235" y="158361"/>
                </a:lnTo>
                <a:lnTo>
                  <a:pt x="221139" y="158710"/>
                </a:lnTo>
                <a:lnTo>
                  <a:pt x="222034" y="159075"/>
                </a:lnTo>
                <a:lnTo>
                  <a:pt x="222920" y="159456"/>
                </a:lnTo>
                <a:lnTo>
                  <a:pt x="223798" y="159851"/>
                </a:lnTo>
                <a:lnTo>
                  <a:pt x="224667" y="160263"/>
                </a:lnTo>
                <a:lnTo>
                  <a:pt x="225526" y="160689"/>
                </a:lnTo>
                <a:lnTo>
                  <a:pt x="226377" y="161131"/>
                </a:lnTo>
                <a:lnTo>
                  <a:pt x="227220" y="161593"/>
                </a:lnTo>
                <a:lnTo>
                  <a:pt x="228053" y="162079"/>
                </a:lnTo>
                <a:lnTo>
                  <a:pt x="228878" y="162590"/>
                </a:lnTo>
                <a:lnTo>
                  <a:pt x="229694" y="163124"/>
                </a:lnTo>
                <a:lnTo>
                  <a:pt x="230501" y="163683"/>
                </a:lnTo>
                <a:lnTo>
                  <a:pt x="231299" y="164267"/>
                </a:lnTo>
                <a:lnTo>
                  <a:pt x="232088" y="164874"/>
                </a:lnTo>
                <a:lnTo>
                  <a:pt x="232869" y="165506"/>
                </a:lnTo>
                <a:lnTo>
                  <a:pt x="233640" y="166162"/>
                </a:lnTo>
                <a:lnTo>
                  <a:pt x="234403" y="166842"/>
                </a:lnTo>
                <a:lnTo>
                  <a:pt x="235157" y="167546"/>
                </a:lnTo>
                <a:lnTo>
                  <a:pt x="235902" y="168275"/>
                </a:lnTo>
                <a:lnTo>
                  <a:pt x="253365" y="164465"/>
                </a:lnTo>
                <a:lnTo>
                  <a:pt x="261303" y="177800"/>
                </a:lnTo>
                <a:lnTo>
                  <a:pt x="246380" y="191770"/>
                </a:lnTo>
                <a:lnTo>
                  <a:pt x="246532" y="192407"/>
                </a:lnTo>
                <a:lnTo>
                  <a:pt x="246671" y="193049"/>
                </a:lnTo>
                <a:lnTo>
                  <a:pt x="246797" y="193695"/>
                </a:lnTo>
                <a:lnTo>
                  <a:pt x="246909" y="194345"/>
                </a:lnTo>
                <a:lnTo>
                  <a:pt x="247008" y="195000"/>
                </a:lnTo>
                <a:lnTo>
                  <a:pt x="247094" y="195659"/>
                </a:lnTo>
                <a:lnTo>
                  <a:pt x="247167" y="196323"/>
                </a:lnTo>
                <a:lnTo>
                  <a:pt x="247227" y="196991"/>
                </a:lnTo>
                <a:lnTo>
                  <a:pt x="247273" y="197664"/>
                </a:lnTo>
                <a:lnTo>
                  <a:pt x="247306" y="198340"/>
                </a:lnTo>
                <a:lnTo>
                  <a:pt x="247326" y="199022"/>
                </a:lnTo>
                <a:lnTo>
                  <a:pt x="247332" y="199708"/>
                </a:lnTo>
                <a:lnTo>
                  <a:pt x="247326" y="200393"/>
                </a:lnTo>
                <a:lnTo>
                  <a:pt x="247306" y="201075"/>
                </a:lnTo>
                <a:lnTo>
                  <a:pt x="247273" y="201751"/>
                </a:lnTo>
                <a:lnTo>
                  <a:pt x="247227" y="202424"/>
                </a:lnTo>
                <a:lnTo>
                  <a:pt x="247167" y="203092"/>
                </a:lnTo>
                <a:lnTo>
                  <a:pt x="247094" y="203756"/>
                </a:lnTo>
                <a:lnTo>
                  <a:pt x="247008" y="204415"/>
                </a:lnTo>
                <a:lnTo>
                  <a:pt x="246909" y="205070"/>
                </a:lnTo>
                <a:lnTo>
                  <a:pt x="246797" y="205720"/>
                </a:lnTo>
                <a:lnTo>
                  <a:pt x="246671" y="206366"/>
                </a:lnTo>
                <a:lnTo>
                  <a:pt x="246532" y="207008"/>
                </a:lnTo>
                <a:lnTo>
                  <a:pt x="246380" y="207645"/>
                </a:lnTo>
                <a:lnTo>
                  <a:pt x="261303" y="221615"/>
                </a:lnTo>
                <a:lnTo>
                  <a:pt x="253365" y="234950"/>
                </a:lnTo>
                <a:lnTo>
                  <a:pt x="235902" y="231140"/>
                </a:lnTo>
                <a:lnTo>
                  <a:pt x="235157" y="231869"/>
                </a:lnTo>
                <a:lnTo>
                  <a:pt x="234403" y="232573"/>
                </a:lnTo>
                <a:lnTo>
                  <a:pt x="233640" y="233253"/>
                </a:lnTo>
                <a:lnTo>
                  <a:pt x="232869" y="233909"/>
                </a:lnTo>
                <a:lnTo>
                  <a:pt x="232088" y="234541"/>
                </a:lnTo>
                <a:lnTo>
                  <a:pt x="231299" y="235148"/>
                </a:lnTo>
                <a:lnTo>
                  <a:pt x="230501" y="235732"/>
                </a:lnTo>
                <a:lnTo>
                  <a:pt x="229694" y="236291"/>
                </a:lnTo>
                <a:lnTo>
                  <a:pt x="228878" y="236825"/>
                </a:lnTo>
                <a:lnTo>
                  <a:pt x="228053" y="237336"/>
                </a:lnTo>
                <a:lnTo>
                  <a:pt x="227220" y="237822"/>
                </a:lnTo>
                <a:lnTo>
                  <a:pt x="226377" y="238284"/>
                </a:lnTo>
                <a:lnTo>
                  <a:pt x="225526" y="238726"/>
                </a:lnTo>
                <a:lnTo>
                  <a:pt x="224667" y="239152"/>
                </a:lnTo>
                <a:lnTo>
                  <a:pt x="223798" y="239564"/>
                </a:lnTo>
                <a:lnTo>
                  <a:pt x="222920" y="239959"/>
                </a:lnTo>
                <a:lnTo>
                  <a:pt x="222034" y="240340"/>
                </a:lnTo>
                <a:lnTo>
                  <a:pt x="221139" y="240705"/>
                </a:lnTo>
                <a:lnTo>
                  <a:pt x="220235" y="241054"/>
                </a:lnTo>
                <a:lnTo>
                  <a:pt x="219322" y="241388"/>
                </a:lnTo>
                <a:lnTo>
                  <a:pt x="218400" y="241707"/>
                </a:lnTo>
                <a:lnTo>
                  <a:pt x="217470" y="242010"/>
                </a:lnTo>
                <a:lnTo>
                  <a:pt x="216531" y="242298"/>
                </a:lnTo>
                <a:lnTo>
                  <a:pt x="215583" y="242570"/>
                </a:lnTo>
                <a:lnTo>
                  <a:pt x="212408" y="263525"/>
                </a:lnTo>
                <a:lnTo>
                  <a:pt x="195262" y="263525"/>
                </a:lnTo>
                <a:close/>
                <a:moveTo>
                  <a:pt x="222250" y="218122"/>
                </a:moveTo>
                <a:lnTo>
                  <a:pt x="223366" y="216927"/>
                </a:lnTo>
                <a:lnTo>
                  <a:pt x="224384" y="215671"/>
                </a:lnTo>
                <a:lnTo>
                  <a:pt x="225306" y="214352"/>
                </a:lnTo>
                <a:lnTo>
                  <a:pt x="226131" y="212972"/>
                </a:lnTo>
                <a:lnTo>
                  <a:pt x="226858" y="211530"/>
                </a:lnTo>
                <a:lnTo>
                  <a:pt x="227489" y="210026"/>
                </a:lnTo>
                <a:lnTo>
                  <a:pt x="228022" y="208461"/>
                </a:lnTo>
                <a:lnTo>
                  <a:pt x="228459" y="206834"/>
                </a:lnTo>
                <a:lnTo>
                  <a:pt x="228798" y="205145"/>
                </a:lnTo>
                <a:lnTo>
                  <a:pt x="229041" y="203394"/>
                </a:lnTo>
                <a:lnTo>
                  <a:pt x="229186" y="201582"/>
                </a:lnTo>
                <a:lnTo>
                  <a:pt x="229235" y="199708"/>
                </a:lnTo>
                <a:lnTo>
                  <a:pt x="229186" y="197833"/>
                </a:lnTo>
                <a:lnTo>
                  <a:pt x="229041" y="196021"/>
                </a:lnTo>
                <a:lnTo>
                  <a:pt x="228798" y="194270"/>
                </a:lnTo>
                <a:lnTo>
                  <a:pt x="228459" y="192581"/>
                </a:lnTo>
                <a:lnTo>
                  <a:pt x="228022" y="190954"/>
                </a:lnTo>
                <a:lnTo>
                  <a:pt x="227489" y="189389"/>
                </a:lnTo>
                <a:lnTo>
                  <a:pt x="226858" y="187885"/>
                </a:lnTo>
                <a:lnTo>
                  <a:pt x="226131" y="186443"/>
                </a:lnTo>
                <a:lnTo>
                  <a:pt x="225306" y="185063"/>
                </a:lnTo>
                <a:lnTo>
                  <a:pt x="224384" y="183744"/>
                </a:lnTo>
                <a:lnTo>
                  <a:pt x="223366" y="182488"/>
                </a:lnTo>
                <a:lnTo>
                  <a:pt x="222250" y="181292"/>
                </a:lnTo>
                <a:lnTo>
                  <a:pt x="221055" y="180177"/>
                </a:lnTo>
                <a:lnTo>
                  <a:pt x="219798" y="179158"/>
                </a:lnTo>
                <a:lnTo>
                  <a:pt x="218480" y="178237"/>
                </a:lnTo>
                <a:lnTo>
                  <a:pt x="217099" y="177412"/>
                </a:lnTo>
                <a:lnTo>
                  <a:pt x="215657" y="176684"/>
                </a:lnTo>
                <a:lnTo>
                  <a:pt x="214154" y="176054"/>
                </a:lnTo>
                <a:lnTo>
                  <a:pt x="212588" y="175520"/>
                </a:lnTo>
                <a:lnTo>
                  <a:pt x="210961" y="175084"/>
                </a:lnTo>
                <a:lnTo>
                  <a:pt x="209272" y="174744"/>
                </a:lnTo>
                <a:lnTo>
                  <a:pt x="207522" y="174502"/>
                </a:lnTo>
                <a:lnTo>
                  <a:pt x="205709" y="174356"/>
                </a:lnTo>
                <a:lnTo>
                  <a:pt x="203835" y="174308"/>
                </a:lnTo>
                <a:lnTo>
                  <a:pt x="201961" y="174356"/>
                </a:lnTo>
                <a:lnTo>
                  <a:pt x="200148" y="174502"/>
                </a:lnTo>
                <a:lnTo>
                  <a:pt x="198398" y="174744"/>
                </a:lnTo>
                <a:lnTo>
                  <a:pt x="196709" y="175084"/>
                </a:lnTo>
                <a:lnTo>
                  <a:pt x="195082" y="175520"/>
                </a:lnTo>
                <a:lnTo>
                  <a:pt x="193516" y="176054"/>
                </a:lnTo>
                <a:lnTo>
                  <a:pt x="192013" y="176684"/>
                </a:lnTo>
                <a:lnTo>
                  <a:pt x="190571" y="177412"/>
                </a:lnTo>
                <a:lnTo>
                  <a:pt x="189190" y="178237"/>
                </a:lnTo>
                <a:lnTo>
                  <a:pt x="187872" y="179158"/>
                </a:lnTo>
                <a:lnTo>
                  <a:pt x="186615" y="180177"/>
                </a:lnTo>
                <a:lnTo>
                  <a:pt x="185420" y="181292"/>
                </a:lnTo>
                <a:lnTo>
                  <a:pt x="184304" y="182488"/>
                </a:lnTo>
                <a:lnTo>
                  <a:pt x="183286" y="183744"/>
                </a:lnTo>
                <a:lnTo>
                  <a:pt x="182364" y="185063"/>
                </a:lnTo>
                <a:lnTo>
                  <a:pt x="181539" y="186443"/>
                </a:lnTo>
                <a:lnTo>
                  <a:pt x="180812" y="187885"/>
                </a:lnTo>
                <a:lnTo>
                  <a:pt x="180181" y="189389"/>
                </a:lnTo>
                <a:lnTo>
                  <a:pt x="179648" y="190954"/>
                </a:lnTo>
                <a:lnTo>
                  <a:pt x="179211" y="192581"/>
                </a:lnTo>
                <a:lnTo>
                  <a:pt x="178872" y="194270"/>
                </a:lnTo>
                <a:lnTo>
                  <a:pt x="178629" y="196021"/>
                </a:lnTo>
                <a:lnTo>
                  <a:pt x="178484" y="197833"/>
                </a:lnTo>
                <a:lnTo>
                  <a:pt x="178435" y="199708"/>
                </a:lnTo>
                <a:lnTo>
                  <a:pt x="178484" y="201582"/>
                </a:lnTo>
                <a:lnTo>
                  <a:pt x="178629" y="203394"/>
                </a:lnTo>
                <a:lnTo>
                  <a:pt x="178872" y="205145"/>
                </a:lnTo>
                <a:lnTo>
                  <a:pt x="179211" y="206834"/>
                </a:lnTo>
                <a:lnTo>
                  <a:pt x="179648" y="208461"/>
                </a:lnTo>
                <a:lnTo>
                  <a:pt x="180181" y="210026"/>
                </a:lnTo>
                <a:lnTo>
                  <a:pt x="180812" y="211530"/>
                </a:lnTo>
                <a:lnTo>
                  <a:pt x="181539" y="212972"/>
                </a:lnTo>
                <a:lnTo>
                  <a:pt x="182364" y="214352"/>
                </a:lnTo>
                <a:lnTo>
                  <a:pt x="183286" y="215671"/>
                </a:lnTo>
                <a:lnTo>
                  <a:pt x="184304" y="216927"/>
                </a:lnTo>
                <a:lnTo>
                  <a:pt x="185420" y="218122"/>
                </a:lnTo>
                <a:lnTo>
                  <a:pt x="186615" y="219238"/>
                </a:lnTo>
                <a:lnTo>
                  <a:pt x="187872" y="220257"/>
                </a:lnTo>
                <a:lnTo>
                  <a:pt x="189190" y="221178"/>
                </a:lnTo>
                <a:lnTo>
                  <a:pt x="190571" y="222003"/>
                </a:lnTo>
                <a:lnTo>
                  <a:pt x="192013" y="222731"/>
                </a:lnTo>
                <a:lnTo>
                  <a:pt x="193516" y="223361"/>
                </a:lnTo>
                <a:lnTo>
                  <a:pt x="195082" y="223895"/>
                </a:lnTo>
                <a:lnTo>
                  <a:pt x="196709" y="224331"/>
                </a:lnTo>
                <a:lnTo>
                  <a:pt x="198398" y="224671"/>
                </a:lnTo>
                <a:lnTo>
                  <a:pt x="200148" y="224913"/>
                </a:lnTo>
                <a:lnTo>
                  <a:pt x="201961" y="225059"/>
                </a:lnTo>
                <a:lnTo>
                  <a:pt x="203835" y="225108"/>
                </a:lnTo>
                <a:lnTo>
                  <a:pt x="205709" y="225059"/>
                </a:lnTo>
                <a:lnTo>
                  <a:pt x="207522" y="224913"/>
                </a:lnTo>
                <a:lnTo>
                  <a:pt x="209272" y="224671"/>
                </a:lnTo>
                <a:lnTo>
                  <a:pt x="210961" y="224331"/>
                </a:lnTo>
                <a:lnTo>
                  <a:pt x="212588" y="223895"/>
                </a:lnTo>
                <a:lnTo>
                  <a:pt x="214154" y="223361"/>
                </a:lnTo>
                <a:lnTo>
                  <a:pt x="215657" y="222731"/>
                </a:lnTo>
                <a:lnTo>
                  <a:pt x="217099" y="222003"/>
                </a:lnTo>
                <a:lnTo>
                  <a:pt x="218480" y="221178"/>
                </a:lnTo>
                <a:lnTo>
                  <a:pt x="219798" y="220257"/>
                </a:lnTo>
                <a:lnTo>
                  <a:pt x="221055" y="219238"/>
                </a:lnTo>
                <a:lnTo>
                  <a:pt x="222250" y="218122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블록 주지 않는 권한"/>
          <p:cNvSpPr/>
          <p:nvPr/>
        </p:nvSpPr>
        <p:spPr>
          <a:xfrm>
            <a:off x="487680" y="4099560"/>
            <a:ext cx="2895600" cy="914400"/>
          </a:xfrm>
          <a:prstGeom prst="roundRect">
            <a:avLst>
              <a:gd name="adj" fmla="val 10000"/>
            </a:avLst>
          </a:prstGeom>
          <a:solidFill>
            <a:srgbClr val="D5EFE2"/>
          </a:solidFill>
          <a:ln w="16764">
            <a:solidFill>
              <a:srgbClr val="1E6B4F"/>
            </a:solidFill>
          </a:ln>
        </p:spPr>
        <p:txBody>
          <a:bodyPr rtlCol="0" anchor="t" lIns="45720" tIns="4343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주지 않는 권한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sa · sysadmin · 쓰기 · DDL</a:t>
            </a:r>
          </a:p>
        </p:txBody>
      </p:sp>
      <p:sp>
        <p:nvSpPr>
          <p:cNvPr id="20" name="아이콘 lock"/>
          <p:cNvSpPr/>
          <p:nvPr/>
        </p:nvSpPr>
        <p:spPr>
          <a:xfrm>
            <a:off x="1833880" y="4196080"/>
            <a:ext cx="203200" cy="266700"/>
          </a:xfrm>
          <a:custGeom>
            <a:avLst/>
            <a:gdLst/>
            <a:ahLst/>
            <a:cxnLst/>
            <a:rect l="l" t="t" r="r" b="b"/>
            <a:pathLst>
              <a:path w="203200" h="266700">
                <a:moveTo>
                  <a:pt x="19050" y="266700"/>
                </a:moveTo>
                <a:lnTo>
                  <a:pt x="17756" y="266661"/>
                </a:lnTo>
                <a:lnTo>
                  <a:pt x="16494" y="266545"/>
                </a:lnTo>
                <a:lnTo>
                  <a:pt x="15262" y="266350"/>
                </a:lnTo>
                <a:lnTo>
                  <a:pt x="14063" y="266078"/>
                </a:lnTo>
                <a:lnTo>
                  <a:pt x="12895" y="265728"/>
                </a:lnTo>
                <a:lnTo>
                  <a:pt x="11758" y="265301"/>
                </a:lnTo>
                <a:lnTo>
                  <a:pt x="10652" y="264795"/>
                </a:lnTo>
                <a:lnTo>
                  <a:pt x="9579" y="264212"/>
                </a:lnTo>
                <a:lnTo>
                  <a:pt x="8536" y="263551"/>
                </a:lnTo>
                <a:lnTo>
                  <a:pt x="7525" y="262813"/>
                </a:lnTo>
                <a:lnTo>
                  <a:pt x="6546" y="261997"/>
                </a:lnTo>
                <a:lnTo>
                  <a:pt x="5598" y="261102"/>
                </a:lnTo>
                <a:lnTo>
                  <a:pt x="4703" y="260154"/>
                </a:lnTo>
                <a:lnTo>
                  <a:pt x="3887" y="259175"/>
                </a:lnTo>
                <a:lnTo>
                  <a:pt x="3149" y="258164"/>
                </a:lnTo>
                <a:lnTo>
                  <a:pt x="2488" y="257121"/>
                </a:lnTo>
                <a:lnTo>
                  <a:pt x="1905" y="256048"/>
                </a:lnTo>
                <a:lnTo>
                  <a:pt x="1399" y="254942"/>
                </a:lnTo>
                <a:lnTo>
                  <a:pt x="972" y="253805"/>
                </a:lnTo>
                <a:lnTo>
                  <a:pt x="622" y="252637"/>
                </a:lnTo>
                <a:lnTo>
                  <a:pt x="350" y="251438"/>
                </a:lnTo>
                <a:lnTo>
                  <a:pt x="155" y="250206"/>
                </a:lnTo>
                <a:lnTo>
                  <a:pt x="39" y="248944"/>
                </a:lnTo>
                <a:lnTo>
                  <a:pt x="0" y="247650"/>
                </a:lnTo>
                <a:lnTo>
                  <a:pt x="0" y="109855"/>
                </a:lnTo>
                <a:lnTo>
                  <a:pt x="39" y="108561"/>
                </a:lnTo>
                <a:lnTo>
                  <a:pt x="155" y="107298"/>
                </a:lnTo>
                <a:lnTo>
                  <a:pt x="350" y="106067"/>
                </a:lnTo>
                <a:lnTo>
                  <a:pt x="622" y="104867"/>
                </a:lnTo>
                <a:lnTo>
                  <a:pt x="972" y="103699"/>
                </a:lnTo>
                <a:lnTo>
                  <a:pt x="1399" y="102562"/>
                </a:lnTo>
                <a:lnTo>
                  <a:pt x="1905" y="101456"/>
                </a:lnTo>
                <a:lnTo>
                  <a:pt x="2488" y="100382"/>
                </a:lnTo>
                <a:lnTo>
                  <a:pt x="3149" y="99339"/>
                </a:lnTo>
                <a:lnTo>
                  <a:pt x="3887" y="98328"/>
                </a:lnTo>
                <a:lnTo>
                  <a:pt x="4703" y="97348"/>
                </a:lnTo>
                <a:lnTo>
                  <a:pt x="5598" y="96399"/>
                </a:lnTo>
                <a:lnTo>
                  <a:pt x="6546" y="95506"/>
                </a:lnTo>
                <a:lnTo>
                  <a:pt x="7525" y="94690"/>
                </a:lnTo>
                <a:lnTo>
                  <a:pt x="8536" y="93952"/>
                </a:lnTo>
                <a:lnTo>
                  <a:pt x="9579" y="93291"/>
                </a:lnTo>
                <a:lnTo>
                  <a:pt x="10652" y="92709"/>
                </a:lnTo>
                <a:lnTo>
                  <a:pt x="11758" y="92204"/>
                </a:lnTo>
                <a:lnTo>
                  <a:pt x="12895" y="91776"/>
                </a:lnTo>
                <a:lnTo>
                  <a:pt x="14063" y="91427"/>
                </a:lnTo>
                <a:lnTo>
                  <a:pt x="15262" y="91155"/>
                </a:lnTo>
                <a:lnTo>
                  <a:pt x="16494" y="90960"/>
                </a:lnTo>
                <a:lnTo>
                  <a:pt x="17756" y="90844"/>
                </a:lnTo>
                <a:lnTo>
                  <a:pt x="19050" y="90805"/>
                </a:lnTo>
                <a:lnTo>
                  <a:pt x="41275" y="90805"/>
                </a:lnTo>
                <a:lnTo>
                  <a:pt x="41275" y="60325"/>
                </a:lnTo>
                <a:lnTo>
                  <a:pt x="41398" y="56204"/>
                </a:lnTo>
                <a:lnTo>
                  <a:pt x="41765" y="52185"/>
                </a:lnTo>
                <a:lnTo>
                  <a:pt x="42379" y="48270"/>
                </a:lnTo>
                <a:lnTo>
                  <a:pt x="43237" y="44456"/>
                </a:lnTo>
                <a:lnTo>
                  <a:pt x="44340" y="40746"/>
                </a:lnTo>
                <a:lnTo>
                  <a:pt x="45689" y="37138"/>
                </a:lnTo>
                <a:lnTo>
                  <a:pt x="47283" y="33633"/>
                </a:lnTo>
                <a:lnTo>
                  <a:pt x="49122" y="30230"/>
                </a:lnTo>
                <a:lnTo>
                  <a:pt x="51207" y="26930"/>
                </a:lnTo>
                <a:lnTo>
                  <a:pt x="53536" y="23733"/>
                </a:lnTo>
                <a:lnTo>
                  <a:pt x="56111" y="20639"/>
                </a:lnTo>
                <a:lnTo>
                  <a:pt x="58931" y="17647"/>
                </a:lnTo>
                <a:lnTo>
                  <a:pt x="61925" y="14828"/>
                </a:lnTo>
                <a:lnTo>
                  <a:pt x="65021" y="12255"/>
                </a:lnTo>
                <a:lnTo>
                  <a:pt x="68220" y="9926"/>
                </a:lnTo>
                <a:lnTo>
                  <a:pt x="71522" y="7843"/>
                </a:lnTo>
                <a:lnTo>
                  <a:pt x="74926" y="6005"/>
                </a:lnTo>
                <a:lnTo>
                  <a:pt x="78434" y="4412"/>
                </a:lnTo>
                <a:lnTo>
                  <a:pt x="82044" y="3064"/>
                </a:lnTo>
                <a:lnTo>
                  <a:pt x="85756" y="1961"/>
                </a:lnTo>
                <a:lnTo>
                  <a:pt x="89572" y="1103"/>
                </a:lnTo>
                <a:lnTo>
                  <a:pt x="93490" y="490"/>
                </a:lnTo>
                <a:lnTo>
                  <a:pt x="97511" y="123"/>
                </a:lnTo>
                <a:lnTo>
                  <a:pt x="101635" y="0"/>
                </a:lnTo>
                <a:lnTo>
                  <a:pt x="105758" y="123"/>
                </a:lnTo>
                <a:lnTo>
                  <a:pt x="109778" y="490"/>
                </a:lnTo>
                <a:lnTo>
                  <a:pt x="113695" y="1103"/>
                </a:lnTo>
                <a:lnTo>
                  <a:pt x="117508" y="1961"/>
                </a:lnTo>
                <a:lnTo>
                  <a:pt x="121219" y="3064"/>
                </a:lnTo>
                <a:lnTo>
                  <a:pt x="124826" y="4412"/>
                </a:lnTo>
                <a:lnTo>
                  <a:pt x="128330" y="6005"/>
                </a:lnTo>
                <a:lnTo>
                  <a:pt x="131731" y="7843"/>
                </a:lnTo>
                <a:lnTo>
                  <a:pt x="135029" y="9926"/>
                </a:lnTo>
                <a:lnTo>
                  <a:pt x="138224" y="12255"/>
                </a:lnTo>
                <a:lnTo>
                  <a:pt x="141315" y="14828"/>
                </a:lnTo>
                <a:lnTo>
                  <a:pt x="144304" y="17647"/>
                </a:lnTo>
                <a:lnTo>
                  <a:pt x="147118" y="20639"/>
                </a:lnTo>
                <a:lnTo>
                  <a:pt x="149688" y="23733"/>
                </a:lnTo>
                <a:lnTo>
                  <a:pt x="152013" y="26930"/>
                </a:lnTo>
                <a:lnTo>
                  <a:pt x="154093" y="30230"/>
                </a:lnTo>
                <a:lnTo>
                  <a:pt x="155929" y="33633"/>
                </a:lnTo>
                <a:lnTo>
                  <a:pt x="157520" y="37138"/>
                </a:lnTo>
                <a:lnTo>
                  <a:pt x="158866" y="40746"/>
                </a:lnTo>
                <a:lnTo>
                  <a:pt x="159967" y="44456"/>
                </a:lnTo>
                <a:lnTo>
                  <a:pt x="160824" y="48270"/>
                </a:lnTo>
                <a:lnTo>
                  <a:pt x="161436" y="52185"/>
                </a:lnTo>
                <a:lnTo>
                  <a:pt x="161803" y="56204"/>
                </a:lnTo>
                <a:lnTo>
                  <a:pt x="161925" y="60325"/>
                </a:lnTo>
                <a:lnTo>
                  <a:pt x="161925" y="90805"/>
                </a:lnTo>
                <a:lnTo>
                  <a:pt x="184150" y="90805"/>
                </a:lnTo>
                <a:lnTo>
                  <a:pt x="185444" y="90844"/>
                </a:lnTo>
                <a:lnTo>
                  <a:pt x="186707" y="90960"/>
                </a:lnTo>
                <a:lnTo>
                  <a:pt x="187938" y="91155"/>
                </a:lnTo>
                <a:lnTo>
                  <a:pt x="189138" y="91427"/>
                </a:lnTo>
                <a:lnTo>
                  <a:pt x="190306" y="91776"/>
                </a:lnTo>
                <a:lnTo>
                  <a:pt x="191443" y="92204"/>
                </a:lnTo>
                <a:lnTo>
                  <a:pt x="192549" y="92709"/>
                </a:lnTo>
                <a:lnTo>
                  <a:pt x="193623" y="93291"/>
                </a:lnTo>
                <a:lnTo>
                  <a:pt x="194666" y="93952"/>
                </a:lnTo>
                <a:lnTo>
                  <a:pt x="195677" y="94690"/>
                </a:lnTo>
                <a:lnTo>
                  <a:pt x="196657" y="95506"/>
                </a:lnTo>
                <a:lnTo>
                  <a:pt x="197606" y="96399"/>
                </a:lnTo>
                <a:lnTo>
                  <a:pt x="198499" y="97348"/>
                </a:lnTo>
                <a:lnTo>
                  <a:pt x="199315" y="98328"/>
                </a:lnTo>
                <a:lnTo>
                  <a:pt x="200053" y="99339"/>
                </a:lnTo>
                <a:lnTo>
                  <a:pt x="200714" y="100382"/>
                </a:lnTo>
                <a:lnTo>
                  <a:pt x="201296" y="101456"/>
                </a:lnTo>
                <a:lnTo>
                  <a:pt x="201801" y="102562"/>
                </a:lnTo>
                <a:lnTo>
                  <a:pt x="202229" y="103699"/>
                </a:lnTo>
                <a:lnTo>
                  <a:pt x="202578" y="104867"/>
                </a:lnTo>
                <a:lnTo>
                  <a:pt x="202850" y="106067"/>
                </a:lnTo>
                <a:lnTo>
                  <a:pt x="203045" y="107298"/>
                </a:lnTo>
                <a:lnTo>
                  <a:pt x="203161" y="108561"/>
                </a:lnTo>
                <a:lnTo>
                  <a:pt x="203200" y="109855"/>
                </a:lnTo>
                <a:lnTo>
                  <a:pt x="203200" y="247650"/>
                </a:lnTo>
                <a:lnTo>
                  <a:pt x="203161" y="248944"/>
                </a:lnTo>
                <a:lnTo>
                  <a:pt x="203045" y="250206"/>
                </a:lnTo>
                <a:lnTo>
                  <a:pt x="202850" y="251438"/>
                </a:lnTo>
                <a:lnTo>
                  <a:pt x="202578" y="252637"/>
                </a:lnTo>
                <a:lnTo>
                  <a:pt x="202229" y="253805"/>
                </a:lnTo>
                <a:lnTo>
                  <a:pt x="201801" y="254942"/>
                </a:lnTo>
                <a:lnTo>
                  <a:pt x="201296" y="256048"/>
                </a:lnTo>
                <a:lnTo>
                  <a:pt x="200714" y="257121"/>
                </a:lnTo>
                <a:lnTo>
                  <a:pt x="200053" y="258164"/>
                </a:lnTo>
                <a:lnTo>
                  <a:pt x="199315" y="259175"/>
                </a:lnTo>
                <a:lnTo>
                  <a:pt x="198499" y="260154"/>
                </a:lnTo>
                <a:lnTo>
                  <a:pt x="197606" y="261102"/>
                </a:lnTo>
                <a:lnTo>
                  <a:pt x="196657" y="261997"/>
                </a:lnTo>
                <a:lnTo>
                  <a:pt x="195677" y="262813"/>
                </a:lnTo>
                <a:lnTo>
                  <a:pt x="194666" y="263551"/>
                </a:lnTo>
                <a:lnTo>
                  <a:pt x="193623" y="264212"/>
                </a:lnTo>
                <a:lnTo>
                  <a:pt x="192549" y="264795"/>
                </a:lnTo>
                <a:lnTo>
                  <a:pt x="191443" y="265301"/>
                </a:lnTo>
                <a:lnTo>
                  <a:pt x="190306" y="265728"/>
                </a:lnTo>
                <a:lnTo>
                  <a:pt x="189138" y="266078"/>
                </a:lnTo>
                <a:lnTo>
                  <a:pt x="187938" y="266350"/>
                </a:lnTo>
                <a:lnTo>
                  <a:pt x="186707" y="266545"/>
                </a:lnTo>
                <a:lnTo>
                  <a:pt x="185444" y="266661"/>
                </a:lnTo>
                <a:lnTo>
                  <a:pt x="184150" y="266700"/>
                </a:lnTo>
                <a:lnTo>
                  <a:pt x="19050" y="266700"/>
                </a:lnTo>
                <a:close/>
                <a:moveTo>
                  <a:pt x="19050" y="247650"/>
                </a:moveTo>
                <a:lnTo>
                  <a:pt x="184150" y="247650"/>
                </a:lnTo>
                <a:lnTo>
                  <a:pt x="184150" y="109855"/>
                </a:lnTo>
                <a:lnTo>
                  <a:pt x="19050" y="109855"/>
                </a:lnTo>
                <a:lnTo>
                  <a:pt x="19050" y="247650"/>
                </a:lnTo>
                <a:close/>
                <a:moveTo>
                  <a:pt x="118904" y="196205"/>
                </a:moveTo>
                <a:lnTo>
                  <a:pt x="120045" y="195020"/>
                </a:lnTo>
                <a:lnTo>
                  <a:pt x="121087" y="193795"/>
                </a:lnTo>
                <a:lnTo>
                  <a:pt x="122029" y="192531"/>
                </a:lnTo>
                <a:lnTo>
                  <a:pt x="122873" y="191228"/>
                </a:lnTo>
                <a:lnTo>
                  <a:pt x="123617" y="189886"/>
                </a:lnTo>
                <a:lnTo>
                  <a:pt x="124262" y="188504"/>
                </a:lnTo>
                <a:lnTo>
                  <a:pt x="124807" y="187083"/>
                </a:lnTo>
                <a:lnTo>
                  <a:pt x="125254" y="185622"/>
                </a:lnTo>
                <a:lnTo>
                  <a:pt x="125601" y="184122"/>
                </a:lnTo>
                <a:lnTo>
                  <a:pt x="125849" y="182583"/>
                </a:lnTo>
                <a:lnTo>
                  <a:pt x="125998" y="181005"/>
                </a:lnTo>
                <a:lnTo>
                  <a:pt x="126047" y="179388"/>
                </a:lnTo>
                <a:lnTo>
                  <a:pt x="125998" y="177812"/>
                </a:lnTo>
                <a:lnTo>
                  <a:pt x="125848" y="176261"/>
                </a:lnTo>
                <a:lnTo>
                  <a:pt x="125598" y="174734"/>
                </a:lnTo>
                <a:lnTo>
                  <a:pt x="125248" y="173232"/>
                </a:lnTo>
                <a:lnTo>
                  <a:pt x="124798" y="171753"/>
                </a:lnTo>
                <a:lnTo>
                  <a:pt x="124248" y="170299"/>
                </a:lnTo>
                <a:lnTo>
                  <a:pt x="123598" y="168869"/>
                </a:lnTo>
                <a:lnTo>
                  <a:pt x="122849" y="167464"/>
                </a:lnTo>
                <a:lnTo>
                  <a:pt x="121999" y="166082"/>
                </a:lnTo>
                <a:lnTo>
                  <a:pt x="121049" y="164725"/>
                </a:lnTo>
                <a:lnTo>
                  <a:pt x="119999" y="163392"/>
                </a:lnTo>
                <a:lnTo>
                  <a:pt x="118850" y="162084"/>
                </a:lnTo>
                <a:lnTo>
                  <a:pt x="117630" y="160841"/>
                </a:lnTo>
                <a:lnTo>
                  <a:pt x="116370" y="159707"/>
                </a:lnTo>
                <a:lnTo>
                  <a:pt x="115069" y="158681"/>
                </a:lnTo>
                <a:lnTo>
                  <a:pt x="113728" y="157762"/>
                </a:lnTo>
                <a:lnTo>
                  <a:pt x="112347" y="156952"/>
                </a:lnTo>
                <a:lnTo>
                  <a:pt x="110925" y="156250"/>
                </a:lnTo>
                <a:lnTo>
                  <a:pt x="109463" y="155655"/>
                </a:lnTo>
                <a:lnTo>
                  <a:pt x="107960" y="155169"/>
                </a:lnTo>
                <a:lnTo>
                  <a:pt x="106417" y="154791"/>
                </a:lnTo>
                <a:lnTo>
                  <a:pt x="104834" y="154521"/>
                </a:lnTo>
                <a:lnTo>
                  <a:pt x="103210" y="154359"/>
                </a:lnTo>
                <a:lnTo>
                  <a:pt x="101546" y="154305"/>
                </a:lnTo>
                <a:lnTo>
                  <a:pt x="99882" y="154359"/>
                </a:lnTo>
                <a:lnTo>
                  <a:pt x="98260" y="154521"/>
                </a:lnTo>
                <a:lnTo>
                  <a:pt x="96678" y="154791"/>
                </a:lnTo>
                <a:lnTo>
                  <a:pt x="95138" y="155169"/>
                </a:lnTo>
                <a:lnTo>
                  <a:pt x="93639" y="155655"/>
                </a:lnTo>
                <a:lnTo>
                  <a:pt x="92181" y="156250"/>
                </a:lnTo>
                <a:lnTo>
                  <a:pt x="90764" y="156952"/>
                </a:lnTo>
                <a:lnTo>
                  <a:pt x="89388" y="157762"/>
                </a:lnTo>
                <a:lnTo>
                  <a:pt x="88053" y="158681"/>
                </a:lnTo>
                <a:lnTo>
                  <a:pt x="86760" y="159707"/>
                </a:lnTo>
                <a:lnTo>
                  <a:pt x="85507" y="160841"/>
                </a:lnTo>
                <a:lnTo>
                  <a:pt x="84296" y="162084"/>
                </a:lnTo>
                <a:lnTo>
                  <a:pt x="83155" y="163393"/>
                </a:lnTo>
                <a:lnTo>
                  <a:pt x="82113" y="164730"/>
                </a:lnTo>
                <a:lnTo>
                  <a:pt x="81171" y="166092"/>
                </a:lnTo>
                <a:lnTo>
                  <a:pt x="80328" y="167481"/>
                </a:lnTo>
                <a:lnTo>
                  <a:pt x="79583" y="168897"/>
                </a:lnTo>
                <a:lnTo>
                  <a:pt x="78938" y="170339"/>
                </a:lnTo>
                <a:lnTo>
                  <a:pt x="78393" y="171807"/>
                </a:lnTo>
                <a:lnTo>
                  <a:pt x="77946" y="173302"/>
                </a:lnTo>
                <a:lnTo>
                  <a:pt x="77599" y="174823"/>
                </a:lnTo>
                <a:lnTo>
                  <a:pt x="77351" y="176371"/>
                </a:lnTo>
                <a:lnTo>
                  <a:pt x="77202" y="177946"/>
                </a:lnTo>
                <a:lnTo>
                  <a:pt x="77152" y="179546"/>
                </a:lnTo>
                <a:lnTo>
                  <a:pt x="77202" y="181141"/>
                </a:lnTo>
                <a:lnTo>
                  <a:pt x="77352" y="182699"/>
                </a:lnTo>
                <a:lnTo>
                  <a:pt x="77602" y="184219"/>
                </a:lnTo>
                <a:lnTo>
                  <a:pt x="77952" y="185702"/>
                </a:lnTo>
                <a:lnTo>
                  <a:pt x="78402" y="187148"/>
                </a:lnTo>
                <a:lnTo>
                  <a:pt x="78952" y="188555"/>
                </a:lnTo>
                <a:lnTo>
                  <a:pt x="79602" y="189926"/>
                </a:lnTo>
                <a:lnTo>
                  <a:pt x="80351" y="191258"/>
                </a:lnTo>
                <a:lnTo>
                  <a:pt x="81201" y="192554"/>
                </a:lnTo>
                <a:lnTo>
                  <a:pt x="82151" y="193812"/>
                </a:lnTo>
                <a:lnTo>
                  <a:pt x="83201" y="195032"/>
                </a:lnTo>
                <a:lnTo>
                  <a:pt x="84350" y="196215"/>
                </a:lnTo>
                <a:lnTo>
                  <a:pt x="85570" y="197331"/>
                </a:lnTo>
                <a:lnTo>
                  <a:pt x="86830" y="198349"/>
                </a:lnTo>
                <a:lnTo>
                  <a:pt x="88131" y="199271"/>
                </a:lnTo>
                <a:lnTo>
                  <a:pt x="89472" y="200096"/>
                </a:lnTo>
                <a:lnTo>
                  <a:pt x="90853" y="200823"/>
                </a:lnTo>
                <a:lnTo>
                  <a:pt x="92275" y="201454"/>
                </a:lnTo>
                <a:lnTo>
                  <a:pt x="93737" y="201987"/>
                </a:lnTo>
                <a:lnTo>
                  <a:pt x="95240" y="202424"/>
                </a:lnTo>
                <a:lnTo>
                  <a:pt x="96783" y="202763"/>
                </a:lnTo>
                <a:lnTo>
                  <a:pt x="98366" y="203006"/>
                </a:lnTo>
                <a:lnTo>
                  <a:pt x="99990" y="203151"/>
                </a:lnTo>
                <a:lnTo>
                  <a:pt x="101654" y="203200"/>
                </a:lnTo>
                <a:lnTo>
                  <a:pt x="103318" y="203151"/>
                </a:lnTo>
                <a:lnTo>
                  <a:pt x="104940" y="203006"/>
                </a:lnTo>
                <a:lnTo>
                  <a:pt x="106522" y="202763"/>
                </a:lnTo>
                <a:lnTo>
                  <a:pt x="108062" y="202423"/>
                </a:lnTo>
                <a:lnTo>
                  <a:pt x="109561" y="201986"/>
                </a:lnTo>
                <a:lnTo>
                  <a:pt x="111019" y="201451"/>
                </a:lnTo>
                <a:lnTo>
                  <a:pt x="112436" y="200820"/>
                </a:lnTo>
                <a:lnTo>
                  <a:pt x="113812" y="200091"/>
                </a:lnTo>
                <a:lnTo>
                  <a:pt x="115147" y="199266"/>
                </a:lnTo>
                <a:lnTo>
                  <a:pt x="116440" y="198343"/>
                </a:lnTo>
                <a:lnTo>
                  <a:pt x="117693" y="197323"/>
                </a:lnTo>
                <a:lnTo>
                  <a:pt x="118904" y="196205"/>
                </a:lnTo>
                <a:close/>
                <a:moveTo>
                  <a:pt x="60325" y="90805"/>
                </a:moveTo>
                <a:lnTo>
                  <a:pt x="142875" y="90805"/>
                </a:lnTo>
                <a:lnTo>
                  <a:pt x="142875" y="60325"/>
                </a:lnTo>
                <a:lnTo>
                  <a:pt x="142791" y="57494"/>
                </a:lnTo>
                <a:lnTo>
                  <a:pt x="142541" y="54735"/>
                </a:lnTo>
                <a:lnTo>
                  <a:pt x="142123" y="52048"/>
                </a:lnTo>
                <a:lnTo>
                  <a:pt x="141539" y="49433"/>
                </a:lnTo>
                <a:lnTo>
                  <a:pt x="140787" y="46889"/>
                </a:lnTo>
                <a:lnTo>
                  <a:pt x="139868" y="44417"/>
                </a:lnTo>
                <a:lnTo>
                  <a:pt x="138783" y="42016"/>
                </a:lnTo>
                <a:lnTo>
                  <a:pt x="137530" y="39688"/>
                </a:lnTo>
                <a:lnTo>
                  <a:pt x="136110" y="37430"/>
                </a:lnTo>
                <a:lnTo>
                  <a:pt x="134523" y="35245"/>
                </a:lnTo>
                <a:lnTo>
                  <a:pt x="132769" y="33132"/>
                </a:lnTo>
                <a:lnTo>
                  <a:pt x="130848" y="31090"/>
                </a:lnTo>
                <a:lnTo>
                  <a:pt x="128808" y="29167"/>
                </a:lnTo>
                <a:lnTo>
                  <a:pt x="126696" y="27411"/>
                </a:lnTo>
                <a:lnTo>
                  <a:pt x="124512" y="25822"/>
                </a:lnTo>
                <a:lnTo>
                  <a:pt x="122257" y="24401"/>
                </a:lnTo>
                <a:lnTo>
                  <a:pt x="119931" y="23147"/>
                </a:lnTo>
                <a:lnTo>
                  <a:pt x="117532" y="22060"/>
                </a:lnTo>
                <a:lnTo>
                  <a:pt x="115062" y="21140"/>
                </a:lnTo>
                <a:lnTo>
                  <a:pt x="112521" y="20388"/>
                </a:lnTo>
                <a:lnTo>
                  <a:pt x="109907" y="19802"/>
                </a:lnTo>
                <a:lnTo>
                  <a:pt x="107223" y="19384"/>
                </a:lnTo>
                <a:lnTo>
                  <a:pt x="104466" y="19134"/>
                </a:lnTo>
                <a:lnTo>
                  <a:pt x="101638" y="19050"/>
                </a:lnTo>
                <a:lnTo>
                  <a:pt x="98810" y="19134"/>
                </a:lnTo>
                <a:lnTo>
                  <a:pt x="96053" y="19384"/>
                </a:lnTo>
                <a:lnTo>
                  <a:pt x="93366" y="19802"/>
                </a:lnTo>
                <a:lnTo>
                  <a:pt x="90751" y="20388"/>
                </a:lnTo>
                <a:lnTo>
                  <a:pt x="88207" y="21140"/>
                </a:lnTo>
                <a:lnTo>
                  <a:pt x="85735" y="22060"/>
                </a:lnTo>
                <a:lnTo>
                  <a:pt x="83333" y="23147"/>
                </a:lnTo>
                <a:lnTo>
                  <a:pt x="81002" y="24401"/>
                </a:lnTo>
                <a:lnTo>
                  <a:pt x="78742" y="25822"/>
                </a:lnTo>
                <a:lnTo>
                  <a:pt x="76554" y="27411"/>
                </a:lnTo>
                <a:lnTo>
                  <a:pt x="74436" y="29167"/>
                </a:lnTo>
                <a:lnTo>
                  <a:pt x="72390" y="31090"/>
                </a:lnTo>
                <a:lnTo>
                  <a:pt x="70463" y="33132"/>
                </a:lnTo>
                <a:lnTo>
                  <a:pt x="68703" y="35245"/>
                </a:lnTo>
                <a:lnTo>
                  <a:pt x="67112" y="37430"/>
                </a:lnTo>
                <a:lnTo>
                  <a:pt x="65687" y="39688"/>
                </a:lnTo>
                <a:lnTo>
                  <a:pt x="64430" y="42016"/>
                </a:lnTo>
                <a:lnTo>
                  <a:pt x="63341" y="44417"/>
                </a:lnTo>
                <a:lnTo>
                  <a:pt x="62420" y="46889"/>
                </a:lnTo>
                <a:lnTo>
                  <a:pt x="61666" y="49433"/>
                </a:lnTo>
                <a:lnTo>
                  <a:pt x="61079" y="52048"/>
                </a:lnTo>
                <a:lnTo>
                  <a:pt x="60660" y="54735"/>
                </a:lnTo>
                <a:lnTo>
                  <a:pt x="60409" y="57494"/>
                </a:lnTo>
                <a:lnTo>
                  <a:pt x="60325" y="60325"/>
                </a:lnTo>
                <a:lnTo>
                  <a:pt x="60325" y="90805"/>
                </a:lnTo>
                <a:close/>
                <a:moveTo>
                  <a:pt x="19050" y="247650"/>
                </a:moveTo>
                <a:lnTo>
                  <a:pt x="19050" y="109855"/>
                </a:lnTo>
                <a:lnTo>
                  <a:pt x="19050" y="2476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블록 정리 (D+n)"/>
          <p:cNvSpPr/>
          <p:nvPr/>
        </p:nvSpPr>
        <p:spPr>
          <a:xfrm>
            <a:off x="487680" y="5135880"/>
            <a:ext cx="2895600" cy="7924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733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정리 (D+n)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CDC 끄기 · 이관 로그인 비활성화</a:t>
            </a:r>
          </a:p>
        </p:txBody>
      </p:sp>
      <p:sp>
        <p:nvSpPr>
          <p:cNvPr id="22" name="아이콘 task_alt"/>
          <p:cNvSpPr/>
          <p:nvPr/>
        </p:nvSpPr>
        <p:spPr>
          <a:xfrm>
            <a:off x="1808480" y="5184140"/>
            <a:ext cx="254317" cy="254000"/>
          </a:xfrm>
          <a:custGeom>
            <a:avLst/>
            <a:gdLst/>
            <a:ahLst/>
            <a:cxnLst/>
            <a:rect l="l" t="t" r="r" b="b"/>
            <a:pathLst>
              <a:path w="254317" h="254000">
                <a:moveTo>
                  <a:pt x="127000" y="254000"/>
                </a:moveTo>
                <a:lnTo>
                  <a:pt x="122529" y="253933"/>
                </a:lnTo>
                <a:lnTo>
                  <a:pt x="118110" y="253731"/>
                </a:lnTo>
                <a:lnTo>
                  <a:pt x="113744" y="253395"/>
                </a:lnTo>
                <a:lnTo>
                  <a:pt x="109432" y="252924"/>
                </a:lnTo>
                <a:lnTo>
                  <a:pt x="105172" y="252319"/>
                </a:lnTo>
                <a:lnTo>
                  <a:pt x="100965" y="251579"/>
                </a:lnTo>
                <a:lnTo>
                  <a:pt x="96811" y="250705"/>
                </a:lnTo>
                <a:lnTo>
                  <a:pt x="92710" y="249696"/>
                </a:lnTo>
                <a:lnTo>
                  <a:pt x="88662" y="248553"/>
                </a:lnTo>
                <a:lnTo>
                  <a:pt x="84667" y="247275"/>
                </a:lnTo>
                <a:lnTo>
                  <a:pt x="80724" y="245863"/>
                </a:lnTo>
                <a:lnTo>
                  <a:pt x="76835" y="244316"/>
                </a:lnTo>
                <a:lnTo>
                  <a:pt x="73014" y="242650"/>
                </a:lnTo>
                <a:lnTo>
                  <a:pt x="69277" y="240881"/>
                </a:lnTo>
                <a:lnTo>
                  <a:pt x="65623" y="239008"/>
                </a:lnTo>
                <a:lnTo>
                  <a:pt x="62054" y="237031"/>
                </a:lnTo>
                <a:lnTo>
                  <a:pt x="58568" y="234951"/>
                </a:lnTo>
                <a:lnTo>
                  <a:pt x="55166" y="232767"/>
                </a:lnTo>
                <a:lnTo>
                  <a:pt x="51847" y="230480"/>
                </a:lnTo>
                <a:lnTo>
                  <a:pt x="48613" y="228088"/>
                </a:lnTo>
                <a:lnTo>
                  <a:pt x="45462" y="225594"/>
                </a:lnTo>
                <a:lnTo>
                  <a:pt x="42395" y="222995"/>
                </a:lnTo>
                <a:lnTo>
                  <a:pt x="39412" y="220293"/>
                </a:lnTo>
                <a:lnTo>
                  <a:pt x="36512" y="217488"/>
                </a:lnTo>
                <a:lnTo>
                  <a:pt x="33707" y="214588"/>
                </a:lnTo>
                <a:lnTo>
                  <a:pt x="31005" y="211605"/>
                </a:lnTo>
                <a:lnTo>
                  <a:pt x="28406" y="208538"/>
                </a:lnTo>
                <a:lnTo>
                  <a:pt x="25912" y="205387"/>
                </a:lnTo>
                <a:lnTo>
                  <a:pt x="23520" y="202153"/>
                </a:lnTo>
                <a:lnTo>
                  <a:pt x="21233" y="198834"/>
                </a:lnTo>
                <a:lnTo>
                  <a:pt x="19049" y="195432"/>
                </a:lnTo>
                <a:lnTo>
                  <a:pt x="16969" y="191946"/>
                </a:lnTo>
                <a:lnTo>
                  <a:pt x="14992" y="188377"/>
                </a:lnTo>
                <a:lnTo>
                  <a:pt x="13119" y="184723"/>
                </a:lnTo>
                <a:lnTo>
                  <a:pt x="11350" y="180986"/>
                </a:lnTo>
                <a:lnTo>
                  <a:pt x="9684" y="177165"/>
                </a:lnTo>
                <a:lnTo>
                  <a:pt x="8137" y="173276"/>
                </a:lnTo>
                <a:lnTo>
                  <a:pt x="6725" y="169333"/>
                </a:lnTo>
                <a:lnTo>
                  <a:pt x="5447" y="165338"/>
                </a:lnTo>
                <a:lnTo>
                  <a:pt x="4304" y="161290"/>
                </a:lnTo>
                <a:lnTo>
                  <a:pt x="3295" y="157189"/>
                </a:lnTo>
                <a:lnTo>
                  <a:pt x="2421" y="153035"/>
                </a:lnTo>
                <a:lnTo>
                  <a:pt x="1681" y="148828"/>
                </a:lnTo>
                <a:lnTo>
                  <a:pt x="1076" y="144568"/>
                </a:lnTo>
                <a:lnTo>
                  <a:pt x="605" y="140256"/>
                </a:lnTo>
                <a:lnTo>
                  <a:pt x="269" y="135890"/>
                </a:lnTo>
                <a:lnTo>
                  <a:pt x="67" y="131471"/>
                </a:lnTo>
                <a:lnTo>
                  <a:pt x="0" y="127000"/>
                </a:lnTo>
                <a:lnTo>
                  <a:pt x="67" y="122579"/>
                </a:lnTo>
                <a:lnTo>
                  <a:pt x="269" y="118207"/>
                </a:lnTo>
                <a:lnTo>
                  <a:pt x="605" y="113883"/>
                </a:lnTo>
                <a:lnTo>
                  <a:pt x="1076" y="109608"/>
                </a:lnTo>
                <a:lnTo>
                  <a:pt x="1681" y="105381"/>
                </a:lnTo>
                <a:lnTo>
                  <a:pt x="2421" y="101203"/>
                </a:lnTo>
                <a:lnTo>
                  <a:pt x="3295" y="97073"/>
                </a:lnTo>
                <a:lnTo>
                  <a:pt x="4304" y="92992"/>
                </a:lnTo>
                <a:lnTo>
                  <a:pt x="5447" y="88960"/>
                </a:lnTo>
                <a:lnTo>
                  <a:pt x="6725" y="84975"/>
                </a:lnTo>
                <a:lnTo>
                  <a:pt x="8137" y="81040"/>
                </a:lnTo>
                <a:lnTo>
                  <a:pt x="9684" y="77152"/>
                </a:lnTo>
                <a:lnTo>
                  <a:pt x="11350" y="73331"/>
                </a:lnTo>
                <a:lnTo>
                  <a:pt x="13119" y="69594"/>
                </a:lnTo>
                <a:lnTo>
                  <a:pt x="14992" y="65941"/>
                </a:lnTo>
                <a:lnTo>
                  <a:pt x="16969" y="62371"/>
                </a:lnTo>
                <a:lnTo>
                  <a:pt x="19049" y="58885"/>
                </a:lnTo>
                <a:lnTo>
                  <a:pt x="21233" y="55483"/>
                </a:lnTo>
                <a:lnTo>
                  <a:pt x="23520" y="52165"/>
                </a:lnTo>
                <a:lnTo>
                  <a:pt x="25912" y="48930"/>
                </a:lnTo>
                <a:lnTo>
                  <a:pt x="28406" y="45780"/>
                </a:lnTo>
                <a:lnTo>
                  <a:pt x="31005" y="42713"/>
                </a:lnTo>
                <a:lnTo>
                  <a:pt x="33707" y="39729"/>
                </a:lnTo>
                <a:lnTo>
                  <a:pt x="36512" y="36830"/>
                </a:lnTo>
                <a:lnTo>
                  <a:pt x="39412" y="34023"/>
                </a:lnTo>
                <a:lnTo>
                  <a:pt x="42395" y="31318"/>
                </a:lnTo>
                <a:lnTo>
                  <a:pt x="45462" y="28714"/>
                </a:lnTo>
                <a:lnTo>
                  <a:pt x="48613" y="26211"/>
                </a:lnTo>
                <a:lnTo>
                  <a:pt x="51847" y="23810"/>
                </a:lnTo>
                <a:lnTo>
                  <a:pt x="55166" y="21511"/>
                </a:lnTo>
                <a:lnTo>
                  <a:pt x="58568" y="19312"/>
                </a:lnTo>
                <a:lnTo>
                  <a:pt x="62054" y="17216"/>
                </a:lnTo>
                <a:lnTo>
                  <a:pt x="65623" y="15220"/>
                </a:lnTo>
                <a:lnTo>
                  <a:pt x="69277" y="13326"/>
                </a:lnTo>
                <a:lnTo>
                  <a:pt x="73014" y="11534"/>
                </a:lnTo>
                <a:lnTo>
                  <a:pt x="76835" y="9842"/>
                </a:lnTo>
                <a:lnTo>
                  <a:pt x="80724" y="8270"/>
                </a:lnTo>
                <a:lnTo>
                  <a:pt x="84667" y="6835"/>
                </a:lnTo>
                <a:lnTo>
                  <a:pt x="88662" y="5536"/>
                </a:lnTo>
                <a:lnTo>
                  <a:pt x="92710" y="4374"/>
                </a:lnTo>
                <a:lnTo>
                  <a:pt x="96811" y="3349"/>
                </a:lnTo>
                <a:lnTo>
                  <a:pt x="100965" y="2461"/>
                </a:lnTo>
                <a:lnTo>
                  <a:pt x="105172" y="1709"/>
                </a:lnTo>
                <a:lnTo>
                  <a:pt x="109432" y="1094"/>
                </a:lnTo>
                <a:lnTo>
                  <a:pt x="113744" y="615"/>
                </a:lnTo>
                <a:lnTo>
                  <a:pt x="118110" y="273"/>
                </a:lnTo>
                <a:lnTo>
                  <a:pt x="122529" y="68"/>
                </a:lnTo>
                <a:lnTo>
                  <a:pt x="127000" y="0"/>
                </a:lnTo>
                <a:lnTo>
                  <a:pt x="130947" y="53"/>
                </a:lnTo>
                <a:lnTo>
                  <a:pt x="134849" y="212"/>
                </a:lnTo>
                <a:lnTo>
                  <a:pt x="138708" y="476"/>
                </a:lnTo>
                <a:lnTo>
                  <a:pt x="142522" y="847"/>
                </a:lnTo>
                <a:lnTo>
                  <a:pt x="146293" y="1323"/>
                </a:lnTo>
                <a:lnTo>
                  <a:pt x="150019" y="1905"/>
                </a:lnTo>
                <a:lnTo>
                  <a:pt x="153701" y="2593"/>
                </a:lnTo>
                <a:lnTo>
                  <a:pt x="157339" y="3387"/>
                </a:lnTo>
                <a:lnTo>
                  <a:pt x="160933" y="4286"/>
                </a:lnTo>
                <a:lnTo>
                  <a:pt x="164483" y="5292"/>
                </a:lnTo>
                <a:lnTo>
                  <a:pt x="167988" y="6403"/>
                </a:lnTo>
                <a:lnTo>
                  <a:pt x="171450" y="7620"/>
                </a:lnTo>
                <a:lnTo>
                  <a:pt x="174861" y="8930"/>
                </a:lnTo>
                <a:lnTo>
                  <a:pt x="178215" y="10319"/>
                </a:lnTo>
                <a:lnTo>
                  <a:pt x="181511" y="11787"/>
                </a:lnTo>
                <a:lnTo>
                  <a:pt x="184750" y="13335"/>
                </a:lnTo>
                <a:lnTo>
                  <a:pt x="187931" y="14962"/>
                </a:lnTo>
                <a:lnTo>
                  <a:pt x="191056" y="16669"/>
                </a:lnTo>
                <a:lnTo>
                  <a:pt x="194123" y="18455"/>
                </a:lnTo>
                <a:lnTo>
                  <a:pt x="197132" y="20320"/>
                </a:lnTo>
                <a:lnTo>
                  <a:pt x="200085" y="22265"/>
                </a:lnTo>
                <a:lnTo>
                  <a:pt x="202980" y="24289"/>
                </a:lnTo>
                <a:lnTo>
                  <a:pt x="205817" y="26392"/>
                </a:lnTo>
                <a:lnTo>
                  <a:pt x="208597" y="28575"/>
                </a:lnTo>
                <a:lnTo>
                  <a:pt x="194945" y="42228"/>
                </a:lnTo>
                <a:lnTo>
                  <a:pt x="192595" y="40411"/>
                </a:lnTo>
                <a:lnTo>
                  <a:pt x="190200" y="38664"/>
                </a:lnTo>
                <a:lnTo>
                  <a:pt x="187762" y="36989"/>
                </a:lnTo>
                <a:lnTo>
                  <a:pt x="185279" y="35384"/>
                </a:lnTo>
                <a:lnTo>
                  <a:pt x="182752" y="33849"/>
                </a:lnTo>
                <a:lnTo>
                  <a:pt x="180181" y="32385"/>
                </a:lnTo>
                <a:lnTo>
                  <a:pt x="177566" y="30992"/>
                </a:lnTo>
                <a:lnTo>
                  <a:pt x="174907" y="29669"/>
                </a:lnTo>
                <a:lnTo>
                  <a:pt x="172204" y="28416"/>
                </a:lnTo>
                <a:lnTo>
                  <a:pt x="169457" y="27234"/>
                </a:lnTo>
                <a:lnTo>
                  <a:pt x="166665" y="26123"/>
                </a:lnTo>
                <a:lnTo>
                  <a:pt x="163830" y="25082"/>
                </a:lnTo>
                <a:lnTo>
                  <a:pt x="160955" y="24119"/>
                </a:lnTo>
                <a:lnTo>
                  <a:pt x="158044" y="23239"/>
                </a:lnTo>
                <a:lnTo>
                  <a:pt x="155099" y="22443"/>
                </a:lnTo>
                <a:lnTo>
                  <a:pt x="152118" y="21731"/>
                </a:lnTo>
                <a:lnTo>
                  <a:pt x="149102" y="21103"/>
                </a:lnTo>
                <a:lnTo>
                  <a:pt x="146050" y="20558"/>
                </a:lnTo>
                <a:lnTo>
                  <a:pt x="142963" y="20097"/>
                </a:lnTo>
                <a:lnTo>
                  <a:pt x="139841" y="19720"/>
                </a:lnTo>
                <a:lnTo>
                  <a:pt x="136684" y="19427"/>
                </a:lnTo>
                <a:lnTo>
                  <a:pt x="133491" y="19218"/>
                </a:lnTo>
                <a:lnTo>
                  <a:pt x="130263" y="19092"/>
                </a:lnTo>
                <a:lnTo>
                  <a:pt x="127000" y="19050"/>
                </a:lnTo>
                <a:lnTo>
                  <a:pt x="119432" y="19265"/>
                </a:lnTo>
                <a:lnTo>
                  <a:pt x="112073" y="19910"/>
                </a:lnTo>
                <a:lnTo>
                  <a:pt x="104924" y="20985"/>
                </a:lnTo>
                <a:lnTo>
                  <a:pt x="97984" y="22490"/>
                </a:lnTo>
                <a:lnTo>
                  <a:pt x="91254" y="24424"/>
                </a:lnTo>
                <a:lnTo>
                  <a:pt x="84733" y="26789"/>
                </a:lnTo>
                <a:lnTo>
                  <a:pt x="78421" y="29584"/>
                </a:lnTo>
                <a:lnTo>
                  <a:pt x="72319" y="32808"/>
                </a:lnTo>
                <a:lnTo>
                  <a:pt x="66427" y="36463"/>
                </a:lnTo>
                <a:lnTo>
                  <a:pt x="60744" y="40547"/>
                </a:lnTo>
                <a:lnTo>
                  <a:pt x="55270" y="45062"/>
                </a:lnTo>
                <a:lnTo>
                  <a:pt x="50006" y="50006"/>
                </a:lnTo>
                <a:lnTo>
                  <a:pt x="45062" y="55270"/>
                </a:lnTo>
                <a:lnTo>
                  <a:pt x="40547" y="60744"/>
                </a:lnTo>
                <a:lnTo>
                  <a:pt x="36463" y="66427"/>
                </a:lnTo>
                <a:lnTo>
                  <a:pt x="32808" y="72319"/>
                </a:lnTo>
                <a:lnTo>
                  <a:pt x="29584" y="78421"/>
                </a:lnTo>
                <a:lnTo>
                  <a:pt x="26789" y="84733"/>
                </a:lnTo>
                <a:lnTo>
                  <a:pt x="24424" y="91254"/>
                </a:lnTo>
                <a:lnTo>
                  <a:pt x="22490" y="97984"/>
                </a:lnTo>
                <a:lnTo>
                  <a:pt x="20985" y="104924"/>
                </a:lnTo>
                <a:lnTo>
                  <a:pt x="19910" y="112073"/>
                </a:lnTo>
                <a:lnTo>
                  <a:pt x="19265" y="119432"/>
                </a:lnTo>
                <a:lnTo>
                  <a:pt x="19050" y="127000"/>
                </a:lnTo>
                <a:lnTo>
                  <a:pt x="19265" y="134568"/>
                </a:lnTo>
                <a:lnTo>
                  <a:pt x="19910" y="141927"/>
                </a:lnTo>
                <a:lnTo>
                  <a:pt x="20985" y="149076"/>
                </a:lnTo>
                <a:lnTo>
                  <a:pt x="22490" y="156016"/>
                </a:lnTo>
                <a:lnTo>
                  <a:pt x="24424" y="162746"/>
                </a:lnTo>
                <a:lnTo>
                  <a:pt x="26789" y="169267"/>
                </a:lnTo>
                <a:lnTo>
                  <a:pt x="29584" y="175579"/>
                </a:lnTo>
                <a:lnTo>
                  <a:pt x="32808" y="181681"/>
                </a:lnTo>
                <a:lnTo>
                  <a:pt x="36463" y="187573"/>
                </a:lnTo>
                <a:lnTo>
                  <a:pt x="40547" y="193256"/>
                </a:lnTo>
                <a:lnTo>
                  <a:pt x="45062" y="198730"/>
                </a:lnTo>
                <a:lnTo>
                  <a:pt x="50006" y="203994"/>
                </a:lnTo>
                <a:lnTo>
                  <a:pt x="55270" y="208938"/>
                </a:lnTo>
                <a:lnTo>
                  <a:pt x="60744" y="213453"/>
                </a:lnTo>
                <a:lnTo>
                  <a:pt x="66427" y="217537"/>
                </a:lnTo>
                <a:lnTo>
                  <a:pt x="72319" y="221192"/>
                </a:lnTo>
                <a:lnTo>
                  <a:pt x="78421" y="224416"/>
                </a:lnTo>
                <a:lnTo>
                  <a:pt x="84733" y="227211"/>
                </a:lnTo>
                <a:lnTo>
                  <a:pt x="91254" y="229576"/>
                </a:lnTo>
                <a:lnTo>
                  <a:pt x="97984" y="231510"/>
                </a:lnTo>
                <a:lnTo>
                  <a:pt x="104924" y="233015"/>
                </a:lnTo>
                <a:lnTo>
                  <a:pt x="112073" y="234090"/>
                </a:lnTo>
                <a:lnTo>
                  <a:pt x="119432" y="234735"/>
                </a:lnTo>
                <a:lnTo>
                  <a:pt x="127000" y="234950"/>
                </a:lnTo>
                <a:lnTo>
                  <a:pt x="134568" y="234735"/>
                </a:lnTo>
                <a:lnTo>
                  <a:pt x="141927" y="234090"/>
                </a:lnTo>
                <a:lnTo>
                  <a:pt x="149076" y="233015"/>
                </a:lnTo>
                <a:lnTo>
                  <a:pt x="156016" y="231510"/>
                </a:lnTo>
                <a:lnTo>
                  <a:pt x="162746" y="229576"/>
                </a:lnTo>
                <a:lnTo>
                  <a:pt x="169267" y="227211"/>
                </a:lnTo>
                <a:lnTo>
                  <a:pt x="175579" y="224416"/>
                </a:lnTo>
                <a:lnTo>
                  <a:pt x="181681" y="221192"/>
                </a:lnTo>
                <a:lnTo>
                  <a:pt x="187573" y="217537"/>
                </a:lnTo>
                <a:lnTo>
                  <a:pt x="193256" y="213453"/>
                </a:lnTo>
                <a:lnTo>
                  <a:pt x="198730" y="208938"/>
                </a:lnTo>
                <a:lnTo>
                  <a:pt x="203994" y="203994"/>
                </a:lnTo>
                <a:lnTo>
                  <a:pt x="208938" y="198730"/>
                </a:lnTo>
                <a:lnTo>
                  <a:pt x="213453" y="193256"/>
                </a:lnTo>
                <a:lnTo>
                  <a:pt x="217537" y="187573"/>
                </a:lnTo>
                <a:lnTo>
                  <a:pt x="221192" y="181681"/>
                </a:lnTo>
                <a:lnTo>
                  <a:pt x="224416" y="175579"/>
                </a:lnTo>
                <a:lnTo>
                  <a:pt x="227211" y="169267"/>
                </a:lnTo>
                <a:lnTo>
                  <a:pt x="229576" y="162746"/>
                </a:lnTo>
                <a:lnTo>
                  <a:pt x="231510" y="156016"/>
                </a:lnTo>
                <a:lnTo>
                  <a:pt x="233015" y="149076"/>
                </a:lnTo>
                <a:lnTo>
                  <a:pt x="234090" y="141927"/>
                </a:lnTo>
                <a:lnTo>
                  <a:pt x="234735" y="134568"/>
                </a:lnTo>
                <a:lnTo>
                  <a:pt x="234950" y="127000"/>
                </a:lnTo>
                <a:lnTo>
                  <a:pt x="234940" y="125416"/>
                </a:lnTo>
                <a:lnTo>
                  <a:pt x="234910" y="123838"/>
                </a:lnTo>
                <a:lnTo>
                  <a:pt x="234861" y="122267"/>
                </a:lnTo>
                <a:lnTo>
                  <a:pt x="234791" y="120703"/>
                </a:lnTo>
                <a:lnTo>
                  <a:pt x="234702" y="119145"/>
                </a:lnTo>
                <a:lnTo>
                  <a:pt x="234593" y="117594"/>
                </a:lnTo>
                <a:lnTo>
                  <a:pt x="234464" y="116050"/>
                </a:lnTo>
                <a:lnTo>
                  <a:pt x="234315" y="114512"/>
                </a:lnTo>
                <a:lnTo>
                  <a:pt x="234146" y="112980"/>
                </a:lnTo>
                <a:lnTo>
                  <a:pt x="233958" y="111456"/>
                </a:lnTo>
                <a:lnTo>
                  <a:pt x="233749" y="109938"/>
                </a:lnTo>
                <a:lnTo>
                  <a:pt x="233521" y="108426"/>
                </a:lnTo>
                <a:lnTo>
                  <a:pt x="233273" y="106921"/>
                </a:lnTo>
                <a:lnTo>
                  <a:pt x="233005" y="105423"/>
                </a:lnTo>
                <a:lnTo>
                  <a:pt x="232718" y="103932"/>
                </a:lnTo>
                <a:lnTo>
                  <a:pt x="232410" y="102447"/>
                </a:lnTo>
                <a:lnTo>
                  <a:pt x="232083" y="100968"/>
                </a:lnTo>
                <a:lnTo>
                  <a:pt x="231735" y="99497"/>
                </a:lnTo>
                <a:lnTo>
                  <a:pt x="231368" y="98031"/>
                </a:lnTo>
                <a:lnTo>
                  <a:pt x="230981" y="96573"/>
                </a:lnTo>
                <a:lnTo>
                  <a:pt x="230574" y="95121"/>
                </a:lnTo>
                <a:lnTo>
                  <a:pt x="230148" y="93676"/>
                </a:lnTo>
                <a:lnTo>
                  <a:pt x="229701" y="92237"/>
                </a:lnTo>
                <a:lnTo>
                  <a:pt x="229235" y="90805"/>
                </a:lnTo>
                <a:lnTo>
                  <a:pt x="243840" y="76200"/>
                </a:lnTo>
                <a:lnTo>
                  <a:pt x="244669" y="78165"/>
                </a:lnTo>
                <a:lnTo>
                  <a:pt x="245463" y="80142"/>
                </a:lnTo>
                <a:lnTo>
                  <a:pt x="246221" y="82133"/>
                </a:lnTo>
                <a:lnTo>
                  <a:pt x="246944" y="84138"/>
                </a:lnTo>
                <a:lnTo>
                  <a:pt x="247632" y="86155"/>
                </a:lnTo>
                <a:lnTo>
                  <a:pt x="248285" y="88186"/>
                </a:lnTo>
                <a:lnTo>
                  <a:pt x="248902" y="90230"/>
                </a:lnTo>
                <a:lnTo>
                  <a:pt x="249484" y="92287"/>
                </a:lnTo>
                <a:lnTo>
                  <a:pt x="250031" y="94357"/>
                </a:lnTo>
                <a:lnTo>
                  <a:pt x="250543" y="96441"/>
                </a:lnTo>
                <a:lnTo>
                  <a:pt x="251019" y="98537"/>
                </a:lnTo>
                <a:lnTo>
                  <a:pt x="251460" y="100648"/>
                </a:lnTo>
                <a:lnTo>
                  <a:pt x="251866" y="102771"/>
                </a:lnTo>
                <a:lnTo>
                  <a:pt x="252236" y="104907"/>
                </a:lnTo>
                <a:lnTo>
                  <a:pt x="252571" y="107057"/>
                </a:lnTo>
                <a:lnTo>
                  <a:pt x="252871" y="109220"/>
                </a:lnTo>
                <a:lnTo>
                  <a:pt x="253136" y="111396"/>
                </a:lnTo>
                <a:lnTo>
                  <a:pt x="253365" y="113586"/>
                </a:lnTo>
                <a:lnTo>
                  <a:pt x="253559" y="115788"/>
                </a:lnTo>
                <a:lnTo>
                  <a:pt x="253718" y="118004"/>
                </a:lnTo>
                <a:lnTo>
                  <a:pt x="253841" y="120233"/>
                </a:lnTo>
                <a:lnTo>
                  <a:pt x="253929" y="122476"/>
                </a:lnTo>
                <a:lnTo>
                  <a:pt x="253982" y="124731"/>
                </a:lnTo>
                <a:lnTo>
                  <a:pt x="254000" y="127000"/>
                </a:lnTo>
                <a:lnTo>
                  <a:pt x="253932" y="131471"/>
                </a:lnTo>
                <a:lnTo>
                  <a:pt x="253727" y="135890"/>
                </a:lnTo>
                <a:lnTo>
                  <a:pt x="253385" y="140256"/>
                </a:lnTo>
                <a:lnTo>
                  <a:pt x="252906" y="144568"/>
                </a:lnTo>
                <a:lnTo>
                  <a:pt x="252291" y="148828"/>
                </a:lnTo>
                <a:lnTo>
                  <a:pt x="251539" y="153035"/>
                </a:lnTo>
                <a:lnTo>
                  <a:pt x="250651" y="157189"/>
                </a:lnTo>
                <a:lnTo>
                  <a:pt x="249626" y="161290"/>
                </a:lnTo>
                <a:lnTo>
                  <a:pt x="248464" y="165338"/>
                </a:lnTo>
                <a:lnTo>
                  <a:pt x="247165" y="169333"/>
                </a:lnTo>
                <a:lnTo>
                  <a:pt x="245730" y="173276"/>
                </a:lnTo>
                <a:lnTo>
                  <a:pt x="244158" y="177165"/>
                </a:lnTo>
                <a:lnTo>
                  <a:pt x="242466" y="180986"/>
                </a:lnTo>
                <a:lnTo>
                  <a:pt x="240674" y="184723"/>
                </a:lnTo>
                <a:lnTo>
                  <a:pt x="238780" y="188377"/>
                </a:lnTo>
                <a:lnTo>
                  <a:pt x="236784" y="191946"/>
                </a:lnTo>
                <a:lnTo>
                  <a:pt x="234688" y="195432"/>
                </a:lnTo>
                <a:lnTo>
                  <a:pt x="232489" y="198834"/>
                </a:lnTo>
                <a:lnTo>
                  <a:pt x="230190" y="202153"/>
                </a:lnTo>
                <a:lnTo>
                  <a:pt x="227789" y="205387"/>
                </a:lnTo>
                <a:lnTo>
                  <a:pt x="225286" y="208538"/>
                </a:lnTo>
                <a:lnTo>
                  <a:pt x="222682" y="211605"/>
                </a:lnTo>
                <a:lnTo>
                  <a:pt x="219977" y="214588"/>
                </a:lnTo>
                <a:lnTo>
                  <a:pt x="217170" y="217488"/>
                </a:lnTo>
                <a:lnTo>
                  <a:pt x="214271" y="220293"/>
                </a:lnTo>
                <a:lnTo>
                  <a:pt x="211287" y="222995"/>
                </a:lnTo>
                <a:lnTo>
                  <a:pt x="208220" y="225594"/>
                </a:lnTo>
                <a:lnTo>
                  <a:pt x="205070" y="228088"/>
                </a:lnTo>
                <a:lnTo>
                  <a:pt x="201835" y="230480"/>
                </a:lnTo>
                <a:lnTo>
                  <a:pt x="198517" y="232767"/>
                </a:lnTo>
                <a:lnTo>
                  <a:pt x="195115" y="234951"/>
                </a:lnTo>
                <a:lnTo>
                  <a:pt x="191629" y="237031"/>
                </a:lnTo>
                <a:lnTo>
                  <a:pt x="188059" y="239008"/>
                </a:lnTo>
                <a:lnTo>
                  <a:pt x="184406" y="240881"/>
                </a:lnTo>
                <a:lnTo>
                  <a:pt x="180669" y="242650"/>
                </a:lnTo>
                <a:lnTo>
                  <a:pt x="176848" y="244316"/>
                </a:lnTo>
                <a:lnTo>
                  <a:pt x="172960" y="245863"/>
                </a:lnTo>
                <a:lnTo>
                  <a:pt x="169025" y="247275"/>
                </a:lnTo>
                <a:lnTo>
                  <a:pt x="165040" y="248553"/>
                </a:lnTo>
                <a:lnTo>
                  <a:pt x="161008" y="249696"/>
                </a:lnTo>
                <a:lnTo>
                  <a:pt x="156927" y="250705"/>
                </a:lnTo>
                <a:lnTo>
                  <a:pt x="152797" y="251579"/>
                </a:lnTo>
                <a:lnTo>
                  <a:pt x="148619" y="252319"/>
                </a:lnTo>
                <a:lnTo>
                  <a:pt x="144392" y="252924"/>
                </a:lnTo>
                <a:lnTo>
                  <a:pt x="140117" y="253395"/>
                </a:lnTo>
                <a:lnTo>
                  <a:pt x="135793" y="253731"/>
                </a:lnTo>
                <a:lnTo>
                  <a:pt x="131421" y="253933"/>
                </a:lnTo>
                <a:lnTo>
                  <a:pt x="127000" y="254000"/>
                </a:lnTo>
                <a:close/>
                <a:moveTo>
                  <a:pt x="108268" y="184785"/>
                </a:moveTo>
                <a:lnTo>
                  <a:pt x="55880" y="132080"/>
                </a:lnTo>
                <a:lnTo>
                  <a:pt x="70168" y="117792"/>
                </a:lnTo>
                <a:lnTo>
                  <a:pt x="108268" y="155892"/>
                </a:lnTo>
                <a:lnTo>
                  <a:pt x="239713" y="24448"/>
                </a:lnTo>
                <a:lnTo>
                  <a:pt x="254317" y="38735"/>
                </a:lnTo>
                <a:lnTo>
                  <a:pt x="108268" y="184785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블록 kdms.jar · JDBC 접속"/>
          <p:cNvSpPr/>
          <p:nvPr/>
        </p:nvSpPr>
        <p:spPr>
          <a:xfrm>
            <a:off x="3886200" y="1996440"/>
            <a:ext cx="4419600" cy="944880"/>
          </a:xfrm>
          <a:prstGeom prst="roundRect">
            <a:avLst>
              <a:gd name="adj" fmla="val 9677"/>
            </a:avLst>
          </a:prstGeom>
          <a:solidFill>
            <a:srgbClr val="0B3D2E"/>
          </a:solidFill>
          <a:ln w="18288">
            <a:solidFill>
              <a:srgbClr val="0B3D2E"/>
            </a:solidFill>
          </a:ln>
        </p:spPr>
        <p:txBody>
          <a:bodyPr rtlCol="0" anchor="t" lIns="45720" tIns="36576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kdms.jar · JDBC 접속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원천 1433 · 운영은 인증서 검증(trust_cert=false)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대상 5432 · sslmode 설정 · 그 밖의 연결 0</a:t>
            </a:r>
          </a:p>
        </p:txBody>
      </p:sp>
      <p:sp>
        <p:nvSpPr>
          <p:cNvPr id="24" name="아이콘 deployed_code"/>
          <p:cNvSpPr/>
          <p:nvPr/>
        </p:nvSpPr>
        <p:spPr>
          <a:xfrm>
            <a:off x="5981700" y="2036127"/>
            <a:ext cx="228600" cy="255905"/>
          </a:xfrm>
          <a:custGeom>
            <a:avLst/>
            <a:gdLst/>
            <a:ahLst/>
            <a:cxnLst/>
            <a:rect l="l" t="t" r="r" b="b"/>
            <a:pathLst>
              <a:path w="228600" h="255905">
                <a:moveTo>
                  <a:pt x="104775" y="231458"/>
                </a:moveTo>
                <a:lnTo>
                  <a:pt x="104775" y="133351"/>
                </a:lnTo>
                <a:lnTo>
                  <a:pt x="19050" y="83821"/>
                </a:lnTo>
                <a:lnTo>
                  <a:pt x="19050" y="181928"/>
                </a:lnTo>
                <a:lnTo>
                  <a:pt x="104775" y="231458"/>
                </a:lnTo>
                <a:close/>
                <a:moveTo>
                  <a:pt x="123825" y="231458"/>
                </a:moveTo>
                <a:lnTo>
                  <a:pt x="209550" y="181928"/>
                </a:lnTo>
                <a:lnTo>
                  <a:pt x="209550" y="83503"/>
                </a:lnTo>
                <a:lnTo>
                  <a:pt x="123825" y="133300"/>
                </a:lnTo>
                <a:lnTo>
                  <a:pt x="123825" y="231458"/>
                </a:lnTo>
                <a:close/>
                <a:moveTo>
                  <a:pt x="114300" y="117158"/>
                </a:moveTo>
                <a:lnTo>
                  <a:pt x="198755" y="67945"/>
                </a:lnTo>
                <a:lnTo>
                  <a:pt x="114300" y="19050"/>
                </a:lnTo>
                <a:lnTo>
                  <a:pt x="29528" y="67945"/>
                </a:lnTo>
                <a:lnTo>
                  <a:pt x="114300" y="117158"/>
                </a:lnTo>
                <a:close/>
                <a:moveTo>
                  <a:pt x="9525" y="198438"/>
                </a:moveTo>
                <a:lnTo>
                  <a:pt x="8785" y="197980"/>
                </a:lnTo>
                <a:lnTo>
                  <a:pt x="8073" y="197499"/>
                </a:lnTo>
                <a:lnTo>
                  <a:pt x="7389" y="196994"/>
                </a:lnTo>
                <a:lnTo>
                  <a:pt x="6734" y="196465"/>
                </a:lnTo>
                <a:lnTo>
                  <a:pt x="6106" y="195913"/>
                </a:lnTo>
                <a:lnTo>
                  <a:pt x="5507" y="195337"/>
                </a:lnTo>
                <a:lnTo>
                  <a:pt x="4936" y="194737"/>
                </a:lnTo>
                <a:lnTo>
                  <a:pt x="4393" y="194114"/>
                </a:lnTo>
                <a:lnTo>
                  <a:pt x="3878" y="193468"/>
                </a:lnTo>
                <a:lnTo>
                  <a:pt x="3391" y="192798"/>
                </a:lnTo>
                <a:lnTo>
                  <a:pt x="2932" y="192104"/>
                </a:lnTo>
                <a:lnTo>
                  <a:pt x="2502" y="191386"/>
                </a:lnTo>
                <a:lnTo>
                  <a:pt x="2102" y="190652"/>
                </a:lnTo>
                <a:lnTo>
                  <a:pt x="1737" y="189907"/>
                </a:lnTo>
                <a:lnTo>
                  <a:pt x="1407" y="189153"/>
                </a:lnTo>
                <a:lnTo>
                  <a:pt x="1112" y="188389"/>
                </a:lnTo>
                <a:lnTo>
                  <a:pt x="851" y="187616"/>
                </a:lnTo>
                <a:lnTo>
                  <a:pt x="625" y="186833"/>
                </a:lnTo>
                <a:lnTo>
                  <a:pt x="434" y="186040"/>
                </a:lnTo>
                <a:lnTo>
                  <a:pt x="278" y="185237"/>
                </a:lnTo>
                <a:lnTo>
                  <a:pt x="156" y="184424"/>
                </a:lnTo>
                <a:lnTo>
                  <a:pt x="69" y="183602"/>
                </a:lnTo>
                <a:lnTo>
                  <a:pt x="17" y="182770"/>
                </a:lnTo>
                <a:lnTo>
                  <a:pt x="0" y="181928"/>
                </a:lnTo>
                <a:lnTo>
                  <a:pt x="0" y="73978"/>
                </a:lnTo>
                <a:lnTo>
                  <a:pt x="17" y="73136"/>
                </a:lnTo>
                <a:lnTo>
                  <a:pt x="69" y="72304"/>
                </a:lnTo>
                <a:lnTo>
                  <a:pt x="156" y="71482"/>
                </a:lnTo>
                <a:lnTo>
                  <a:pt x="278" y="70669"/>
                </a:lnTo>
                <a:lnTo>
                  <a:pt x="434" y="69866"/>
                </a:lnTo>
                <a:lnTo>
                  <a:pt x="625" y="69073"/>
                </a:lnTo>
                <a:lnTo>
                  <a:pt x="851" y="68290"/>
                </a:lnTo>
                <a:lnTo>
                  <a:pt x="1112" y="67517"/>
                </a:lnTo>
                <a:lnTo>
                  <a:pt x="1407" y="66753"/>
                </a:lnTo>
                <a:lnTo>
                  <a:pt x="1737" y="65999"/>
                </a:lnTo>
                <a:lnTo>
                  <a:pt x="2102" y="65254"/>
                </a:lnTo>
                <a:lnTo>
                  <a:pt x="2502" y="64520"/>
                </a:lnTo>
                <a:lnTo>
                  <a:pt x="2932" y="63802"/>
                </a:lnTo>
                <a:lnTo>
                  <a:pt x="3391" y="63108"/>
                </a:lnTo>
                <a:lnTo>
                  <a:pt x="3878" y="62438"/>
                </a:lnTo>
                <a:lnTo>
                  <a:pt x="4393" y="61792"/>
                </a:lnTo>
                <a:lnTo>
                  <a:pt x="4936" y="61169"/>
                </a:lnTo>
                <a:lnTo>
                  <a:pt x="5507" y="60569"/>
                </a:lnTo>
                <a:lnTo>
                  <a:pt x="6106" y="59993"/>
                </a:lnTo>
                <a:lnTo>
                  <a:pt x="6734" y="59441"/>
                </a:lnTo>
                <a:lnTo>
                  <a:pt x="7389" y="58912"/>
                </a:lnTo>
                <a:lnTo>
                  <a:pt x="8073" y="58407"/>
                </a:lnTo>
                <a:lnTo>
                  <a:pt x="8785" y="57926"/>
                </a:lnTo>
                <a:lnTo>
                  <a:pt x="9525" y="57468"/>
                </a:lnTo>
                <a:lnTo>
                  <a:pt x="104775" y="2541"/>
                </a:lnTo>
                <a:lnTo>
                  <a:pt x="105537" y="2135"/>
                </a:lnTo>
                <a:lnTo>
                  <a:pt x="106305" y="1764"/>
                </a:lnTo>
                <a:lnTo>
                  <a:pt x="107080" y="1429"/>
                </a:lnTo>
                <a:lnTo>
                  <a:pt x="107861" y="1129"/>
                </a:lnTo>
                <a:lnTo>
                  <a:pt x="108649" y="865"/>
                </a:lnTo>
                <a:lnTo>
                  <a:pt x="109444" y="636"/>
                </a:lnTo>
                <a:lnTo>
                  <a:pt x="110245" y="441"/>
                </a:lnTo>
                <a:lnTo>
                  <a:pt x="111053" y="283"/>
                </a:lnTo>
                <a:lnTo>
                  <a:pt x="111868" y="159"/>
                </a:lnTo>
                <a:lnTo>
                  <a:pt x="112689" y="71"/>
                </a:lnTo>
                <a:lnTo>
                  <a:pt x="113516" y="18"/>
                </a:lnTo>
                <a:lnTo>
                  <a:pt x="114351" y="0"/>
                </a:lnTo>
                <a:lnTo>
                  <a:pt x="115185" y="18"/>
                </a:lnTo>
                <a:lnTo>
                  <a:pt x="116011" y="71"/>
                </a:lnTo>
                <a:lnTo>
                  <a:pt x="116829" y="159"/>
                </a:lnTo>
                <a:lnTo>
                  <a:pt x="117639" y="283"/>
                </a:lnTo>
                <a:lnTo>
                  <a:pt x="118440" y="441"/>
                </a:lnTo>
                <a:lnTo>
                  <a:pt x="119234" y="636"/>
                </a:lnTo>
                <a:lnTo>
                  <a:pt x="120019" y="865"/>
                </a:lnTo>
                <a:lnTo>
                  <a:pt x="120797" y="1129"/>
                </a:lnTo>
                <a:lnTo>
                  <a:pt x="121566" y="1429"/>
                </a:lnTo>
                <a:lnTo>
                  <a:pt x="122327" y="1764"/>
                </a:lnTo>
                <a:lnTo>
                  <a:pt x="123080" y="2135"/>
                </a:lnTo>
                <a:lnTo>
                  <a:pt x="123825" y="2541"/>
                </a:lnTo>
                <a:lnTo>
                  <a:pt x="219075" y="57468"/>
                </a:lnTo>
                <a:lnTo>
                  <a:pt x="219815" y="57926"/>
                </a:lnTo>
                <a:lnTo>
                  <a:pt x="220527" y="58407"/>
                </a:lnTo>
                <a:lnTo>
                  <a:pt x="221211" y="58912"/>
                </a:lnTo>
                <a:lnTo>
                  <a:pt x="221867" y="59441"/>
                </a:lnTo>
                <a:lnTo>
                  <a:pt x="222494" y="59993"/>
                </a:lnTo>
                <a:lnTo>
                  <a:pt x="223094" y="60569"/>
                </a:lnTo>
                <a:lnTo>
                  <a:pt x="223665" y="61169"/>
                </a:lnTo>
                <a:lnTo>
                  <a:pt x="224209" y="61792"/>
                </a:lnTo>
                <a:lnTo>
                  <a:pt x="224724" y="62438"/>
                </a:lnTo>
                <a:lnTo>
                  <a:pt x="225211" y="63108"/>
                </a:lnTo>
                <a:lnTo>
                  <a:pt x="225670" y="63802"/>
                </a:lnTo>
                <a:lnTo>
                  <a:pt x="226101" y="64520"/>
                </a:lnTo>
                <a:lnTo>
                  <a:pt x="226500" y="65254"/>
                </a:lnTo>
                <a:lnTo>
                  <a:pt x="226865" y="65999"/>
                </a:lnTo>
                <a:lnTo>
                  <a:pt x="227194" y="66753"/>
                </a:lnTo>
                <a:lnTo>
                  <a:pt x="227489" y="67517"/>
                </a:lnTo>
                <a:lnTo>
                  <a:pt x="227750" y="68290"/>
                </a:lnTo>
                <a:lnTo>
                  <a:pt x="227975" y="69073"/>
                </a:lnTo>
                <a:lnTo>
                  <a:pt x="228166" y="69866"/>
                </a:lnTo>
                <a:lnTo>
                  <a:pt x="228322" y="70669"/>
                </a:lnTo>
                <a:lnTo>
                  <a:pt x="228444" y="71482"/>
                </a:lnTo>
                <a:lnTo>
                  <a:pt x="228531" y="72304"/>
                </a:lnTo>
                <a:lnTo>
                  <a:pt x="228583" y="73136"/>
                </a:lnTo>
                <a:lnTo>
                  <a:pt x="228600" y="73978"/>
                </a:lnTo>
                <a:lnTo>
                  <a:pt x="228600" y="181928"/>
                </a:lnTo>
                <a:lnTo>
                  <a:pt x="228583" y="182770"/>
                </a:lnTo>
                <a:lnTo>
                  <a:pt x="228531" y="183602"/>
                </a:lnTo>
                <a:lnTo>
                  <a:pt x="228444" y="184424"/>
                </a:lnTo>
                <a:lnTo>
                  <a:pt x="228322" y="185237"/>
                </a:lnTo>
                <a:lnTo>
                  <a:pt x="228166" y="186040"/>
                </a:lnTo>
                <a:lnTo>
                  <a:pt x="227975" y="186833"/>
                </a:lnTo>
                <a:lnTo>
                  <a:pt x="227750" y="187616"/>
                </a:lnTo>
                <a:lnTo>
                  <a:pt x="227489" y="188389"/>
                </a:lnTo>
                <a:lnTo>
                  <a:pt x="227194" y="189153"/>
                </a:lnTo>
                <a:lnTo>
                  <a:pt x="226865" y="189907"/>
                </a:lnTo>
                <a:lnTo>
                  <a:pt x="226500" y="190652"/>
                </a:lnTo>
                <a:lnTo>
                  <a:pt x="226101" y="191386"/>
                </a:lnTo>
                <a:lnTo>
                  <a:pt x="225670" y="192104"/>
                </a:lnTo>
                <a:lnTo>
                  <a:pt x="225211" y="192798"/>
                </a:lnTo>
                <a:lnTo>
                  <a:pt x="224724" y="193468"/>
                </a:lnTo>
                <a:lnTo>
                  <a:pt x="224209" y="194114"/>
                </a:lnTo>
                <a:lnTo>
                  <a:pt x="223665" y="194737"/>
                </a:lnTo>
                <a:lnTo>
                  <a:pt x="223094" y="195337"/>
                </a:lnTo>
                <a:lnTo>
                  <a:pt x="222494" y="195913"/>
                </a:lnTo>
                <a:lnTo>
                  <a:pt x="221867" y="196465"/>
                </a:lnTo>
                <a:lnTo>
                  <a:pt x="221211" y="196994"/>
                </a:lnTo>
                <a:lnTo>
                  <a:pt x="220527" y="197499"/>
                </a:lnTo>
                <a:lnTo>
                  <a:pt x="219815" y="197980"/>
                </a:lnTo>
                <a:lnTo>
                  <a:pt x="219075" y="198438"/>
                </a:lnTo>
                <a:lnTo>
                  <a:pt x="123825" y="253365"/>
                </a:lnTo>
                <a:lnTo>
                  <a:pt x="123063" y="253771"/>
                </a:lnTo>
                <a:lnTo>
                  <a:pt x="122295" y="254142"/>
                </a:lnTo>
                <a:lnTo>
                  <a:pt x="121520" y="254477"/>
                </a:lnTo>
                <a:lnTo>
                  <a:pt x="120739" y="254777"/>
                </a:lnTo>
                <a:lnTo>
                  <a:pt x="119951" y="255041"/>
                </a:lnTo>
                <a:lnTo>
                  <a:pt x="119156" y="255271"/>
                </a:lnTo>
                <a:lnTo>
                  <a:pt x="118355" y="255465"/>
                </a:lnTo>
                <a:lnTo>
                  <a:pt x="117547" y="255623"/>
                </a:lnTo>
                <a:lnTo>
                  <a:pt x="116732" y="255747"/>
                </a:lnTo>
                <a:lnTo>
                  <a:pt x="115911" y="255835"/>
                </a:lnTo>
                <a:lnTo>
                  <a:pt x="115084" y="255888"/>
                </a:lnTo>
                <a:lnTo>
                  <a:pt x="114249" y="255905"/>
                </a:lnTo>
                <a:lnTo>
                  <a:pt x="113415" y="255888"/>
                </a:lnTo>
                <a:lnTo>
                  <a:pt x="112589" y="255835"/>
                </a:lnTo>
                <a:lnTo>
                  <a:pt x="111771" y="255747"/>
                </a:lnTo>
                <a:lnTo>
                  <a:pt x="110961" y="255623"/>
                </a:lnTo>
                <a:lnTo>
                  <a:pt x="110160" y="255465"/>
                </a:lnTo>
                <a:lnTo>
                  <a:pt x="109366" y="255271"/>
                </a:lnTo>
                <a:lnTo>
                  <a:pt x="108581" y="255041"/>
                </a:lnTo>
                <a:lnTo>
                  <a:pt x="107803" y="254777"/>
                </a:lnTo>
                <a:lnTo>
                  <a:pt x="107034" y="254477"/>
                </a:lnTo>
                <a:lnTo>
                  <a:pt x="106273" y="254142"/>
                </a:lnTo>
                <a:lnTo>
                  <a:pt x="105520" y="253771"/>
                </a:lnTo>
                <a:lnTo>
                  <a:pt x="104775" y="253365"/>
                </a:lnTo>
                <a:lnTo>
                  <a:pt x="9525" y="1984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블록 비밀번호는 .env 만"/>
          <p:cNvSpPr/>
          <p:nvPr/>
        </p:nvSpPr>
        <p:spPr>
          <a:xfrm>
            <a:off x="3886200" y="3063240"/>
            <a:ext cx="2133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505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비밀번호는 .env 만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저장소엔 .env.example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설정은 ${…} 자리표시</a:t>
            </a:r>
          </a:p>
        </p:txBody>
      </p:sp>
      <p:sp>
        <p:nvSpPr>
          <p:cNvPr id="26" name="아이콘 key"/>
          <p:cNvSpPr/>
          <p:nvPr/>
        </p:nvSpPr>
        <p:spPr>
          <a:xfrm>
            <a:off x="4813300" y="3139440"/>
            <a:ext cx="292100" cy="152400"/>
          </a:xfrm>
          <a:custGeom>
            <a:avLst/>
            <a:gdLst/>
            <a:ahLst/>
            <a:cxnLst/>
            <a:rect l="l" t="t" r="r" b="b"/>
            <a:pathLst>
              <a:path w="292100" h="152400">
                <a:moveTo>
                  <a:pt x="60960" y="91440"/>
                </a:moveTo>
                <a:lnTo>
                  <a:pt x="59946" y="90364"/>
                </a:lnTo>
                <a:lnTo>
                  <a:pt x="59020" y="89253"/>
                </a:lnTo>
                <a:lnTo>
                  <a:pt x="58182" y="88106"/>
                </a:lnTo>
                <a:lnTo>
                  <a:pt x="57432" y="86924"/>
                </a:lnTo>
                <a:lnTo>
                  <a:pt x="56771" y="85707"/>
                </a:lnTo>
                <a:lnTo>
                  <a:pt x="56198" y="84455"/>
                </a:lnTo>
                <a:lnTo>
                  <a:pt x="55712" y="83167"/>
                </a:lnTo>
                <a:lnTo>
                  <a:pt x="55316" y="81844"/>
                </a:lnTo>
                <a:lnTo>
                  <a:pt x="55007" y="80486"/>
                </a:lnTo>
                <a:lnTo>
                  <a:pt x="54786" y="79093"/>
                </a:lnTo>
                <a:lnTo>
                  <a:pt x="54654" y="77664"/>
                </a:lnTo>
                <a:lnTo>
                  <a:pt x="54610" y="76200"/>
                </a:lnTo>
                <a:lnTo>
                  <a:pt x="54654" y="74736"/>
                </a:lnTo>
                <a:lnTo>
                  <a:pt x="54786" y="73307"/>
                </a:lnTo>
                <a:lnTo>
                  <a:pt x="55007" y="71914"/>
                </a:lnTo>
                <a:lnTo>
                  <a:pt x="55316" y="70556"/>
                </a:lnTo>
                <a:lnTo>
                  <a:pt x="55712" y="69233"/>
                </a:lnTo>
                <a:lnTo>
                  <a:pt x="56198" y="67945"/>
                </a:lnTo>
                <a:lnTo>
                  <a:pt x="56771" y="66693"/>
                </a:lnTo>
                <a:lnTo>
                  <a:pt x="57432" y="65476"/>
                </a:lnTo>
                <a:lnTo>
                  <a:pt x="58182" y="64294"/>
                </a:lnTo>
                <a:lnTo>
                  <a:pt x="59020" y="63147"/>
                </a:lnTo>
                <a:lnTo>
                  <a:pt x="59946" y="62036"/>
                </a:lnTo>
                <a:lnTo>
                  <a:pt x="60960" y="60960"/>
                </a:lnTo>
                <a:lnTo>
                  <a:pt x="62036" y="59946"/>
                </a:lnTo>
                <a:lnTo>
                  <a:pt x="63147" y="59020"/>
                </a:lnTo>
                <a:lnTo>
                  <a:pt x="64294" y="58182"/>
                </a:lnTo>
                <a:lnTo>
                  <a:pt x="65476" y="57432"/>
                </a:lnTo>
                <a:lnTo>
                  <a:pt x="66693" y="56771"/>
                </a:lnTo>
                <a:lnTo>
                  <a:pt x="67945" y="56198"/>
                </a:lnTo>
                <a:lnTo>
                  <a:pt x="69233" y="55712"/>
                </a:lnTo>
                <a:lnTo>
                  <a:pt x="70556" y="55316"/>
                </a:lnTo>
                <a:lnTo>
                  <a:pt x="71914" y="55007"/>
                </a:lnTo>
                <a:lnTo>
                  <a:pt x="73307" y="54786"/>
                </a:lnTo>
                <a:lnTo>
                  <a:pt x="74736" y="54654"/>
                </a:lnTo>
                <a:lnTo>
                  <a:pt x="76200" y="54610"/>
                </a:lnTo>
                <a:lnTo>
                  <a:pt x="77664" y="54654"/>
                </a:lnTo>
                <a:lnTo>
                  <a:pt x="79093" y="54786"/>
                </a:lnTo>
                <a:lnTo>
                  <a:pt x="80486" y="55007"/>
                </a:lnTo>
                <a:lnTo>
                  <a:pt x="81844" y="55316"/>
                </a:lnTo>
                <a:lnTo>
                  <a:pt x="83167" y="55712"/>
                </a:lnTo>
                <a:lnTo>
                  <a:pt x="84455" y="56198"/>
                </a:lnTo>
                <a:lnTo>
                  <a:pt x="85707" y="56771"/>
                </a:lnTo>
                <a:lnTo>
                  <a:pt x="86924" y="57432"/>
                </a:lnTo>
                <a:lnTo>
                  <a:pt x="88106" y="58182"/>
                </a:lnTo>
                <a:lnTo>
                  <a:pt x="89253" y="59020"/>
                </a:lnTo>
                <a:lnTo>
                  <a:pt x="90364" y="59946"/>
                </a:lnTo>
                <a:lnTo>
                  <a:pt x="91440" y="60960"/>
                </a:lnTo>
                <a:lnTo>
                  <a:pt x="92454" y="62036"/>
                </a:lnTo>
                <a:lnTo>
                  <a:pt x="93380" y="63147"/>
                </a:lnTo>
                <a:lnTo>
                  <a:pt x="94218" y="64294"/>
                </a:lnTo>
                <a:lnTo>
                  <a:pt x="94968" y="65476"/>
                </a:lnTo>
                <a:lnTo>
                  <a:pt x="95629" y="66693"/>
                </a:lnTo>
                <a:lnTo>
                  <a:pt x="96202" y="67945"/>
                </a:lnTo>
                <a:lnTo>
                  <a:pt x="96688" y="69233"/>
                </a:lnTo>
                <a:lnTo>
                  <a:pt x="97084" y="70556"/>
                </a:lnTo>
                <a:lnTo>
                  <a:pt x="97393" y="71914"/>
                </a:lnTo>
                <a:lnTo>
                  <a:pt x="97614" y="73307"/>
                </a:lnTo>
                <a:lnTo>
                  <a:pt x="97746" y="74736"/>
                </a:lnTo>
                <a:lnTo>
                  <a:pt x="97790" y="76200"/>
                </a:lnTo>
                <a:lnTo>
                  <a:pt x="97746" y="77664"/>
                </a:lnTo>
                <a:lnTo>
                  <a:pt x="97614" y="79093"/>
                </a:lnTo>
                <a:lnTo>
                  <a:pt x="97393" y="80486"/>
                </a:lnTo>
                <a:lnTo>
                  <a:pt x="97084" y="81844"/>
                </a:lnTo>
                <a:lnTo>
                  <a:pt x="96688" y="83167"/>
                </a:lnTo>
                <a:lnTo>
                  <a:pt x="96202" y="84455"/>
                </a:lnTo>
                <a:lnTo>
                  <a:pt x="95629" y="85707"/>
                </a:lnTo>
                <a:lnTo>
                  <a:pt x="94968" y="86924"/>
                </a:lnTo>
                <a:lnTo>
                  <a:pt x="94218" y="88106"/>
                </a:lnTo>
                <a:lnTo>
                  <a:pt x="93380" y="89253"/>
                </a:lnTo>
                <a:lnTo>
                  <a:pt x="92454" y="90364"/>
                </a:lnTo>
                <a:lnTo>
                  <a:pt x="91440" y="91440"/>
                </a:lnTo>
                <a:lnTo>
                  <a:pt x="90364" y="92454"/>
                </a:lnTo>
                <a:lnTo>
                  <a:pt x="89253" y="93380"/>
                </a:lnTo>
                <a:lnTo>
                  <a:pt x="88106" y="94218"/>
                </a:lnTo>
                <a:lnTo>
                  <a:pt x="86924" y="94968"/>
                </a:lnTo>
                <a:lnTo>
                  <a:pt x="85707" y="95629"/>
                </a:lnTo>
                <a:lnTo>
                  <a:pt x="84455" y="96202"/>
                </a:lnTo>
                <a:lnTo>
                  <a:pt x="83167" y="96688"/>
                </a:lnTo>
                <a:lnTo>
                  <a:pt x="81844" y="97084"/>
                </a:lnTo>
                <a:lnTo>
                  <a:pt x="80486" y="97393"/>
                </a:lnTo>
                <a:lnTo>
                  <a:pt x="79093" y="97614"/>
                </a:lnTo>
                <a:lnTo>
                  <a:pt x="77664" y="97746"/>
                </a:lnTo>
                <a:lnTo>
                  <a:pt x="76200" y="97790"/>
                </a:lnTo>
                <a:lnTo>
                  <a:pt x="74736" y="97746"/>
                </a:lnTo>
                <a:lnTo>
                  <a:pt x="73307" y="97614"/>
                </a:lnTo>
                <a:lnTo>
                  <a:pt x="71914" y="97393"/>
                </a:lnTo>
                <a:lnTo>
                  <a:pt x="70556" y="97084"/>
                </a:lnTo>
                <a:lnTo>
                  <a:pt x="69233" y="96688"/>
                </a:lnTo>
                <a:lnTo>
                  <a:pt x="67945" y="96202"/>
                </a:lnTo>
                <a:lnTo>
                  <a:pt x="66693" y="95629"/>
                </a:lnTo>
                <a:lnTo>
                  <a:pt x="65476" y="94968"/>
                </a:lnTo>
                <a:lnTo>
                  <a:pt x="64294" y="94218"/>
                </a:lnTo>
                <a:lnTo>
                  <a:pt x="63147" y="93380"/>
                </a:lnTo>
                <a:lnTo>
                  <a:pt x="62036" y="92454"/>
                </a:lnTo>
                <a:lnTo>
                  <a:pt x="60960" y="91440"/>
                </a:lnTo>
                <a:close/>
                <a:moveTo>
                  <a:pt x="76200" y="152400"/>
                </a:moveTo>
                <a:lnTo>
                  <a:pt x="70974" y="152246"/>
                </a:lnTo>
                <a:lnTo>
                  <a:pt x="65881" y="151783"/>
                </a:lnTo>
                <a:lnTo>
                  <a:pt x="60920" y="151011"/>
                </a:lnTo>
                <a:lnTo>
                  <a:pt x="56092" y="149931"/>
                </a:lnTo>
                <a:lnTo>
                  <a:pt x="51395" y="148541"/>
                </a:lnTo>
                <a:lnTo>
                  <a:pt x="46831" y="146844"/>
                </a:lnTo>
                <a:lnTo>
                  <a:pt x="42399" y="144837"/>
                </a:lnTo>
                <a:lnTo>
                  <a:pt x="38100" y="142522"/>
                </a:lnTo>
                <a:lnTo>
                  <a:pt x="33933" y="139898"/>
                </a:lnTo>
                <a:lnTo>
                  <a:pt x="29898" y="136966"/>
                </a:lnTo>
                <a:lnTo>
                  <a:pt x="25995" y="133725"/>
                </a:lnTo>
                <a:lnTo>
                  <a:pt x="22225" y="130175"/>
                </a:lnTo>
                <a:lnTo>
                  <a:pt x="18675" y="126405"/>
                </a:lnTo>
                <a:lnTo>
                  <a:pt x="15434" y="122502"/>
                </a:lnTo>
                <a:lnTo>
                  <a:pt x="12502" y="118467"/>
                </a:lnTo>
                <a:lnTo>
                  <a:pt x="9878" y="114300"/>
                </a:lnTo>
                <a:lnTo>
                  <a:pt x="7563" y="110001"/>
                </a:lnTo>
                <a:lnTo>
                  <a:pt x="5556" y="105569"/>
                </a:lnTo>
                <a:lnTo>
                  <a:pt x="3859" y="101005"/>
                </a:lnTo>
                <a:lnTo>
                  <a:pt x="2469" y="96308"/>
                </a:lnTo>
                <a:lnTo>
                  <a:pt x="1389" y="91480"/>
                </a:lnTo>
                <a:lnTo>
                  <a:pt x="617" y="86519"/>
                </a:lnTo>
                <a:lnTo>
                  <a:pt x="154" y="81426"/>
                </a:lnTo>
                <a:lnTo>
                  <a:pt x="0" y="76200"/>
                </a:lnTo>
                <a:lnTo>
                  <a:pt x="154" y="70974"/>
                </a:lnTo>
                <a:lnTo>
                  <a:pt x="617" y="65881"/>
                </a:lnTo>
                <a:lnTo>
                  <a:pt x="1389" y="60920"/>
                </a:lnTo>
                <a:lnTo>
                  <a:pt x="2469" y="56092"/>
                </a:lnTo>
                <a:lnTo>
                  <a:pt x="3859" y="51395"/>
                </a:lnTo>
                <a:lnTo>
                  <a:pt x="5556" y="46831"/>
                </a:lnTo>
                <a:lnTo>
                  <a:pt x="7563" y="42399"/>
                </a:lnTo>
                <a:lnTo>
                  <a:pt x="9878" y="38100"/>
                </a:lnTo>
                <a:lnTo>
                  <a:pt x="12502" y="33933"/>
                </a:lnTo>
                <a:lnTo>
                  <a:pt x="15434" y="29898"/>
                </a:lnTo>
                <a:lnTo>
                  <a:pt x="18675" y="25995"/>
                </a:lnTo>
                <a:lnTo>
                  <a:pt x="22225" y="22225"/>
                </a:lnTo>
                <a:lnTo>
                  <a:pt x="25995" y="18675"/>
                </a:lnTo>
                <a:lnTo>
                  <a:pt x="29898" y="15434"/>
                </a:lnTo>
                <a:lnTo>
                  <a:pt x="33933" y="12502"/>
                </a:lnTo>
                <a:lnTo>
                  <a:pt x="38100" y="9878"/>
                </a:lnTo>
                <a:lnTo>
                  <a:pt x="42399" y="7563"/>
                </a:lnTo>
                <a:lnTo>
                  <a:pt x="46831" y="5556"/>
                </a:lnTo>
                <a:lnTo>
                  <a:pt x="51395" y="3859"/>
                </a:lnTo>
                <a:lnTo>
                  <a:pt x="56092" y="2469"/>
                </a:lnTo>
                <a:lnTo>
                  <a:pt x="60920" y="1389"/>
                </a:lnTo>
                <a:lnTo>
                  <a:pt x="65881" y="617"/>
                </a:lnTo>
                <a:lnTo>
                  <a:pt x="70974" y="154"/>
                </a:lnTo>
                <a:lnTo>
                  <a:pt x="76200" y="0"/>
                </a:lnTo>
                <a:lnTo>
                  <a:pt x="79970" y="75"/>
                </a:lnTo>
                <a:lnTo>
                  <a:pt x="83661" y="300"/>
                </a:lnTo>
                <a:lnTo>
                  <a:pt x="87273" y="675"/>
                </a:lnTo>
                <a:lnTo>
                  <a:pt x="90805" y="1199"/>
                </a:lnTo>
                <a:lnTo>
                  <a:pt x="94258" y="1874"/>
                </a:lnTo>
                <a:lnTo>
                  <a:pt x="97631" y="2699"/>
                </a:lnTo>
                <a:lnTo>
                  <a:pt x="100925" y="3673"/>
                </a:lnTo>
                <a:lnTo>
                  <a:pt x="104140" y="4798"/>
                </a:lnTo>
                <a:lnTo>
                  <a:pt x="107275" y="6072"/>
                </a:lnTo>
                <a:lnTo>
                  <a:pt x="110331" y="7497"/>
                </a:lnTo>
                <a:lnTo>
                  <a:pt x="113308" y="9071"/>
                </a:lnTo>
                <a:lnTo>
                  <a:pt x="116205" y="10795"/>
                </a:lnTo>
                <a:lnTo>
                  <a:pt x="119012" y="12671"/>
                </a:lnTo>
                <a:lnTo>
                  <a:pt x="121717" y="14702"/>
                </a:lnTo>
                <a:lnTo>
                  <a:pt x="124321" y="16887"/>
                </a:lnTo>
                <a:lnTo>
                  <a:pt x="126824" y="19226"/>
                </a:lnTo>
                <a:lnTo>
                  <a:pt x="129225" y="21720"/>
                </a:lnTo>
                <a:lnTo>
                  <a:pt x="131524" y="24368"/>
                </a:lnTo>
                <a:lnTo>
                  <a:pt x="133723" y="27171"/>
                </a:lnTo>
                <a:lnTo>
                  <a:pt x="135819" y="30127"/>
                </a:lnTo>
                <a:lnTo>
                  <a:pt x="137815" y="33238"/>
                </a:lnTo>
                <a:lnTo>
                  <a:pt x="139709" y="36504"/>
                </a:lnTo>
                <a:lnTo>
                  <a:pt x="141501" y="39923"/>
                </a:lnTo>
                <a:lnTo>
                  <a:pt x="143192" y="43498"/>
                </a:lnTo>
                <a:lnTo>
                  <a:pt x="256222" y="43498"/>
                </a:lnTo>
                <a:lnTo>
                  <a:pt x="292100" y="79375"/>
                </a:lnTo>
                <a:lnTo>
                  <a:pt x="239078" y="127952"/>
                </a:lnTo>
                <a:lnTo>
                  <a:pt x="211138" y="107632"/>
                </a:lnTo>
                <a:lnTo>
                  <a:pt x="183198" y="127952"/>
                </a:lnTo>
                <a:lnTo>
                  <a:pt x="159385" y="108902"/>
                </a:lnTo>
                <a:lnTo>
                  <a:pt x="143192" y="108902"/>
                </a:lnTo>
                <a:lnTo>
                  <a:pt x="141807" y="112030"/>
                </a:lnTo>
                <a:lnTo>
                  <a:pt x="140295" y="115063"/>
                </a:lnTo>
                <a:lnTo>
                  <a:pt x="138658" y="118001"/>
                </a:lnTo>
                <a:lnTo>
                  <a:pt x="136895" y="120844"/>
                </a:lnTo>
                <a:lnTo>
                  <a:pt x="135007" y="123592"/>
                </a:lnTo>
                <a:lnTo>
                  <a:pt x="132993" y="126246"/>
                </a:lnTo>
                <a:lnTo>
                  <a:pt x="130853" y="128805"/>
                </a:lnTo>
                <a:lnTo>
                  <a:pt x="128588" y="131269"/>
                </a:lnTo>
                <a:lnTo>
                  <a:pt x="126196" y="133638"/>
                </a:lnTo>
                <a:lnTo>
                  <a:pt x="123679" y="135912"/>
                </a:lnTo>
                <a:lnTo>
                  <a:pt x="121037" y="138092"/>
                </a:lnTo>
                <a:lnTo>
                  <a:pt x="118269" y="140176"/>
                </a:lnTo>
                <a:lnTo>
                  <a:pt x="115381" y="142129"/>
                </a:lnTo>
                <a:lnTo>
                  <a:pt x="112382" y="143911"/>
                </a:lnTo>
                <a:lnTo>
                  <a:pt x="109270" y="145524"/>
                </a:lnTo>
                <a:lnTo>
                  <a:pt x="106045" y="146967"/>
                </a:lnTo>
                <a:lnTo>
                  <a:pt x="102708" y="148241"/>
                </a:lnTo>
                <a:lnTo>
                  <a:pt x="99258" y="149344"/>
                </a:lnTo>
                <a:lnTo>
                  <a:pt x="95696" y="150278"/>
                </a:lnTo>
                <a:lnTo>
                  <a:pt x="92022" y="151042"/>
                </a:lnTo>
                <a:lnTo>
                  <a:pt x="88235" y="151636"/>
                </a:lnTo>
                <a:lnTo>
                  <a:pt x="84336" y="152060"/>
                </a:lnTo>
                <a:lnTo>
                  <a:pt x="80324" y="152315"/>
                </a:lnTo>
                <a:lnTo>
                  <a:pt x="76200" y="152400"/>
                </a:lnTo>
                <a:close/>
                <a:moveTo>
                  <a:pt x="76200" y="133350"/>
                </a:moveTo>
                <a:lnTo>
                  <a:pt x="79249" y="133265"/>
                </a:lnTo>
                <a:lnTo>
                  <a:pt x="82259" y="133010"/>
                </a:lnTo>
                <a:lnTo>
                  <a:pt x="85229" y="132586"/>
                </a:lnTo>
                <a:lnTo>
                  <a:pt x="88159" y="131992"/>
                </a:lnTo>
                <a:lnTo>
                  <a:pt x="91050" y="131228"/>
                </a:lnTo>
                <a:lnTo>
                  <a:pt x="93901" y="130294"/>
                </a:lnTo>
                <a:lnTo>
                  <a:pt x="96712" y="129191"/>
                </a:lnTo>
                <a:lnTo>
                  <a:pt x="99483" y="127917"/>
                </a:lnTo>
                <a:lnTo>
                  <a:pt x="102215" y="126474"/>
                </a:lnTo>
                <a:lnTo>
                  <a:pt x="104907" y="124861"/>
                </a:lnTo>
                <a:lnTo>
                  <a:pt x="107560" y="123079"/>
                </a:lnTo>
                <a:lnTo>
                  <a:pt x="110172" y="121126"/>
                </a:lnTo>
                <a:lnTo>
                  <a:pt x="112688" y="119042"/>
                </a:lnTo>
                <a:lnTo>
                  <a:pt x="115050" y="116862"/>
                </a:lnTo>
                <a:lnTo>
                  <a:pt x="117257" y="114588"/>
                </a:lnTo>
                <a:lnTo>
                  <a:pt x="119309" y="112219"/>
                </a:lnTo>
                <a:lnTo>
                  <a:pt x="121208" y="109755"/>
                </a:lnTo>
                <a:lnTo>
                  <a:pt x="122952" y="107196"/>
                </a:lnTo>
                <a:lnTo>
                  <a:pt x="124542" y="104542"/>
                </a:lnTo>
                <a:lnTo>
                  <a:pt x="125977" y="101794"/>
                </a:lnTo>
                <a:lnTo>
                  <a:pt x="127258" y="98951"/>
                </a:lnTo>
                <a:lnTo>
                  <a:pt x="128385" y="96013"/>
                </a:lnTo>
                <a:lnTo>
                  <a:pt x="129357" y="92980"/>
                </a:lnTo>
                <a:lnTo>
                  <a:pt x="130175" y="89852"/>
                </a:lnTo>
                <a:lnTo>
                  <a:pt x="166370" y="89852"/>
                </a:lnTo>
                <a:lnTo>
                  <a:pt x="183515" y="104140"/>
                </a:lnTo>
                <a:lnTo>
                  <a:pt x="211455" y="84138"/>
                </a:lnTo>
                <a:lnTo>
                  <a:pt x="237490" y="103822"/>
                </a:lnTo>
                <a:lnTo>
                  <a:pt x="264478" y="78740"/>
                </a:lnTo>
                <a:lnTo>
                  <a:pt x="248285" y="62548"/>
                </a:lnTo>
                <a:lnTo>
                  <a:pt x="130175" y="62548"/>
                </a:lnTo>
                <a:lnTo>
                  <a:pt x="129461" y="59618"/>
                </a:lnTo>
                <a:lnTo>
                  <a:pt x="128588" y="56758"/>
                </a:lnTo>
                <a:lnTo>
                  <a:pt x="127556" y="53965"/>
                </a:lnTo>
                <a:lnTo>
                  <a:pt x="126365" y="51241"/>
                </a:lnTo>
                <a:lnTo>
                  <a:pt x="125016" y="48585"/>
                </a:lnTo>
                <a:lnTo>
                  <a:pt x="123508" y="45998"/>
                </a:lnTo>
                <a:lnTo>
                  <a:pt x="121841" y="43479"/>
                </a:lnTo>
                <a:lnTo>
                  <a:pt x="120015" y="41028"/>
                </a:lnTo>
                <a:lnTo>
                  <a:pt x="118031" y="38646"/>
                </a:lnTo>
                <a:lnTo>
                  <a:pt x="115888" y="36332"/>
                </a:lnTo>
                <a:lnTo>
                  <a:pt x="113586" y="34086"/>
                </a:lnTo>
                <a:lnTo>
                  <a:pt x="111125" y="31909"/>
                </a:lnTo>
                <a:lnTo>
                  <a:pt x="108554" y="29855"/>
                </a:lnTo>
                <a:lnTo>
                  <a:pt x="105922" y="27980"/>
                </a:lnTo>
                <a:lnTo>
                  <a:pt x="103227" y="26283"/>
                </a:lnTo>
                <a:lnTo>
                  <a:pt x="100471" y="24765"/>
                </a:lnTo>
                <a:lnTo>
                  <a:pt x="97653" y="23426"/>
                </a:lnTo>
                <a:lnTo>
                  <a:pt x="94774" y="22265"/>
                </a:lnTo>
                <a:lnTo>
                  <a:pt x="91832" y="21282"/>
                </a:lnTo>
                <a:lnTo>
                  <a:pt x="88829" y="20479"/>
                </a:lnTo>
                <a:lnTo>
                  <a:pt x="85765" y="19854"/>
                </a:lnTo>
                <a:lnTo>
                  <a:pt x="82638" y="19407"/>
                </a:lnTo>
                <a:lnTo>
                  <a:pt x="79450" y="19139"/>
                </a:lnTo>
                <a:lnTo>
                  <a:pt x="76200" y="19050"/>
                </a:lnTo>
                <a:lnTo>
                  <a:pt x="72281" y="19166"/>
                </a:lnTo>
                <a:lnTo>
                  <a:pt x="68461" y="19513"/>
                </a:lnTo>
                <a:lnTo>
                  <a:pt x="64740" y="20092"/>
                </a:lnTo>
                <a:lnTo>
                  <a:pt x="61119" y="20902"/>
                </a:lnTo>
                <a:lnTo>
                  <a:pt x="57596" y="21944"/>
                </a:lnTo>
                <a:lnTo>
                  <a:pt x="54173" y="23217"/>
                </a:lnTo>
                <a:lnTo>
                  <a:pt x="50850" y="24722"/>
                </a:lnTo>
                <a:lnTo>
                  <a:pt x="47625" y="26458"/>
                </a:lnTo>
                <a:lnTo>
                  <a:pt x="44500" y="28426"/>
                </a:lnTo>
                <a:lnTo>
                  <a:pt x="41473" y="30626"/>
                </a:lnTo>
                <a:lnTo>
                  <a:pt x="38546" y="33056"/>
                </a:lnTo>
                <a:lnTo>
                  <a:pt x="35719" y="35719"/>
                </a:lnTo>
                <a:lnTo>
                  <a:pt x="33056" y="38546"/>
                </a:lnTo>
                <a:lnTo>
                  <a:pt x="30626" y="41473"/>
                </a:lnTo>
                <a:lnTo>
                  <a:pt x="28426" y="44500"/>
                </a:lnTo>
                <a:lnTo>
                  <a:pt x="26458" y="47625"/>
                </a:lnTo>
                <a:lnTo>
                  <a:pt x="24722" y="50850"/>
                </a:lnTo>
                <a:lnTo>
                  <a:pt x="23217" y="54173"/>
                </a:lnTo>
                <a:lnTo>
                  <a:pt x="21944" y="57596"/>
                </a:lnTo>
                <a:lnTo>
                  <a:pt x="20902" y="61119"/>
                </a:lnTo>
                <a:lnTo>
                  <a:pt x="20092" y="64740"/>
                </a:lnTo>
                <a:lnTo>
                  <a:pt x="19513" y="68461"/>
                </a:lnTo>
                <a:lnTo>
                  <a:pt x="19166" y="72281"/>
                </a:lnTo>
                <a:lnTo>
                  <a:pt x="19050" y="76200"/>
                </a:lnTo>
                <a:lnTo>
                  <a:pt x="19166" y="80119"/>
                </a:lnTo>
                <a:lnTo>
                  <a:pt x="19513" y="83939"/>
                </a:lnTo>
                <a:lnTo>
                  <a:pt x="20092" y="87660"/>
                </a:lnTo>
                <a:lnTo>
                  <a:pt x="20902" y="91281"/>
                </a:lnTo>
                <a:lnTo>
                  <a:pt x="21944" y="94804"/>
                </a:lnTo>
                <a:lnTo>
                  <a:pt x="23217" y="98227"/>
                </a:lnTo>
                <a:lnTo>
                  <a:pt x="24722" y="101550"/>
                </a:lnTo>
                <a:lnTo>
                  <a:pt x="26458" y="104775"/>
                </a:lnTo>
                <a:lnTo>
                  <a:pt x="28426" y="107900"/>
                </a:lnTo>
                <a:lnTo>
                  <a:pt x="30626" y="110927"/>
                </a:lnTo>
                <a:lnTo>
                  <a:pt x="33056" y="113854"/>
                </a:lnTo>
                <a:lnTo>
                  <a:pt x="35719" y="116681"/>
                </a:lnTo>
                <a:lnTo>
                  <a:pt x="38546" y="119344"/>
                </a:lnTo>
                <a:lnTo>
                  <a:pt x="41473" y="121774"/>
                </a:lnTo>
                <a:lnTo>
                  <a:pt x="44500" y="123974"/>
                </a:lnTo>
                <a:lnTo>
                  <a:pt x="47625" y="125942"/>
                </a:lnTo>
                <a:lnTo>
                  <a:pt x="50850" y="127678"/>
                </a:lnTo>
                <a:lnTo>
                  <a:pt x="54173" y="129183"/>
                </a:lnTo>
                <a:lnTo>
                  <a:pt x="57596" y="130456"/>
                </a:lnTo>
                <a:lnTo>
                  <a:pt x="61119" y="131498"/>
                </a:lnTo>
                <a:lnTo>
                  <a:pt x="64740" y="132308"/>
                </a:lnTo>
                <a:lnTo>
                  <a:pt x="68461" y="132887"/>
                </a:lnTo>
                <a:lnTo>
                  <a:pt x="72281" y="133234"/>
                </a:lnTo>
                <a:lnTo>
                  <a:pt x="76200" y="1333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블록 웹 화면"/>
          <p:cNvSpPr/>
          <p:nvPr/>
        </p:nvSpPr>
        <p:spPr>
          <a:xfrm>
            <a:off x="6172200" y="3063240"/>
            <a:ext cx="2133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505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웹 화면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127.0.0.1 에만 · 인증 없음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POST 는 X-KDMS-Token</a:t>
            </a:r>
          </a:p>
        </p:txBody>
      </p:sp>
      <p:sp>
        <p:nvSpPr>
          <p:cNvPr id="28" name="아이콘 web"/>
          <p:cNvSpPr/>
          <p:nvPr/>
        </p:nvSpPr>
        <p:spPr>
          <a:xfrm>
            <a:off x="7112000" y="311404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9050" y="203200"/>
                </a:moveTo>
                <a:lnTo>
                  <a:pt x="17793" y="203160"/>
                </a:lnTo>
                <a:lnTo>
                  <a:pt x="16563" y="203041"/>
                </a:lnTo>
                <a:lnTo>
                  <a:pt x="15359" y="202843"/>
                </a:lnTo>
                <a:lnTo>
                  <a:pt x="14182" y="202565"/>
                </a:lnTo>
                <a:lnTo>
                  <a:pt x="13031" y="202208"/>
                </a:lnTo>
                <a:lnTo>
                  <a:pt x="11906" y="201771"/>
                </a:lnTo>
                <a:lnTo>
                  <a:pt x="10808" y="201255"/>
                </a:lnTo>
                <a:lnTo>
                  <a:pt x="9737" y="200660"/>
                </a:lnTo>
                <a:lnTo>
                  <a:pt x="8692" y="199985"/>
                </a:lnTo>
                <a:lnTo>
                  <a:pt x="7673" y="199231"/>
                </a:lnTo>
                <a:lnTo>
                  <a:pt x="6681" y="198398"/>
                </a:lnTo>
                <a:lnTo>
                  <a:pt x="5715" y="197485"/>
                </a:lnTo>
                <a:lnTo>
                  <a:pt x="4802" y="196519"/>
                </a:lnTo>
                <a:lnTo>
                  <a:pt x="3969" y="195527"/>
                </a:lnTo>
                <a:lnTo>
                  <a:pt x="3215" y="194508"/>
                </a:lnTo>
                <a:lnTo>
                  <a:pt x="2540" y="193463"/>
                </a:lnTo>
                <a:lnTo>
                  <a:pt x="1945" y="192392"/>
                </a:lnTo>
                <a:lnTo>
                  <a:pt x="1429" y="191294"/>
                </a:lnTo>
                <a:lnTo>
                  <a:pt x="992" y="190169"/>
                </a:lnTo>
                <a:lnTo>
                  <a:pt x="635" y="189018"/>
                </a:lnTo>
                <a:lnTo>
                  <a:pt x="357" y="187841"/>
                </a:lnTo>
                <a:lnTo>
                  <a:pt x="159" y="186637"/>
                </a:lnTo>
                <a:lnTo>
                  <a:pt x="40" y="185407"/>
                </a:lnTo>
                <a:lnTo>
                  <a:pt x="0" y="1841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34950" y="0"/>
                </a:lnTo>
                <a:lnTo>
                  <a:pt x="236207" y="40"/>
                </a:lnTo>
                <a:lnTo>
                  <a:pt x="237437" y="159"/>
                </a:lnTo>
                <a:lnTo>
                  <a:pt x="238641" y="357"/>
                </a:lnTo>
                <a:lnTo>
                  <a:pt x="239818" y="635"/>
                </a:lnTo>
                <a:lnTo>
                  <a:pt x="240969" y="992"/>
                </a:lnTo>
                <a:lnTo>
                  <a:pt x="242094" y="1429"/>
                </a:lnTo>
                <a:lnTo>
                  <a:pt x="243192" y="1945"/>
                </a:lnTo>
                <a:lnTo>
                  <a:pt x="244263" y="2540"/>
                </a:lnTo>
                <a:lnTo>
                  <a:pt x="245308" y="3215"/>
                </a:lnTo>
                <a:lnTo>
                  <a:pt x="246327" y="3969"/>
                </a:lnTo>
                <a:lnTo>
                  <a:pt x="247319" y="4802"/>
                </a:lnTo>
                <a:lnTo>
                  <a:pt x="248285" y="5715"/>
                </a:lnTo>
                <a:lnTo>
                  <a:pt x="249198" y="6681"/>
                </a:lnTo>
                <a:lnTo>
                  <a:pt x="250031" y="7673"/>
                </a:lnTo>
                <a:lnTo>
                  <a:pt x="250785" y="8692"/>
                </a:lnTo>
                <a:lnTo>
                  <a:pt x="251460" y="9737"/>
                </a:lnTo>
                <a:lnTo>
                  <a:pt x="252055" y="10808"/>
                </a:lnTo>
                <a:lnTo>
                  <a:pt x="252571" y="11906"/>
                </a:lnTo>
                <a:lnTo>
                  <a:pt x="253008" y="13031"/>
                </a:lnTo>
                <a:lnTo>
                  <a:pt x="253365" y="14182"/>
                </a:lnTo>
                <a:lnTo>
                  <a:pt x="253643" y="15359"/>
                </a:lnTo>
                <a:lnTo>
                  <a:pt x="253841" y="16563"/>
                </a:lnTo>
                <a:lnTo>
                  <a:pt x="253960" y="17793"/>
                </a:lnTo>
                <a:lnTo>
                  <a:pt x="254000" y="19050"/>
                </a:lnTo>
                <a:lnTo>
                  <a:pt x="254000" y="184150"/>
                </a:lnTo>
                <a:lnTo>
                  <a:pt x="253960" y="185407"/>
                </a:lnTo>
                <a:lnTo>
                  <a:pt x="253841" y="186637"/>
                </a:lnTo>
                <a:lnTo>
                  <a:pt x="253643" y="187841"/>
                </a:lnTo>
                <a:lnTo>
                  <a:pt x="253365" y="189018"/>
                </a:lnTo>
                <a:lnTo>
                  <a:pt x="253008" y="190169"/>
                </a:lnTo>
                <a:lnTo>
                  <a:pt x="252571" y="191294"/>
                </a:lnTo>
                <a:lnTo>
                  <a:pt x="252055" y="192392"/>
                </a:lnTo>
                <a:lnTo>
                  <a:pt x="251460" y="193463"/>
                </a:lnTo>
                <a:lnTo>
                  <a:pt x="250785" y="194508"/>
                </a:lnTo>
                <a:lnTo>
                  <a:pt x="250031" y="195527"/>
                </a:lnTo>
                <a:lnTo>
                  <a:pt x="249198" y="196519"/>
                </a:lnTo>
                <a:lnTo>
                  <a:pt x="248285" y="197485"/>
                </a:lnTo>
                <a:lnTo>
                  <a:pt x="247319" y="198398"/>
                </a:lnTo>
                <a:lnTo>
                  <a:pt x="246327" y="199231"/>
                </a:lnTo>
                <a:lnTo>
                  <a:pt x="245308" y="199985"/>
                </a:lnTo>
                <a:lnTo>
                  <a:pt x="244263" y="200660"/>
                </a:lnTo>
                <a:lnTo>
                  <a:pt x="243192" y="201255"/>
                </a:lnTo>
                <a:lnTo>
                  <a:pt x="242094" y="201771"/>
                </a:lnTo>
                <a:lnTo>
                  <a:pt x="240969" y="202208"/>
                </a:lnTo>
                <a:lnTo>
                  <a:pt x="239818" y="202565"/>
                </a:lnTo>
                <a:lnTo>
                  <a:pt x="238641" y="202843"/>
                </a:lnTo>
                <a:lnTo>
                  <a:pt x="237437" y="203041"/>
                </a:lnTo>
                <a:lnTo>
                  <a:pt x="236207" y="203160"/>
                </a:lnTo>
                <a:lnTo>
                  <a:pt x="234950" y="203200"/>
                </a:lnTo>
                <a:lnTo>
                  <a:pt x="19050" y="203200"/>
                </a:lnTo>
                <a:close/>
                <a:moveTo>
                  <a:pt x="19050" y="184150"/>
                </a:moveTo>
                <a:lnTo>
                  <a:pt x="165418" y="184150"/>
                </a:lnTo>
                <a:lnTo>
                  <a:pt x="165418" y="132398"/>
                </a:lnTo>
                <a:lnTo>
                  <a:pt x="19050" y="132398"/>
                </a:lnTo>
                <a:lnTo>
                  <a:pt x="19050" y="184150"/>
                </a:lnTo>
                <a:close/>
                <a:moveTo>
                  <a:pt x="184468" y="184150"/>
                </a:moveTo>
                <a:lnTo>
                  <a:pt x="234950" y="184150"/>
                </a:lnTo>
                <a:lnTo>
                  <a:pt x="234950" y="61595"/>
                </a:lnTo>
                <a:lnTo>
                  <a:pt x="184468" y="61595"/>
                </a:lnTo>
                <a:lnTo>
                  <a:pt x="184468" y="184150"/>
                </a:lnTo>
                <a:close/>
                <a:moveTo>
                  <a:pt x="19050" y="113348"/>
                </a:moveTo>
                <a:lnTo>
                  <a:pt x="165418" y="113348"/>
                </a:lnTo>
                <a:lnTo>
                  <a:pt x="165418" y="61595"/>
                </a:lnTo>
                <a:lnTo>
                  <a:pt x="19050" y="61595"/>
                </a:lnTo>
                <a:lnTo>
                  <a:pt x="19050" y="113348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블록 행 값 남기지 않음"/>
          <p:cNvSpPr/>
          <p:nvPr/>
        </p:nvSpPr>
        <p:spPr>
          <a:xfrm>
            <a:off x="3886200" y="4099560"/>
            <a:ext cx="2133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505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행 값 남기지 않음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로그·화면은 PK·건수만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change_log 반영 즉시 삭제</a:t>
            </a:r>
          </a:p>
        </p:txBody>
      </p:sp>
      <p:sp>
        <p:nvSpPr>
          <p:cNvPr id="30" name="아이콘 visibility_off"/>
          <p:cNvSpPr/>
          <p:nvPr/>
        </p:nvSpPr>
        <p:spPr>
          <a:xfrm>
            <a:off x="4813300" y="4129723"/>
            <a:ext cx="279400" cy="254317"/>
          </a:xfrm>
          <a:custGeom>
            <a:avLst/>
            <a:gdLst/>
            <a:ahLst/>
            <a:cxnLst/>
            <a:rect l="l" t="t" r="r" b="b"/>
            <a:pathLst>
              <a:path w="279400" h="254317">
                <a:moveTo>
                  <a:pt x="187008" y="141605"/>
                </a:moveTo>
                <a:lnTo>
                  <a:pt x="173038" y="127635"/>
                </a:lnTo>
                <a:lnTo>
                  <a:pt x="174239" y="123930"/>
                </a:lnTo>
                <a:lnTo>
                  <a:pt x="175092" y="120332"/>
                </a:lnTo>
                <a:lnTo>
                  <a:pt x="175597" y="116839"/>
                </a:lnTo>
                <a:lnTo>
                  <a:pt x="175754" y="113453"/>
                </a:lnTo>
                <a:lnTo>
                  <a:pt x="175562" y="110172"/>
                </a:lnTo>
                <a:lnTo>
                  <a:pt x="175022" y="106997"/>
                </a:lnTo>
                <a:lnTo>
                  <a:pt x="174133" y="103928"/>
                </a:lnTo>
                <a:lnTo>
                  <a:pt x="172896" y="100965"/>
                </a:lnTo>
                <a:lnTo>
                  <a:pt x="171311" y="98107"/>
                </a:lnTo>
                <a:lnTo>
                  <a:pt x="169377" y="95355"/>
                </a:lnTo>
                <a:lnTo>
                  <a:pt x="167095" y="92709"/>
                </a:lnTo>
                <a:lnTo>
                  <a:pt x="164465" y="90169"/>
                </a:lnTo>
                <a:lnTo>
                  <a:pt x="161641" y="87837"/>
                </a:lnTo>
                <a:lnTo>
                  <a:pt x="158776" y="85813"/>
                </a:lnTo>
                <a:lnTo>
                  <a:pt x="155873" y="84097"/>
                </a:lnTo>
                <a:lnTo>
                  <a:pt x="152929" y="82691"/>
                </a:lnTo>
                <a:lnTo>
                  <a:pt x="149946" y="81593"/>
                </a:lnTo>
                <a:lnTo>
                  <a:pt x="146923" y="80803"/>
                </a:lnTo>
                <a:lnTo>
                  <a:pt x="143861" y="80323"/>
                </a:lnTo>
                <a:lnTo>
                  <a:pt x="140758" y="80151"/>
                </a:lnTo>
                <a:lnTo>
                  <a:pt x="137616" y="80287"/>
                </a:lnTo>
                <a:lnTo>
                  <a:pt x="134435" y="80733"/>
                </a:lnTo>
                <a:lnTo>
                  <a:pt x="131213" y="81487"/>
                </a:lnTo>
                <a:lnTo>
                  <a:pt x="127952" y="82549"/>
                </a:lnTo>
                <a:lnTo>
                  <a:pt x="113982" y="68579"/>
                </a:lnTo>
                <a:lnTo>
                  <a:pt x="114891" y="68011"/>
                </a:lnTo>
                <a:lnTo>
                  <a:pt x="115817" y="67468"/>
                </a:lnTo>
                <a:lnTo>
                  <a:pt x="116761" y="66952"/>
                </a:lnTo>
                <a:lnTo>
                  <a:pt x="117722" y="66463"/>
                </a:lnTo>
                <a:lnTo>
                  <a:pt x="118701" y="66000"/>
                </a:lnTo>
                <a:lnTo>
                  <a:pt x="119698" y="65563"/>
                </a:lnTo>
                <a:lnTo>
                  <a:pt x="120712" y="65153"/>
                </a:lnTo>
                <a:lnTo>
                  <a:pt x="121744" y="64769"/>
                </a:lnTo>
                <a:lnTo>
                  <a:pt x="122793" y="64412"/>
                </a:lnTo>
                <a:lnTo>
                  <a:pt x="123860" y="64082"/>
                </a:lnTo>
                <a:lnTo>
                  <a:pt x="124945" y="63777"/>
                </a:lnTo>
                <a:lnTo>
                  <a:pt x="126048" y="63499"/>
                </a:lnTo>
                <a:lnTo>
                  <a:pt x="127161" y="63246"/>
                </a:lnTo>
                <a:lnTo>
                  <a:pt x="128279" y="63014"/>
                </a:lnTo>
                <a:lnTo>
                  <a:pt x="129401" y="62805"/>
                </a:lnTo>
                <a:lnTo>
                  <a:pt x="130528" y="62618"/>
                </a:lnTo>
                <a:lnTo>
                  <a:pt x="131659" y="62452"/>
                </a:lnTo>
                <a:lnTo>
                  <a:pt x="132794" y="62309"/>
                </a:lnTo>
                <a:lnTo>
                  <a:pt x="133934" y="62188"/>
                </a:lnTo>
                <a:lnTo>
                  <a:pt x="135079" y="62088"/>
                </a:lnTo>
                <a:lnTo>
                  <a:pt x="136227" y="62011"/>
                </a:lnTo>
                <a:lnTo>
                  <a:pt x="137380" y="61956"/>
                </a:lnTo>
                <a:lnTo>
                  <a:pt x="138538" y="61923"/>
                </a:lnTo>
                <a:lnTo>
                  <a:pt x="139700" y="61912"/>
                </a:lnTo>
                <a:lnTo>
                  <a:pt x="143410" y="62021"/>
                </a:lnTo>
                <a:lnTo>
                  <a:pt x="147025" y="62349"/>
                </a:lnTo>
                <a:lnTo>
                  <a:pt x="150545" y="62894"/>
                </a:lnTo>
                <a:lnTo>
                  <a:pt x="153970" y="63658"/>
                </a:lnTo>
                <a:lnTo>
                  <a:pt x="157300" y="64641"/>
                </a:lnTo>
                <a:lnTo>
                  <a:pt x="160536" y="65841"/>
                </a:lnTo>
                <a:lnTo>
                  <a:pt x="163677" y="67260"/>
                </a:lnTo>
                <a:lnTo>
                  <a:pt x="166723" y="68897"/>
                </a:lnTo>
                <a:lnTo>
                  <a:pt x="169674" y="70752"/>
                </a:lnTo>
                <a:lnTo>
                  <a:pt x="172530" y="72826"/>
                </a:lnTo>
                <a:lnTo>
                  <a:pt x="175292" y="75118"/>
                </a:lnTo>
                <a:lnTo>
                  <a:pt x="177959" y="77628"/>
                </a:lnTo>
                <a:lnTo>
                  <a:pt x="180469" y="80295"/>
                </a:lnTo>
                <a:lnTo>
                  <a:pt x="182761" y="83057"/>
                </a:lnTo>
                <a:lnTo>
                  <a:pt x="184835" y="85913"/>
                </a:lnTo>
                <a:lnTo>
                  <a:pt x="186690" y="88864"/>
                </a:lnTo>
                <a:lnTo>
                  <a:pt x="188327" y="91910"/>
                </a:lnTo>
                <a:lnTo>
                  <a:pt x="189746" y="95051"/>
                </a:lnTo>
                <a:lnTo>
                  <a:pt x="190946" y="98287"/>
                </a:lnTo>
                <a:lnTo>
                  <a:pt x="191929" y="101617"/>
                </a:lnTo>
                <a:lnTo>
                  <a:pt x="192693" y="105042"/>
                </a:lnTo>
                <a:lnTo>
                  <a:pt x="193238" y="108562"/>
                </a:lnTo>
                <a:lnTo>
                  <a:pt x="193566" y="112177"/>
                </a:lnTo>
                <a:lnTo>
                  <a:pt x="193675" y="115887"/>
                </a:lnTo>
                <a:lnTo>
                  <a:pt x="193663" y="117050"/>
                </a:lnTo>
                <a:lnTo>
                  <a:pt x="193626" y="118211"/>
                </a:lnTo>
                <a:lnTo>
                  <a:pt x="193566" y="119370"/>
                </a:lnTo>
                <a:lnTo>
                  <a:pt x="193481" y="120526"/>
                </a:lnTo>
                <a:lnTo>
                  <a:pt x="193372" y="121680"/>
                </a:lnTo>
                <a:lnTo>
                  <a:pt x="193238" y="122832"/>
                </a:lnTo>
                <a:lnTo>
                  <a:pt x="193081" y="123982"/>
                </a:lnTo>
                <a:lnTo>
                  <a:pt x="192899" y="125130"/>
                </a:lnTo>
                <a:lnTo>
                  <a:pt x="192693" y="126275"/>
                </a:lnTo>
                <a:lnTo>
                  <a:pt x="192462" y="127418"/>
                </a:lnTo>
                <a:lnTo>
                  <a:pt x="192208" y="128559"/>
                </a:lnTo>
                <a:lnTo>
                  <a:pt x="191929" y="129698"/>
                </a:lnTo>
                <a:lnTo>
                  <a:pt x="191628" y="130824"/>
                </a:lnTo>
                <a:lnTo>
                  <a:pt x="191307" y="131925"/>
                </a:lnTo>
                <a:lnTo>
                  <a:pt x="190966" y="133002"/>
                </a:lnTo>
                <a:lnTo>
                  <a:pt x="190606" y="134055"/>
                </a:lnTo>
                <a:lnTo>
                  <a:pt x="190225" y="135084"/>
                </a:lnTo>
                <a:lnTo>
                  <a:pt x="189825" y="136088"/>
                </a:lnTo>
                <a:lnTo>
                  <a:pt x="189405" y="137068"/>
                </a:lnTo>
                <a:lnTo>
                  <a:pt x="188965" y="138024"/>
                </a:lnTo>
                <a:lnTo>
                  <a:pt x="188506" y="138955"/>
                </a:lnTo>
                <a:lnTo>
                  <a:pt x="188026" y="139863"/>
                </a:lnTo>
                <a:lnTo>
                  <a:pt x="187527" y="140746"/>
                </a:lnTo>
                <a:lnTo>
                  <a:pt x="187008" y="141605"/>
                </a:lnTo>
                <a:close/>
                <a:moveTo>
                  <a:pt x="227965" y="182562"/>
                </a:moveTo>
                <a:lnTo>
                  <a:pt x="215265" y="169862"/>
                </a:lnTo>
                <a:lnTo>
                  <a:pt x="217830" y="167938"/>
                </a:lnTo>
                <a:lnTo>
                  <a:pt x="220341" y="165977"/>
                </a:lnTo>
                <a:lnTo>
                  <a:pt x="222796" y="163978"/>
                </a:lnTo>
                <a:lnTo>
                  <a:pt x="225196" y="161942"/>
                </a:lnTo>
                <a:lnTo>
                  <a:pt x="227541" y="159868"/>
                </a:lnTo>
                <a:lnTo>
                  <a:pt x="229830" y="157757"/>
                </a:lnTo>
                <a:lnTo>
                  <a:pt x="232065" y="155609"/>
                </a:lnTo>
                <a:lnTo>
                  <a:pt x="234244" y="153423"/>
                </a:lnTo>
                <a:lnTo>
                  <a:pt x="236369" y="151199"/>
                </a:lnTo>
                <a:lnTo>
                  <a:pt x="238438" y="148938"/>
                </a:lnTo>
                <a:lnTo>
                  <a:pt x="240452" y="146639"/>
                </a:lnTo>
                <a:lnTo>
                  <a:pt x="242411" y="144303"/>
                </a:lnTo>
                <a:lnTo>
                  <a:pt x="244300" y="141947"/>
                </a:lnTo>
                <a:lnTo>
                  <a:pt x="246102" y="139589"/>
                </a:lnTo>
                <a:lnTo>
                  <a:pt x="247819" y="137229"/>
                </a:lnTo>
                <a:lnTo>
                  <a:pt x="249449" y="134866"/>
                </a:lnTo>
                <a:lnTo>
                  <a:pt x="250994" y="132502"/>
                </a:lnTo>
                <a:lnTo>
                  <a:pt x="252452" y="130135"/>
                </a:lnTo>
                <a:lnTo>
                  <a:pt x="253825" y="127766"/>
                </a:lnTo>
                <a:lnTo>
                  <a:pt x="255111" y="125394"/>
                </a:lnTo>
                <a:lnTo>
                  <a:pt x="256312" y="123021"/>
                </a:lnTo>
                <a:lnTo>
                  <a:pt x="257426" y="120645"/>
                </a:lnTo>
                <a:lnTo>
                  <a:pt x="258455" y="118267"/>
                </a:lnTo>
                <a:lnTo>
                  <a:pt x="259398" y="115887"/>
                </a:lnTo>
                <a:lnTo>
                  <a:pt x="256641" y="110116"/>
                </a:lnTo>
                <a:lnTo>
                  <a:pt x="253665" y="104550"/>
                </a:lnTo>
                <a:lnTo>
                  <a:pt x="250468" y="99188"/>
                </a:lnTo>
                <a:lnTo>
                  <a:pt x="247050" y="94032"/>
                </a:lnTo>
                <a:lnTo>
                  <a:pt x="243412" y="89081"/>
                </a:lnTo>
                <a:lnTo>
                  <a:pt x="239554" y="84335"/>
                </a:lnTo>
                <a:lnTo>
                  <a:pt x="235475" y="79795"/>
                </a:lnTo>
                <a:lnTo>
                  <a:pt x="231175" y="75459"/>
                </a:lnTo>
                <a:lnTo>
                  <a:pt x="226655" y="71328"/>
                </a:lnTo>
                <a:lnTo>
                  <a:pt x="221915" y="67402"/>
                </a:lnTo>
                <a:lnTo>
                  <a:pt x="216954" y="63681"/>
                </a:lnTo>
                <a:lnTo>
                  <a:pt x="211772" y="60166"/>
                </a:lnTo>
                <a:lnTo>
                  <a:pt x="206443" y="56895"/>
                </a:lnTo>
                <a:lnTo>
                  <a:pt x="201039" y="53908"/>
                </a:lnTo>
                <a:lnTo>
                  <a:pt x="195560" y="51206"/>
                </a:lnTo>
                <a:lnTo>
                  <a:pt x="190006" y="48789"/>
                </a:lnTo>
                <a:lnTo>
                  <a:pt x="184377" y="46655"/>
                </a:lnTo>
                <a:lnTo>
                  <a:pt x="178673" y="44807"/>
                </a:lnTo>
                <a:lnTo>
                  <a:pt x="172894" y="43242"/>
                </a:lnTo>
                <a:lnTo>
                  <a:pt x="167040" y="41962"/>
                </a:lnTo>
                <a:lnTo>
                  <a:pt x="161111" y="40967"/>
                </a:lnTo>
                <a:lnTo>
                  <a:pt x="155108" y="40256"/>
                </a:lnTo>
                <a:lnTo>
                  <a:pt x="149029" y="39829"/>
                </a:lnTo>
                <a:lnTo>
                  <a:pt x="142875" y="39687"/>
                </a:lnTo>
                <a:lnTo>
                  <a:pt x="140648" y="39705"/>
                </a:lnTo>
                <a:lnTo>
                  <a:pt x="138412" y="39758"/>
                </a:lnTo>
                <a:lnTo>
                  <a:pt x="136168" y="39846"/>
                </a:lnTo>
                <a:lnTo>
                  <a:pt x="133914" y="39969"/>
                </a:lnTo>
                <a:lnTo>
                  <a:pt x="131652" y="40128"/>
                </a:lnTo>
                <a:lnTo>
                  <a:pt x="129381" y="40322"/>
                </a:lnTo>
                <a:lnTo>
                  <a:pt x="127101" y="40551"/>
                </a:lnTo>
                <a:lnTo>
                  <a:pt x="124813" y="40816"/>
                </a:lnTo>
                <a:lnTo>
                  <a:pt x="122515" y="41116"/>
                </a:lnTo>
                <a:lnTo>
                  <a:pt x="120209" y="41451"/>
                </a:lnTo>
                <a:lnTo>
                  <a:pt x="117894" y="41821"/>
                </a:lnTo>
                <a:lnTo>
                  <a:pt x="115570" y="42227"/>
                </a:lnTo>
                <a:lnTo>
                  <a:pt x="113284" y="42657"/>
                </a:lnTo>
                <a:lnTo>
                  <a:pt x="111081" y="43100"/>
                </a:lnTo>
                <a:lnTo>
                  <a:pt x="108962" y="43557"/>
                </a:lnTo>
                <a:lnTo>
                  <a:pt x="106927" y="44026"/>
                </a:lnTo>
                <a:lnTo>
                  <a:pt x="104976" y="44509"/>
                </a:lnTo>
                <a:lnTo>
                  <a:pt x="103108" y="45005"/>
                </a:lnTo>
                <a:lnTo>
                  <a:pt x="101324" y="45514"/>
                </a:lnTo>
                <a:lnTo>
                  <a:pt x="99624" y="46037"/>
                </a:lnTo>
                <a:lnTo>
                  <a:pt x="98008" y="46573"/>
                </a:lnTo>
                <a:lnTo>
                  <a:pt x="96476" y="47122"/>
                </a:lnTo>
                <a:lnTo>
                  <a:pt x="95027" y="47684"/>
                </a:lnTo>
                <a:lnTo>
                  <a:pt x="93662" y="48259"/>
                </a:lnTo>
                <a:lnTo>
                  <a:pt x="79058" y="33337"/>
                </a:lnTo>
                <a:lnTo>
                  <a:pt x="80953" y="32499"/>
                </a:lnTo>
                <a:lnTo>
                  <a:pt x="82934" y="31679"/>
                </a:lnTo>
                <a:lnTo>
                  <a:pt x="85001" y="30876"/>
                </a:lnTo>
                <a:lnTo>
                  <a:pt x="87154" y="30091"/>
                </a:lnTo>
                <a:lnTo>
                  <a:pt x="89393" y="29324"/>
                </a:lnTo>
                <a:lnTo>
                  <a:pt x="91718" y="28575"/>
                </a:lnTo>
                <a:lnTo>
                  <a:pt x="94129" y="27842"/>
                </a:lnTo>
                <a:lnTo>
                  <a:pt x="96626" y="27128"/>
                </a:lnTo>
                <a:lnTo>
                  <a:pt x="99209" y="26431"/>
                </a:lnTo>
                <a:lnTo>
                  <a:pt x="101878" y="25752"/>
                </a:lnTo>
                <a:lnTo>
                  <a:pt x="104633" y="25091"/>
                </a:lnTo>
                <a:lnTo>
                  <a:pt x="107474" y="24447"/>
                </a:lnTo>
                <a:lnTo>
                  <a:pt x="110352" y="23838"/>
                </a:lnTo>
                <a:lnTo>
                  <a:pt x="113220" y="23283"/>
                </a:lnTo>
                <a:lnTo>
                  <a:pt x="116076" y="22780"/>
                </a:lnTo>
                <a:lnTo>
                  <a:pt x="118921" y="22330"/>
                </a:lnTo>
                <a:lnTo>
                  <a:pt x="121756" y="21933"/>
                </a:lnTo>
                <a:lnTo>
                  <a:pt x="124579" y="21589"/>
                </a:lnTo>
                <a:lnTo>
                  <a:pt x="127391" y="21298"/>
                </a:lnTo>
                <a:lnTo>
                  <a:pt x="130193" y="21060"/>
                </a:lnTo>
                <a:lnTo>
                  <a:pt x="132983" y="20875"/>
                </a:lnTo>
                <a:lnTo>
                  <a:pt x="135762" y="20743"/>
                </a:lnTo>
                <a:lnTo>
                  <a:pt x="138530" y="20663"/>
                </a:lnTo>
                <a:lnTo>
                  <a:pt x="141288" y="20637"/>
                </a:lnTo>
                <a:lnTo>
                  <a:pt x="148801" y="20817"/>
                </a:lnTo>
                <a:lnTo>
                  <a:pt x="156206" y="21356"/>
                </a:lnTo>
                <a:lnTo>
                  <a:pt x="163503" y="22254"/>
                </a:lnTo>
                <a:lnTo>
                  <a:pt x="170692" y="23512"/>
                </a:lnTo>
                <a:lnTo>
                  <a:pt x="177772" y="25129"/>
                </a:lnTo>
                <a:lnTo>
                  <a:pt x="184745" y="27106"/>
                </a:lnTo>
                <a:lnTo>
                  <a:pt x="191610" y="29442"/>
                </a:lnTo>
                <a:lnTo>
                  <a:pt x="198367" y="32138"/>
                </a:lnTo>
                <a:lnTo>
                  <a:pt x="205016" y="35192"/>
                </a:lnTo>
                <a:lnTo>
                  <a:pt x="211556" y="38607"/>
                </a:lnTo>
                <a:lnTo>
                  <a:pt x="217989" y="42380"/>
                </a:lnTo>
                <a:lnTo>
                  <a:pt x="224314" y="46513"/>
                </a:lnTo>
                <a:lnTo>
                  <a:pt x="230444" y="50948"/>
                </a:lnTo>
                <a:lnTo>
                  <a:pt x="236295" y="55628"/>
                </a:lnTo>
                <a:lnTo>
                  <a:pt x="241866" y="60553"/>
                </a:lnTo>
                <a:lnTo>
                  <a:pt x="247156" y="65722"/>
                </a:lnTo>
                <a:lnTo>
                  <a:pt x="252167" y="71136"/>
                </a:lnTo>
                <a:lnTo>
                  <a:pt x="256897" y="76795"/>
                </a:lnTo>
                <a:lnTo>
                  <a:pt x="261348" y="82698"/>
                </a:lnTo>
                <a:lnTo>
                  <a:pt x="265518" y="88847"/>
                </a:lnTo>
                <a:lnTo>
                  <a:pt x="269409" y="95240"/>
                </a:lnTo>
                <a:lnTo>
                  <a:pt x="273019" y="101877"/>
                </a:lnTo>
                <a:lnTo>
                  <a:pt x="276350" y="108760"/>
                </a:lnTo>
                <a:lnTo>
                  <a:pt x="279400" y="115887"/>
                </a:lnTo>
                <a:lnTo>
                  <a:pt x="277991" y="119249"/>
                </a:lnTo>
                <a:lnTo>
                  <a:pt x="276516" y="122563"/>
                </a:lnTo>
                <a:lnTo>
                  <a:pt x="274975" y="125829"/>
                </a:lnTo>
                <a:lnTo>
                  <a:pt x="273368" y="129046"/>
                </a:lnTo>
                <a:lnTo>
                  <a:pt x="271694" y="132214"/>
                </a:lnTo>
                <a:lnTo>
                  <a:pt x="269954" y="135334"/>
                </a:lnTo>
                <a:lnTo>
                  <a:pt x="268149" y="138405"/>
                </a:lnTo>
                <a:lnTo>
                  <a:pt x="266277" y="141428"/>
                </a:lnTo>
                <a:lnTo>
                  <a:pt x="264339" y="144402"/>
                </a:lnTo>
                <a:lnTo>
                  <a:pt x="262334" y="147328"/>
                </a:lnTo>
                <a:lnTo>
                  <a:pt x="260264" y="150206"/>
                </a:lnTo>
                <a:lnTo>
                  <a:pt x="258128" y="153035"/>
                </a:lnTo>
                <a:lnTo>
                  <a:pt x="255929" y="155810"/>
                </a:lnTo>
                <a:lnTo>
                  <a:pt x="253674" y="158529"/>
                </a:lnTo>
                <a:lnTo>
                  <a:pt x="251361" y="161190"/>
                </a:lnTo>
                <a:lnTo>
                  <a:pt x="248991" y="163794"/>
                </a:lnTo>
                <a:lnTo>
                  <a:pt x="246563" y="166341"/>
                </a:lnTo>
                <a:lnTo>
                  <a:pt x="244078" y="168830"/>
                </a:lnTo>
                <a:lnTo>
                  <a:pt x="241536" y="171262"/>
                </a:lnTo>
                <a:lnTo>
                  <a:pt x="238936" y="173637"/>
                </a:lnTo>
                <a:lnTo>
                  <a:pt x="236280" y="175954"/>
                </a:lnTo>
                <a:lnTo>
                  <a:pt x="233565" y="178214"/>
                </a:lnTo>
                <a:lnTo>
                  <a:pt x="230794" y="180417"/>
                </a:lnTo>
                <a:lnTo>
                  <a:pt x="227965" y="182562"/>
                </a:lnTo>
                <a:close/>
                <a:moveTo>
                  <a:pt x="246380" y="254317"/>
                </a:moveTo>
                <a:lnTo>
                  <a:pt x="193040" y="201929"/>
                </a:lnTo>
                <a:lnTo>
                  <a:pt x="191168" y="202656"/>
                </a:lnTo>
                <a:lnTo>
                  <a:pt x="189256" y="203354"/>
                </a:lnTo>
                <a:lnTo>
                  <a:pt x="187305" y="204023"/>
                </a:lnTo>
                <a:lnTo>
                  <a:pt x="185314" y="204664"/>
                </a:lnTo>
                <a:lnTo>
                  <a:pt x="183283" y="205275"/>
                </a:lnTo>
                <a:lnTo>
                  <a:pt x="181213" y="205859"/>
                </a:lnTo>
                <a:lnTo>
                  <a:pt x="179103" y="206413"/>
                </a:lnTo>
                <a:lnTo>
                  <a:pt x="176953" y="206939"/>
                </a:lnTo>
                <a:lnTo>
                  <a:pt x="174764" y="207436"/>
                </a:lnTo>
                <a:lnTo>
                  <a:pt x="172535" y="207905"/>
                </a:lnTo>
                <a:lnTo>
                  <a:pt x="170266" y="208345"/>
                </a:lnTo>
                <a:lnTo>
                  <a:pt x="167958" y="208756"/>
                </a:lnTo>
                <a:lnTo>
                  <a:pt x="165627" y="209136"/>
                </a:lnTo>
                <a:lnTo>
                  <a:pt x="163292" y="209483"/>
                </a:lnTo>
                <a:lnTo>
                  <a:pt x="160953" y="209798"/>
                </a:lnTo>
                <a:lnTo>
                  <a:pt x="158609" y="210079"/>
                </a:lnTo>
                <a:lnTo>
                  <a:pt x="156261" y="210327"/>
                </a:lnTo>
                <a:lnTo>
                  <a:pt x="153908" y="210542"/>
                </a:lnTo>
                <a:lnTo>
                  <a:pt x="151551" y="210724"/>
                </a:lnTo>
                <a:lnTo>
                  <a:pt x="149190" y="210872"/>
                </a:lnTo>
                <a:lnTo>
                  <a:pt x="146824" y="210988"/>
                </a:lnTo>
                <a:lnTo>
                  <a:pt x="144454" y="211071"/>
                </a:lnTo>
                <a:lnTo>
                  <a:pt x="142079" y="211120"/>
                </a:lnTo>
                <a:lnTo>
                  <a:pt x="139700" y="211137"/>
                </a:lnTo>
                <a:lnTo>
                  <a:pt x="132034" y="210957"/>
                </a:lnTo>
                <a:lnTo>
                  <a:pt x="124486" y="210418"/>
                </a:lnTo>
                <a:lnTo>
                  <a:pt x="117058" y="209520"/>
                </a:lnTo>
                <a:lnTo>
                  <a:pt x="109749" y="208262"/>
                </a:lnTo>
                <a:lnTo>
                  <a:pt x="102559" y="206645"/>
                </a:lnTo>
                <a:lnTo>
                  <a:pt x="95488" y="204668"/>
                </a:lnTo>
                <a:lnTo>
                  <a:pt x="88536" y="202332"/>
                </a:lnTo>
                <a:lnTo>
                  <a:pt x="81703" y="199636"/>
                </a:lnTo>
                <a:lnTo>
                  <a:pt x="74990" y="196582"/>
                </a:lnTo>
                <a:lnTo>
                  <a:pt x="68395" y="193167"/>
                </a:lnTo>
                <a:lnTo>
                  <a:pt x="61919" y="189394"/>
                </a:lnTo>
                <a:lnTo>
                  <a:pt x="55562" y="185261"/>
                </a:lnTo>
                <a:lnTo>
                  <a:pt x="49404" y="180826"/>
                </a:lnTo>
                <a:lnTo>
                  <a:pt x="43524" y="176146"/>
                </a:lnTo>
                <a:lnTo>
                  <a:pt x="37921" y="171221"/>
                </a:lnTo>
                <a:lnTo>
                  <a:pt x="32597" y="166052"/>
                </a:lnTo>
                <a:lnTo>
                  <a:pt x="27550" y="160638"/>
                </a:lnTo>
                <a:lnTo>
                  <a:pt x="22781" y="154979"/>
                </a:lnTo>
                <a:lnTo>
                  <a:pt x="18289" y="149076"/>
                </a:lnTo>
                <a:lnTo>
                  <a:pt x="14076" y="142927"/>
                </a:lnTo>
                <a:lnTo>
                  <a:pt x="10140" y="136534"/>
                </a:lnTo>
                <a:lnTo>
                  <a:pt x="6482" y="129897"/>
                </a:lnTo>
                <a:lnTo>
                  <a:pt x="3102" y="123014"/>
                </a:lnTo>
                <a:lnTo>
                  <a:pt x="0" y="115887"/>
                </a:lnTo>
                <a:lnTo>
                  <a:pt x="1093" y="113141"/>
                </a:lnTo>
                <a:lnTo>
                  <a:pt x="2253" y="110406"/>
                </a:lnTo>
                <a:lnTo>
                  <a:pt x="3483" y="107682"/>
                </a:lnTo>
                <a:lnTo>
                  <a:pt x="4780" y="104969"/>
                </a:lnTo>
                <a:lnTo>
                  <a:pt x="6146" y="102266"/>
                </a:lnTo>
                <a:lnTo>
                  <a:pt x="7580" y="99575"/>
                </a:lnTo>
                <a:lnTo>
                  <a:pt x="9083" y="96895"/>
                </a:lnTo>
                <a:lnTo>
                  <a:pt x="10654" y="94226"/>
                </a:lnTo>
                <a:lnTo>
                  <a:pt x="12293" y="91568"/>
                </a:lnTo>
                <a:lnTo>
                  <a:pt x="14001" y="88922"/>
                </a:lnTo>
                <a:lnTo>
                  <a:pt x="15777" y="86286"/>
                </a:lnTo>
                <a:lnTo>
                  <a:pt x="17621" y="83661"/>
                </a:lnTo>
                <a:lnTo>
                  <a:pt x="19534" y="81051"/>
                </a:lnTo>
                <a:lnTo>
                  <a:pt x="21515" y="78462"/>
                </a:lnTo>
                <a:lnTo>
                  <a:pt x="23564" y="75892"/>
                </a:lnTo>
                <a:lnTo>
                  <a:pt x="25682" y="73342"/>
                </a:lnTo>
                <a:lnTo>
                  <a:pt x="27868" y="70812"/>
                </a:lnTo>
                <a:lnTo>
                  <a:pt x="30123" y="68302"/>
                </a:lnTo>
                <a:lnTo>
                  <a:pt x="32446" y="65811"/>
                </a:lnTo>
                <a:lnTo>
                  <a:pt x="34837" y="63341"/>
                </a:lnTo>
                <a:lnTo>
                  <a:pt x="37296" y="60890"/>
                </a:lnTo>
                <a:lnTo>
                  <a:pt x="39824" y="58459"/>
                </a:lnTo>
                <a:lnTo>
                  <a:pt x="42420" y="56048"/>
                </a:lnTo>
                <a:lnTo>
                  <a:pt x="45085" y="53657"/>
                </a:lnTo>
                <a:lnTo>
                  <a:pt x="5080" y="13652"/>
                </a:lnTo>
                <a:lnTo>
                  <a:pt x="18415" y="0"/>
                </a:lnTo>
                <a:lnTo>
                  <a:pt x="258762" y="240347"/>
                </a:lnTo>
                <a:lnTo>
                  <a:pt x="246380" y="254317"/>
                </a:lnTo>
                <a:close/>
                <a:moveTo>
                  <a:pt x="58102" y="66992"/>
                </a:moveTo>
                <a:lnTo>
                  <a:pt x="56150" y="68458"/>
                </a:lnTo>
                <a:lnTo>
                  <a:pt x="54209" y="69999"/>
                </a:lnTo>
                <a:lnTo>
                  <a:pt x="52278" y="71616"/>
                </a:lnTo>
                <a:lnTo>
                  <a:pt x="50359" y="73307"/>
                </a:lnTo>
                <a:lnTo>
                  <a:pt x="48451" y="75073"/>
                </a:lnTo>
                <a:lnTo>
                  <a:pt x="46553" y="76914"/>
                </a:lnTo>
                <a:lnTo>
                  <a:pt x="44667" y="78830"/>
                </a:lnTo>
                <a:lnTo>
                  <a:pt x="42792" y="80821"/>
                </a:lnTo>
                <a:lnTo>
                  <a:pt x="40928" y="82887"/>
                </a:lnTo>
                <a:lnTo>
                  <a:pt x="39075" y="85028"/>
                </a:lnTo>
                <a:lnTo>
                  <a:pt x="37232" y="87244"/>
                </a:lnTo>
                <a:lnTo>
                  <a:pt x="35401" y="89535"/>
                </a:lnTo>
                <a:lnTo>
                  <a:pt x="33619" y="91852"/>
                </a:lnTo>
                <a:lnTo>
                  <a:pt x="31922" y="94147"/>
                </a:lnTo>
                <a:lnTo>
                  <a:pt x="30311" y="96420"/>
                </a:lnTo>
                <a:lnTo>
                  <a:pt x="28787" y="98671"/>
                </a:lnTo>
                <a:lnTo>
                  <a:pt x="27348" y="100901"/>
                </a:lnTo>
                <a:lnTo>
                  <a:pt x="25995" y="103108"/>
                </a:lnTo>
                <a:lnTo>
                  <a:pt x="24729" y="105293"/>
                </a:lnTo>
                <a:lnTo>
                  <a:pt x="23548" y="107456"/>
                </a:lnTo>
                <a:lnTo>
                  <a:pt x="22453" y="109597"/>
                </a:lnTo>
                <a:lnTo>
                  <a:pt x="21444" y="111715"/>
                </a:lnTo>
                <a:lnTo>
                  <a:pt x="20522" y="113812"/>
                </a:lnTo>
                <a:lnTo>
                  <a:pt x="19685" y="115887"/>
                </a:lnTo>
                <a:lnTo>
                  <a:pt x="22497" y="121658"/>
                </a:lnTo>
                <a:lnTo>
                  <a:pt x="25537" y="127224"/>
                </a:lnTo>
                <a:lnTo>
                  <a:pt x="28803" y="132586"/>
                </a:lnTo>
                <a:lnTo>
                  <a:pt x="32297" y="137742"/>
                </a:lnTo>
                <a:lnTo>
                  <a:pt x="36018" y="142693"/>
                </a:lnTo>
                <a:lnTo>
                  <a:pt x="39965" y="147439"/>
                </a:lnTo>
                <a:lnTo>
                  <a:pt x="44140" y="151979"/>
                </a:lnTo>
                <a:lnTo>
                  <a:pt x="48542" y="156315"/>
                </a:lnTo>
                <a:lnTo>
                  <a:pt x="53171" y="160446"/>
                </a:lnTo>
                <a:lnTo>
                  <a:pt x="58028" y="164372"/>
                </a:lnTo>
                <a:lnTo>
                  <a:pt x="63111" y="168093"/>
                </a:lnTo>
                <a:lnTo>
                  <a:pt x="68421" y="171608"/>
                </a:lnTo>
                <a:lnTo>
                  <a:pt x="73906" y="174879"/>
                </a:lnTo>
                <a:lnTo>
                  <a:pt x="79512" y="177866"/>
                </a:lnTo>
                <a:lnTo>
                  <a:pt x="85239" y="180568"/>
                </a:lnTo>
                <a:lnTo>
                  <a:pt x="91087" y="182985"/>
                </a:lnTo>
                <a:lnTo>
                  <a:pt x="97057" y="185119"/>
                </a:lnTo>
                <a:lnTo>
                  <a:pt x="103148" y="186967"/>
                </a:lnTo>
                <a:lnTo>
                  <a:pt x="109360" y="188532"/>
                </a:lnTo>
                <a:lnTo>
                  <a:pt x="115693" y="189812"/>
                </a:lnTo>
                <a:lnTo>
                  <a:pt x="122148" y="190807"/>
                </a:lnTo>
                <a:lnTo>
                  <a:pt x="128724" y="191518"/>
                </a:lnTo>
                <a:lnTo>
                  <a:pt x="135421" y="191945"/>
                </a:lnTo>
                <a:lnTo>
                  <a:pt x="142240" y="192087"/>
                </a:lnTo>
                <a:lnTo>
                  <a:pt x="143984" y="192078"/>
                </a:lnTo>
                <a:lnTo>
                  <a:pt x="145724" y="192052"/>
                </a:lnTo>
                <a:lnTo>
                  <a:pt x="147459" y="192008"/>
                </a:lnTo>
                <a:lnTo>
                  <a:pt x="149190" y="191946"/>
                </a:lnTo>
                <a:lnTo>
                  <a:pt x="150916" y="191867"/>
                </a:lnTo>
                <a:lnTo>
                  <a:pt x="152638" y="191769"/>
                </a:lnTo>
                <a:lnTo>
                  <a:pt x="154356" y="191655"/>
                </a:lnTo>
                <a:lnTo>
                  <a:pt x="156069" y="191523"/>
                </a:lnTo>
                <a:lnTo>
                  <a:pt x="157778" y="191373"/>
                </a:lnTo>
                <a:lnTo>
                  <a:pt x="159482" y="191205"/>
                </a:lnTo>
                <a:lnTo>
                  <a:pt x="161182" y="191020"/>
                </a:lnTo>
                <a:lnTo>
                  <a:pt x="162878" y="190817"/>
                </a:lnTo>
                <a:lnTo>
                  <a:pt x="164536" y="190597"/>
                </a:lnTo>
                <a:lnTo>
                  <a:pt x="166123" y="190358"/>
                </a:lnTo>
                <a:lnTo>
                  <a:pt x="167640" y="190103"/>
                </a:lnTo>
                <a:lnTo>
                  <a:pt x="169086" y="189829"/>
                </a:lnTo>
                <a:lnTo>
                  <a:pt x="170462" y="189538"/>
                </a:lnTo>
                <a:lnTo>
                  <a:pt x="171768" y="189229"/>
                </a:lnTo>
                <a:lnTo>
                  <a:pt x="173002" y="188903"/>
                </a:lnTo>
                <a:lnTo>
                  <a:pt x="174166" y="188559"/>
                </a:lnTo>
                <a:lnTo>
                  <a:pt x="175260" y="188198"/>
                </a:lnTo>
                <a:lnTo>
                  <a:pt x="176283" y="187818"/>
                </a:lnTo>
                <a:lnTo>
                  <a:pt x="177236" y="187422"/>
                </a:lnTo>
                <a:lnTo>
                  <a:pt x="178118" y="187007"/>
                </a:lnTo>
                <a:lnTo>
                  <a:pt x="157798" y="166687"/>
                </a:lnTo>
                <a:lnTo>
                  <a:pt x="157204" y="166946"/>
                </a:lnTo>
                <a:lnTo>
                  <a:pt x="156589" y="167194"/>
                </a:lnTo>
                <a:lnTo>
                  <a:pt x="155952" y="167431"/>
                </a:lnTo>
                <a:lnTo>
                  <a:pt x="155293" y="167657"/>
                </a:lnTo>
                <a:lnTo>
                  <a:pt x="154611" y="167872"/>
                </a:lnTo>
                <a:lnTo>
                  <a:pt x="153908" y="168076"/>
                </a:lnTo>
                <a:lnTo>
                  <a:pt x="153183" y="168269"/>
                </a:lnTo>
                <a:lnTo>
                  <a:pt x="152435" y="168451"/>
                </a:lnTo>
                <a:lnTo>
                  <a:pt x="151666" y="168622"/>
                </a:lnTo>
                <a:lnTo>
                  <a:pt x="150874" y="168782"/>
                </a:lnTo>
                <a:lnTo>
                  <a:pt x="150061" y="168930"/>
                </a:lnTo>
                <a:lnTo>
                  <a:pt x="149225" y="169068"/>
                </a:lnTo>
                <a:lnTo>
                  <a:pt x="148383" y="169195"/>
                </a:lnTo>
                <a:lnTo>
                  <a:pt x="147549" y="169311"/>
                </a:lnTo>
                <a:lnTo>
                  <a:pt x="146725" y="169416"/>
                </a:lnTo>
                <a:lnTo>
                  <a:pt x="145909" y="169509"/>
                </a:lnTo>
                <a:lnTo>
                  <a:pt x="145102" y="169592"/>
                </a:lnTo>
                <a:lnTo>
                  <a:pt x="144304" y="169664"/>
                </a:lnTo>
                <a:lnTo>
                  <a:pt x="143514" y="169724"/>
                </a:lnTo>
                <a:lnTo>
                  <a:pt x="142734" y="169774"/>
                </a:lnTo>
                <a:lnTo>
                  <a:pt x="141962" y="169812"/>
                </a:lnTo>
                <a:lnTo>
                  <a:pt x="141199" y="169840"/>
                </a:lnTo>
                <a:lnTo>
                  <a:pt x="140445" y="169856"/>
                </a:lnTo>
                <a:lnTo>
                  <a:pt x="139700" y="169862"/>
                </a:lnTo>
                <a:lnTo>
                  <a:pt x="136040" y="169754"/>
                </a:lnTo>
                <a:lnTo>
                  <a:pt x="132468" y="169430"/>
                </a:lnTo>
                <a:lnTo>
                  <a:pt x="128984" y="168890"/>
                </a:lnTo>
                <a:lnTo>
                  <a:pt x="125589" y="168133"/>
                </a:lnTo>
                <a:lnTo>
                  <a:pt x="122282" y="167161"/>
                </a:lnTo>
                <a:lnTo>
                  <a:pt x="119062" y="165973"/>
                </a:lnTo>
                <a:lnTo>
                  <a:pt x="115932" y="164568"/>
                </a:lnTo>
                <a:lnTo>
                  <a:pt x="112889" y="162948"/>
                </a:lnTo>
                <a:lnTo>
                  <a:pt x="109934" y="161111"/>
                </a:lnTo>
                <a:lnTo>
                  <a:pt x="107068" y="159058"/>
                </a:lnTo>
                <a:lnTo>
                  <a:pt x="104290" y="156789"/>
                </a:lnTo>
                <a:lnTo>
                  <a:pt x="101600" y="154305"/>
                </a:lnTo>
                <a:lnTo>
                  <a:pt x="99064" y="151661"/>
                </a:lnTo>
                <a:lnTo>
                  <a:pt x="96749" y="148916"/>
                </a:lnTo>
                <a:lnTo>
                  <a:pt x="94655" y="146069"/>
                </a:lnTo>
                <a:lnTo>
                  <a:pt x="92781" y="143121"/>
                </a:lnTo>
                <a:lnTo>
                  <a:pt x="91127" y="140072"/>
                </a:lnTo>
                <a:lnTo>
                  <a:pt x="89694" y="136921"/>
                </a:lnTo>
                <a:lnTo>
                  <a:pt x="88481" y="133669"/>
                </a:lnTo>
                <a:lnTo>
                  <a:pt x="87489" y="130316"/>
                </a:lnTo>
                <a:lnTo>
                  <a:pt x="86717" y="126861"/>
                </a:lnTo>
                <a:lnTo>
                  <a:pt x="86166" y="123304"/>
                </a:lnTo>
                <a:lnTo>
                  <a:pt x="85835" y="119646"/>
                </a:lnTo>
                <a:lnTo>
                  <a:pt x="85725" y="115887"/>
                </a:lnTo>
                <a:lnTo>
                  <a:pt x="85731" y="115093"/>
                </a:lnTo>
                <a:lnTo>
                  <a:pt x="85747" y="114299"/>
                </a:lnTo>
                <a:lnTo>
                  <a:pt x="85775" y="113506"/>
                </a:lnTo>
                <a:lnTo>
                  <a:pt x="85813" y="112712"/>
                </a:lnTo>
                <a:lnTo>
                  <a:pt x="85863" y="111918"/>
                </a:lnTo>
                <a:lnTo>
                  <a:pt x="85923" y="111125"/>
                </a:lnTo>
                <a:lnTo>
                  <a:pt x="85995" y="110331"/>
                </a:lnTo>
                <a:lnTo>
                  <a:pt x="86078" y="109537"/>
                </a:lnTo>
                <a:lnTo>
                  <a:pt x="86171" y="108743"/>
                </a:lnTo>
                <a:lnTo>
                  <a:pt x="86276" y="107949"/>
                </a:lnTo>
                <a:lnTo>
                  <a:pt x="86392" y="107156"/>
                </a:lnTo>
                <a:lnTo>
                  <a:pt x="86519" y="106362"/>
                </a:lnTo>
                <a:lnTo>
                  <a:pt x="86657" y="105575"/>
                </a:lnTo>
                <a:lnTo>
                  <a:pt x="86805" y="104801"/>
                </a:lnTo>
                <a:lnTo>
                  <a:pt x="86965" y="104040"/>
                </a:lnTo>
                <a:lnTo>
                  <a:pt x="87136" y="103293"/>
                </a:lnTo>
                <a:lnTo>
                  <a:pt x="87318" y="102559"/>
                </a:lnTo>
                <a:lnTo>
                  <a:pt x="87511" y="101838"/>
                </a:lnTo>
                <a:lnTo>
                  <a:pt x="87715" y="101130"/>
                </a:lnTo>
                <a:lnTo>
                  <a:pt x="87930" y="100435"/>
                </a:lnTo>
                <a:lnTo>
                  <a:pt x="88156" y="99754"/>
                </a:lnTo>
                <a:lnTo>
                  <a:pt x="88393" y="99086"/>
                </a:lnTo>
                <a:lnTo>
                  <a:pt x="88641" y="98431"/>
                </a:lnTo>
                <a:lnTo>
                  <a:pt x="88900" y="97789"/>
                </a:lnTo>
                <a:lnTo>
                  <a:pt x="58102" y="66992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블록 폐쇄망 실행"/>
          <p:cNvSpPr/>
          <p:nvPr/>
        </p:nvSpPr>
        <p:spPr>
          <a:xfrm>
            <a:off x="6172200" y="4099560"/>
            <a:ext cx="2133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505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폐쇄망 실행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외부 다운로드 0 · CDN 없음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T-N01 ~ 03</a:t>
            </a:r>
          </a:p>
        </p:txBody>
      </p:sp>
      <p:sp>
        <p:nvSpPr>
          <p:cNvPr id="32" name="아이콘 wifi_off"/>
          <p:cNvSpPr/>
          <p:nvPr/>
        </p:nvSpPr>
        <p:spPr>
          <a:xfrm>
            <a:off x="7086600" y="4135120"/>
            <a:ext cx="304800" cy="247332"/>
          </a:xfrm>
          <a:custGeom>
            <a:avLst/>
            <a:gdLst/>
            <a:ahLst/>
            <a:cxnLst/>
            <a:rect l="l" t="t" r="r" b="b"/>
            <a:pathLst>
              <a:path w="304800" h="247332">
                <a:moveTo>
                  <a:pt x="255588" y="247332"/>
                </a:moveTo>
                <a:lnTo>
                  <a:pt x="130492" y="122238"/>
                </a:lnTo>
                <a:lnTo>
                  <a:pt x="127654" y="122961"/>
                </a:lnTo>
                <a:lnTo>
                  <a:pt x="124852" y="123754"/>
                </a:lnTo>
                <a:lnTo>
                  <a:pt x="122089" y="124619"/>
                </a:lnTo>
                <a:lnTo>
                  <a:pt x="119362" y="125554"/>
                </a:lnTo>
                <a:lnTo>
                  <a:pt x="116674" y="126559"/>
                </a:lnTo>
                <a:lnTo>
                  <a:pt x="114022" y="127635"/>
                </a:lnTo>
                <a:lnTo>
                  <a:pt x="111408" y="128782"/>
                </a:lnTo>
                <a:lnTo>
                  <a:pt x="108832" y="129999"/>
                </a:lnTo>
                <a:lnTo>
                  <a:pt x="106293" y="131286"/>
                </a:lnTo>
                <a:lnTo>
                  <a:pt x="103792" y="132644"/>
                </a:lnTo>
                <a:lnTo>
                  <a:pt x="101328" y="134073"/>
                </a:lnTo>
                <a:lnTo>
                  <a:pt x="98901" y="135572"/>
                </a:lnTo>
                <a:lnTo>
                  <a:pt x="96519" y="137120"/>
                </a:lnTo>
                <a:lnTo>
                  <a:pt x="94187" y="138695"/>
                </a:lnTo>
                <a:lnTo>
                  <a:pt x="91906" y="140295"/>
                </a:lnTo>
                <a:lnTo>
                  <a:pt x="89676" y="141922"/>
                </a:lnTo>
                <a:lnTo>
                  <a:pt x="87497" y="143576"/>
                </a:lnTo>
                <a:lnTo>
                  <a:pt x="85368" y="145256"/>
                </a:lnTo>
                <a:lnTo>
                  <a:pt x="83290" y="146963"/>
                </a:lnTo>
                <a:lnTo>
                  <a:pt x="81262" y="148696"/>
                </a:lnTo>
                <a:lnTo>
                  <a:pt x="79286" y="150455"/>
                </a:lnTo>
                <a:lnTo>
                  <a:pt x="77360" y="152241"/>
                </a:lnTo>
                <a:lnTo>
                  <a:pt x="75485" y="154054"/>
                </a:lnTo>
                <a:lnTo>
                  <a:pt x="73660" y="155892"/>
                </a:lnTo>
                <a:lnTo>
                  <a:pt x="53658" y="135890"/>
                </a:lnTo>
                <a:lnTo>
                  <a:pt x="55621" y="133952"/>
                </a:lnTo>
                <a:lnTo>
                  <a:pt x="57595" y="132054"/>
                </a:lnTo>
                <a:lnTo>
                  <a:pt x="59581" y="130195"/>
                </a:lnTo>
                <a:lnTo>
                  <a:pt x="61577" y="128376"/>
                </a:lnTo>
                <a:lnTo>
                  <a:pt x="63585" y="126597"/>
                </a:lnTo>
                <a:lnTo>
                  <a:pt x="65603" y="124857"/>
                </a:lnTo>
                <a:lnTo>
                  <a:pt x="67633" y="123157"/>
                </a:lnTo>
                <a:lnTo>
                  <a:pt x="69674" y="121497"/>
                </a:lnTo>
                <a:lnTo>
                  <a:pt x="71725" y="119876"/>
                </a:lnTo>
                <a:lnTo>
                  <a:pt x="73788" y="118295"/>
                </a:lnTo>
                <a:lnTo>
                  <a:pt x="75862" y="116754"/>
                </a:lnTo>
                <a:lnTo>
                  <a:pt x="77946" y="115252"/>
                </a:lnTo>
                <a:lnTo>
                  <a:pt x="80071" y="113784"/>
                </a:lnTo>
                <a:lnTo>
                  <a:pt x="82263" y="112342"/>
                </a:lnTo>
                <a:lnTo>
                  <a:pt x="84524" y="110927"/>
                </a:lnTo>
                <a:lnTo>
                  <a:pt x="86854" y="109538"/>
                </a:lnTo>
                <a:lnTo>
                  <a:pt x="89252" y="108175"/>
                </a:lnTo>
                <a:lnTo>
                  <a:pt x="91718" y="106839"/>
                </a:lnTo>
                <a:lnTo>
                  <a:pt x="94252" y="105529"/>
                </a:lnTo>
                <a:lnTo>
                  <a:pt x="96855" y="104246"/>
                </a:lnTo>
                <a:lnTo>
                  <a:pt x="99526" y="102989"/>
                </a:lnTo>
                <a:lnTo>
                  <a:pt x="102266" y="101759"/>
                </a:lnTo>
                <a:lnTo>
                  <a:pt x="105074" y="100555"/>
                </a:lnTo>
                <a:lnTo>
                  <a:pt x="107950" y="99378"/>
                </a:lnTo>
                <a:lnTo>
                  <a:pt x="72708" y="64135"/>
                </a:lnTo>
                <a:lnTo>
                  <a:pt x="70231" y="65371"/>
                </a:lnTo>
                <a:lnTo>
                  <a:pt x="67777" y="66644"/>
                </a:lnTo>
                <a:lnTo>
                  <a:pt x="65345" y="67955"/>
                </a:lnTo>
                <a:lnTo>
                  <a:pt x="62936" y="69303"/>
                </a:lnTo>
                <a:lnTo>
                  <a:pt x="60548" y="70689"/>
                </a:lnTo>
                <a:lnTo>
                  <a:pt x="58182" y="72112"/>
                </a:lnTo>
                <a:lnTo>
                  <a:pt x="55838" y="73573"/>
                </a:lnTo>
                <a:lnTo>
                  <a:pt x="53516" y="75071"/>
                </a:lnTo>
                <a:lnTo>
                  <a:pt x="51217" y="76607"/>
                </a:lnTo>
                <a:lnTo>
                  <a:pt x="48939" y="78180"/>
                </a:lnTo>
                <a:lnTo>
                  <a:pt x="46684" y="79791"/>
                </a:lnTo>
                <a:lnTo>
                  <a:pt x="44450" y="81439"/>
                </a:lnTo>
                <a:lnTo>
                  <a:pt x="42243" y="83111"/>
                </a:lnTo>
                <a:lnTo>
                  <a:pt x="40067" y="84795"/>
                </a:lnTo>
                <a:lnTo>
                  <a:pt x="37921" y="86489"/>
                </a:lnTo>
                <a:lnTo>
                  <a:pt x="35807" y="88194"/>
                </a:lnTo>
                <a:lnTo>
                  <a:pt x="33723" y="89911"/>
                </a:lnTo>
                <a:lnTo>
                  <a:pt x="31671" y="91638"/>
                </a:lnTo>
                <a:lnTo>
                  <a:pt x="29649" y="93377"/>
                </a:lnTo>
                <a:lnTo>
                  <a:pt x="27658" y="95127"/>
                </a:lnTo>
                <a:lnTo>
                  <a:pt x="25698" y="96887"/>
                </a:lnTo>
                <a:lnTo>
                  <a:pt x="23768" y="98659"/>
                </a:lnTo>
                <a:lnTo>
                  <a:pt x="21870" y="100441"/>
                </a:lnTo>
                <a:lnTo>
                  <a:pt x="20002" y="102235"/>
                </a:lnTo>
                <a:lnTo>
                  <a:pt x="0" y="82232"/>
                </a:lnTo>
                <a:lnTo>
                  <a:pt x="1916" y="80286"/>
                </a:lnTo>
                <a:lnTo>
                  <a:pt x="3854" y="78361"/>
                </a:lnTo>
                <a:lnTo>
                  <a:pt x="5814" y="76458"/>
                </a:lnTo>
                <a:lnTo>
                  <a:pt x="7796" y="74577"/>
                </a:lnTo>
                <a:lnTo>
                  <a:pt x="9801" y="72719"/>
                </a:lnTo>
                <a:lnTo>
                  <a:pt x="11827" y="70882"/>
                </a:lnTo>
                <a:lnTo>
                  <a:pt x="13875" y="69067"/>
                </a:lnTo>
                <a:lnTo>
                  <a:pt x="15946" y="67275"/>
                </a:lnTo>
                <a:lnTo>
                  <a:pt x="18038" y="65504"/>
                </a:lnTo>
                <a:lnTo>
                  <a:pt x="20152" y="63756"/>
                </a:lnTo>
                <a:lnTo>
                  <a:pt x="22289" y="62029"/>
                </a:lnTo>
                <a:lnTo>
                  <a:pt x="24448" y="60325"/>
                </a:lnTo>
                <a:lnTo>
                  <a:pt x="26621" y="58652"/>
                </a:lnTo>
                <a:lnTo>
                  <a:pt x="28804" y="57018"/>
                </a:lnTo>
                <a:lnTo>
                  <a:pt x="30996" y="55424"/>
                </a:lnTo>
                <a:lnTo>
                  <a:pt x="33196" y="53869"/>
                </a:lnTo>
                <a:lnTo>
                  <a:pt x="35406" y="52354"/>
                </a:lnTo>
                <a:lnTo>
                  <a:pt x="37624" y="50879"/>
                </a:lnTo>
                <a:lnTo>
                  <a:pt x="39851" y="49444"/>
                </a:lnTo>
                <a:lnTo>
                  <a:pt x="42086" y="48048"/>
                </a:lnTo>
                <a:lnTo>
                  <a:pt x="44331" y="46692"/>
                </a:lnTo>
                <a:lnTo>
                  <a:pt x="46584" y="45376"/>
                </a:lnTo>
                <a:lnTo>
                  <a:pt x="48846" y="44099"/>
                </a:lnTo>
                <a:lnTo>
                  <a:pt x="51118" y="42862"/>
                </a:lnTo>
                <a:lnTo>
                  <a:pt x="21908" y="13653"/>
                </a:lnTo>
                <a:lnTo>
                  <a:pt x="35560" y="0"/>
                </a:lnTo>
                <a:lnTo>
                  <a:pt x="269240" y="233680"/>
                </a:lnTo>
                <a:lnTo>
                  <a:pt x="255588" y="247332"/>
                </a:lnTo>
                <a:close/>
                <a:moveTo>
                  <a:pt x="132398" y="220345"/>
                </a:moveTo>
                <a:lnTo>
                  <a:pt x="131028" y="218896"/>
                </a:lnTo>
                <a:lnTo>
                  <a:pt x="129778" y="217408"/>
                </a:lnTo>
                <a:lnTo>
                  <a:pt x="128647" y="215880"/>
                </a:lnTo>
                <a:lnTo>
                  <a:pt x="127635" y="214312"/>
                </a:lnTo>
                <a:lnTo>
                  <a:pt x="126742" y="212705"/>
                </a:lnTo>
                <a:lnTo>
                  <a:pt x="125968" y="211058"/>
                </a:lnTo>
                <a:lnTo>
                  <a:pt x="125313" y="209371"/>
                </a:lnTo>
                <a:lnTo>
                  <a:pt x="124778" y="207645"/>
                </a:lnTo>
                <a:lnTo>
                  <a:pt x="124361" y="205879"/>
                </a:lnTo>
                <a:lnTo>
                  <a:pt x="124063" y="204073"/>
                </a:lnTo>
                <a:lnTo>
                  <a:pt x="123885" y="202228"/>
                </a:lnTo>
                <a:lnTo>
                  <a:pt x="123825" y="200342"/>
                </a:lnTo>
                <a:lnTo>
                  <a:pt x="123885" y="198457"/>
                </a:lnTo>
                <a:lnTo>
                  <a:pt x="124063" y="196612"/>
                </a:lnTo>
                <a:lnTo>
                  <a:pt x="124361" y="194806"/>
                </a:lnTo>
                <a:lnTo>
                  <a:pt x="124778" y="193040"/>
                </a:lnTo>
                <a:lnTo>
                  <a:pt x="125313" y="191314"/>
                </a:lnTo>
                <a:lnTo>
                  <a:pt x="125968" y="189627"/>
                </a:lnTo>
                <a:lnTo>
                  <a:pt x="126742" y="187980"/>
                </a:lnTo>
                <a:lnTo>
                  <a:pt x="127635" y="186372"/>
                </a:lnTo>
                <a:lnTo>
                  <a:pt x="128647" y="184805"/>
                </a:lnTo>
                <a:lnTo>
                  <a:pt x="129778" y="183277"/>
                </a:lnTo>
                <a:lnTo>
                  <a:pt x="131028" y="181789"/>
                </a:lnTo>
                <a:lnTo>
                  <a:pt x="132398" y="180340"/>
                </a:lnTo>
                <a:lnTo>
                  <a:pt x="133846" y="178971"/>
                </a:lnTo>
                <a:lnTo>
                  <a:pt x="135334" y="177721"/>
                </a:lnTo>
                <a:lnTo>
                  <a:pt x="136862" y="176590"/>
                </a:lnTo>
                <a:lnTo>
                  <a:pt x="138430" y="175578"/>
                </a:lnTo>
                <a:lnTo>
                  <a:pt x="140037" y="174685"/>
                </a:lnTo>
                <a:lnTo>
                  <a:pt x="141684" y="173911"/>
                </a:lnTo>
                <a:lnTo>
                  <a:pt x="143371" y="173256"/>
                </a:lnTo>
                <a:lnTo>
                  <a:pt x="145098" y="172720"/>
                </a:lnTo>
                <a:lnTo>
                  <a:pt x="146864" y="172303"/>
                </a:lnTo>
                <a:lnTo>
                  <a:pt x="148669" y="172006"/>
                </a:lnTo>
                <a:lnTo>
                  <a:pt x="150515" y="171827"/>
                </a:lnTo>
                <a:lnTo>
                  <a:pt x="152400" y="171768"/>
                </a:lnTo>
                <a:lnTo>
                  <a:pt x="154285" y="171827"/>
                </a:lnTo>
                <a:lnTo>
                  <a:pt x="156131" y="172006"/>
                </a:lnTo>
                <a:lnTo>
                  <a:pt x="157936" y="172303"/>
                </a:lnTo>
                <a:lnTo>
                  <a:pt x="159702" y="172720"/>
                </a:lnTo>
                <a:lnTo>
                  <a:pt x="161429" y="173256"/>
                </a:lnTo>
                <a:lnTo>
                  <a:pt x="163116" y="173911"/>
                </a:lnTo>
                <a:lnTo>
                  <a:pt x="164763" y="174685"/>
                </a:lnTo>
                <a:lnTo>
                  <a:pt x="166370" y="175578"/>
                </a:lnTo>
                <a:lnTo>
                  <a:pt x="167938" y="176590"/>
                </a:lnTo>
                <a:lnTo>
                  <a:pt x="169466" y="177721"/>
                </a:lnTo>
                <a:lnTo>
                  <a:pt x="170954" y="178971"/>
                </a:lnTo>
                <a:lnTo>
                  <a:pt x="172402" y="180340"/>
                </a:lnTo>
                <a:lnTo>
                  <a:pt x="173772" y="181789"/>
                </a:lnTo>
                <a:lnTo>
                  <a:pt x="175022" y="183277"/>
                </a:lnTo>
                <a:lnTo>
                  <a:pt x="176153" y="184805"/>
                </a:lnTo>
                <a:lnTo>
                  <a:pt x="177165" y="186372"/>
                </a:lnTo>
                <a:lnTo>
                  <a:pt x="178058" y="187980"/>
                </a:lnTo>
                <a:lnTo>
                  <a:pt x="178832" y="189627"/>
                </a:lnTo>
                <a:lnTo>
                  <a:pt x="179487" y="191314"/>
                </a:lnTo>
                <a:lnTo>
                  <a:pt x="180022" y="193040"/>
                </a:lnTo>
                <a:lnTo>
                  <a:pt x="180439" y="194806"/>
                </a:lnTo>
                <a:lnTo>
                  <a:pt x="180737" y="196612"/>
                </a:lnTo>
                <a:lnTo>
                  <a:pt x="180915" y="198457"/>
                </a:lnTo>
                <a:lnTo>
                  <a:pt x="180975" y="200342"/>
                </a:lnTo>
                <a:lnTo>
                  <a:pt x="180915" y="202228"/>
                </a:lnTo>
                <a:lnTo>
                  <a:pt x="180737" y="204073"/>
                </a:lnTo>
                <a:lnTo>
                  <a:pt x="180439" y="205879"/>
                </a:lnTo>
                <a:lnTo>
                  <a:pt x="180022" y="207645"/>
                </a:lnTo>
                <a:lnTo>
                  <a:pt x="179487" y="209371"/>
                </a:lnTo>
                <a:lnTo>
                  <a:pt x="178832" y="211058"/>
                </a:lnTo>
                <a:lnTo>
                  <a:pt x="178058" y="212705"/>
                </a:lnTo>
                <a:lnTo>
                  <a:pt x="177165" y="214312"/>
                </a:lnTo>
                <a:lnTo>
                  <a:pt x="176153" y="215880"/>
                </a:lnTo>
                <a:lnTo>
                  <a:pt x="175022" y="217408"/>
                </a:lnTo>
                <a:lnTo>
                  <a:pt x="173772" y="218896"/>
                </a:lnTo>
                <a:lnTo>
                  <a:pt x="172402" y="220345"/>
                </a:lnTo>
                <a:lnTo>
                  <a:pt x="170954" y="221714"/>
                </a:lnTo>
                <a:lnTo>
                  <a:pt x="169466" y="222964"/>
                </a:lnTo>
                <a:lnTo>
                  <a:pt x="167938" y="224095"/>
                </a:lnTo>
                <a:lnTo>
                  <a:pt x="166370" y="225108"/>
                </a:lnTo>
                <a:lnTo>
                  <a:pt x="164763" y="226000"/>
                </a:lnTo>
                <a:lnTo>
                  <a:pt x="163116" y="226774"/>
                </a:lnTo>
                <a:lnTo>
                  <a:pt x="161429" y="227429"/>
                </a:lnTo>
                <a:lnTo>
                  <a:pt x="159702" y="227965"/>
                </a:lnTo>
                <a:lnTo>
                  <a:pt x="157936" y="228382"/>
                </a:lnTo>
                <a:lnTo>
                  <a:pt x="156131" y="228679"/>
                </a:lnTo>
                <a:lnTo>
                  <a:pt x="154285" y="228858"/>
                </a:lnTo>
                <a:lnTo>
                  <a:pt x="152400" y="228918"/>
                </a:lnTo>
                <a:lnTo>
                  <a:pt x="150515" y="228858"/>
                </a:lnTo>
                <a:lnTo>
                  <a:pt x="148669" y="228679"/>
                </a:lnTo>
                <a:lnTo>
                  <a:pt x="146864" y="228382"/>
                </a:lnTo>
                <a:lnTo>
                  <a:pt x="145098" y="227965"/>
                </a:lnTo>
                <a:lnTo>
                  <a:pt x="143371" y="227429"/>
                </a:lnTo>
                <a:lnTo>
                  <a:pt x="141684" y="226774"/>
                </a:lnTo>
                <a:lnTo>
                  <a:pt x="140037" y="226000"/>
                </a:lnTo>
                <a:lnTo>
                  <a:pt x="138430" y="225108"/>
                </a:lnTo>
                <a:lnTo>
                  <a:pt x="136862" y="224095"/>
                </a:lnTo>
                <a:lnTo>
                  <a:pt x="135334" y="222964"/>
                </a:lnTo>
                <a:lnTo>
                  <a:pt x="133846" y="221714"/>
                </a:lnTo>
                <a:lnTo>
                  <a:pt x="132398" y="220345"/>
                </a:lnTo>
                <a:close/>
                <a:moveTo>
                  <a:pt x="231140" y="155892"/>
                </a:moveTo>
                <a:lnTo>
                  <a:pt x="229407" y="154227"/>
                </a:lnTo>
                <a:lnTo>
                  <a:pt x="227700" y="152616"/>
                </a:lnTo>
                <a:lnTo>
                  <a:pt x="226020" y="151061"/>
                </a:lnTo>
                <a:lnTo>
                  <a:pt x="224367" y="149560"/>
                </a:lnTo>
                <a:lnTo>
                  <a:pt x="222739" y="148115"/>
                </a:lnTo>
                <a:lnTo>
                  <a:pt x="221139" y="146725"/>
                </a:lnTo>
                <a:lnTo>
                  <a:pt x="219564" y="145390"/>
                </a:lnTo>
                <a:lnTo>
                  <a:pt x="218017" y="144110"/>
                </a:lnTo>
                <a:lnTo>
                  <a:pt x="216495" y="142885"/>
                </a:lnTo>
                <a:lnTo>
                  <a:pt x="215000" y="141715"/>
                </a:lnTo>
                <a:lnTo>
                  <a:pt x="213532" y="140601"/>
                </a:lnTo>
                <a:lnTo>
                  <a:pt x="212090" y="139541"/>
                </a:lnTo>
                <a:lnTo>
                  <a:pt x="210628" y="138510"/>
                </a:lnTo>
                <a:lnTo>
                  <a:pt x="209100" y="137482"/>
                </a:lnTo>
                <a:lnTo>
                  <a:pt x="207506" y="136456"/>
                </a:lnTo>
                <a:lnTo>
                  <a:pt x="205846" y="135431"/>
                </a:lnTo>
                <a:lnTo>
                  <a:pt x="204119" y="134409"/>
                </a:lnTo>
                <a:lnTo>
                  <a:pt x="202327" y="133390"/>
                </a:lnTo>
                <a:lnTo>
                  <a:pt x="200468" y="132372"/>
                </a:lnTo>
                <a:lnTo>
                  <a:pt x="198543" y="131357"/>
                </a:lnTo>
                <a:lnTo>
                  <a:pt x="196552" y="130344"/>
                </a:lnTo>
                <a:lnTo>
                  <a:pt x="194495" y="129333"/>
                </a:lnTo>
                <a:lnTo>
                  <a:pt x="192372" y="128324"/>
                </a:lnTo>
                <a:lnTo>
                  <a:pt x="190182" y="127318"/>
                </a:lnTo>
                <a:lnTo>
                  <a:pt x="154305" y="91440"/>
                </a:lnTo>
                <a:lnTo>
                  <a:pt x="159282" y="91623"/>
                </a:lnTo>
                <a:lnTo>
                  <a:pt x="164161" y="91960"/>
                </a:lnTo>
                <a:lnTo>
                  <a:pt x="168940" y="92452"/>
                </a:lnTo>
                <a:lnTo>
                  <a:pt x="173620" y="93098"/>
                </a:lnTo>
                <a:lnTo>
                  <a:pt x="178200" y="93898"/>
                </a:lnTo>
                <a:lnTo>
                  <a:pt x="182682" y="94853"/>
                </a:lnTo>
                <a:lnTo>
                  <a:pt x="187064" y="95962"/>
                </a:lnTo>
                <a:lnTo>
                  <a:pt x="191347" y="97226"/>
                </a:lnTo>
                <a:lnTo>
                  <a:pt x="195530" y="98643"/>
                </a:lnTo>
                <a:lnTo>
                  <a:pt x="199615" y="100215"/>
                </a:lnTo>
                <a:lnTo>
                  <a:pt x="203600" y="101942"/>
                </a:lnTo>
                <a:lnTo>
                  <a:pt x="207486" y="103822"/>
                </a:lnTo>
                <a:lnTo>
                  <a:pt x="211306" y="105840"/>
                </a:lnTo>
                <a:lnTo>
                  <a:pt x="215093" y="107976"/>
                </a:lnTo>
                <a:lnTo>
                  <a:pt x="218847" y="110232"/>
                </a:lnTo>
                <a:lnTo>
                  <a:pt x="222568" y="112607"/>
                </a:lnTo>
                <a:lnTo>
                  <a:pt x="226255" y="115100"/>
                </a:lnTo>
                <a:lnTo>
                  <a:pt x="229910" y="117713"/>
                </a:lnTo>
                <a:lnTo>
                  <a:pt x="233531" y="120445"/>
                </a:lnTo>
                <a:lnTo>
                  <a:pt x="237120" y="123296"/>
                </a:lnTo>
                <a:lnTo>
                  <a:pt x="240675" y="126266"/>
                </a:lnTo>
                <a:lnTo>
                  <a:pt x="244197" y="129355"/>
                </a:lnTo>
                <a:lnTo>
                  <a:pt x="247686" y="132563"/>
                </a:lnTo>
                <a:lnTo>
                  <a:pt x="251142" y="135890"/>
                </a:lnTo>
                <a:lnTo>
                  <a:pt x="231140" y="155892"/>
                </a:lnTo>
                <a:close/>
                <a:moveTo>
                  <a:pt x="284798" y="102235"/>
                </a:moveTo>
                <a:lnTo>
                  <a:pt x="280104" y="97865"/>
                </a:lnTo>
                <a:lnTo>
                  <a:pt x="275339" y="93645"/>
                </a:lnTo>
                <a:lnTo>
                  <a:pt x="270500" y="89575"/>
                </a:lnTo>
                <a:lnTo>
                  <a:pt x="265589" y="85654"/>
                </a:lnTo>
                <a:lnTo>
                  <a:pt x="260605" y="81884"/>
                </a:lnTo>
                <a:lnTo>
                  <a:pt x="255548" y="78264"/>
                </a:lnTo>
                <a:lnTo>
                  <a:pt x="250418" y="74793"/>
                </a:lnTo>
                <a:lnTo>
                  <a:pt x="245216" y="71473"/>
                </a:lnTo>
                <a:lnTo>
                  <a:pt x="239941" y="68302"/>
                </a:lnTo>
                <a:lnTo>
                  <a:pt x="234593" y="65282"/>
                </a:lnTo>
                <a:lnTo>
                  <a:pt x="229172" y="62411"/>
                </a:lnTo>
                <a:lnTo>
                  <a:pt x="223679" y="59690"/>
                </a:lnTo>
                <a:lnTo>
                  <a:pt x="218115" y="57154"/>
                </a:lnTo>
                <a:lnTo>
                  <a:pt x="212482" y="54839"/>
                </a:lnTo>
                <a:lnTo>
                  <a:pt x="206782" y="52745"/>
                </a:lnTo>
                <a:lnTo>
                  <a:pt x="201013" y="50871"/>
                </a:lnTo>
                <a:lnTo>
                  <a:pt x="195175" y="49217"/>
                </a:lnTo>
                <a:lnTo>
                  <a:pt x="189270" y="47784"/>
                </a:lnTo>
                <a:lnTo>
                  <a:pt x="183296" y="46571"/>
                </a:lnTo>
                <a:lnTo>
                  <a:pt x="177253" y="45579"/>
                </a:lnTo>
                <a:lnTo>
                  <a:pt x="171142" y="44807"/>
                </a:lnTo>
                <a:lnTo>
                  <a:pt x="164963" y="44256"/>
                </a:lnTo>
                <a:lnTo>
                  <a:pt x="158716" y="43925"/>
                </a:lnTo>
                <a:lnTo>
                  <a:pt x="152400" y="43815"/>
                </a:lnTo>
                <a:lnTo>
                  <a:pt x="150449" y="43825"/>
                </a:lnTo>
                <a:lnTo>
                  <a:pt x="148511" y="43855"/>
                </a:lnTo>
                <a:lnTo>
                  <a:pt x="146586" y="43904"/>
                </a:lnTo>
                <a:lnTo>
                  <a:pt x="144674" y="43974"/>
                </a:lnTo>
                <a:lnTo>
                  <a:pt x="142776" y="44063"/>
                </a:lnTo>
                <a:lnTo>
                  <a:pt x="140891" y="44172"/>
                </a:lnTo>
                <a:lnTo>
                  <a:pt x="139019" y="44301"/>
                </a:lnTo>
                <a:lnTo>
                  <a:pt x="137160" y="44450"/>
                </a:lnTo>
                <a:lnTo>
                  <a:pt x="135315" y="44619"/>
                </a:lnTo>
                <a:lnTo>
                  <a:pt x="133482" y="44807"/>
                </a:lnTo>
                <a:lnTo>
                  <a:pt x="131663" y="45016"/>
                </a:lnTo>
                <a:lnTo>
                  <a:pt x="129858" y="45244"/>
                </a:lnTo>
                <a:lnTo>
                  <a:pt x="128083" y="45490"/>
                </a:lnTo>
                <a:lnTo>
                  <a:pt x="126356" y="45751"/>
                </a:lnTo>
                <a:lnTo>
                  <a:pt x="124678" y="46028"/>
                </a:lnTo>
                <a:lnTo>
                  <a:pt x="123049" y="46320"/>
                </a:lnTo>
                <a:lnTo>
                  <a:pt x="121468" y="46627"/>
                </a:lnTo>
                <a:lnTo>
                  <a:pt x="119936" y="46950"/>
                </a:lnTo>
                <a:lnTo>
                  <a:pt x="118452" y="47289"/>
                </a:lnTo>
                <a:lnTo>
                  <a:pt x="117016" y="47643"/>
                </a:lnTo>
                <a:lnTo>
                  <a:pt x="115630" y="48012"/>
                </a:lnTo>
                <a:lnTo>
                  <a:pt x="114291" y="48397"/>
                </a:lnTo>
                <a:lnTo>
                  <a:pt x="113001" y="48797"/>
                </a:lnTo>
                <a:lnTo>
                  <a:pt x="111760" y="49212"/>
                </a:lnTo>
                <a:lnTo>
                  <a:pt x="88582" y="26035"/>
                </a:lnTo>
                <a:lnTo>
                  <a:pt x="90927" y="25204"/>
                </a:lnTo>
                <a:lnTo>
                  <a:pt x="93305" y="24403"/>
                </a:lnTo>
                <a:lnTo>
                  <a:pt x="95716" y="23634"/>
                </a:lnTo>
                <a:lnTo>
                  <a:pt x="98160" y="22895"/>
                </a:lnTo>
                <a:lnTo>
                  <a:pt x="100638" y="22188"/>
                </a:lnTo>
                <a:lnTo>
                  <a:pt x="103148" y="21511"/>
                </a:lnTo>
                <a:lnTo>
                  <a:pt x="105691" y="20865"/>
                </a:lnTo>
                <a:lnTo>
                  <a:pt x="108268" y="20249"/>
                </a:lnTo>
                <a:lnTo>
                  <a:pt x="110877" y="19665"/>
                </a:lnTo>
                <a:lnTo>
                  <a:pt x="113519" y="19112"/>
                </a:lnTo>
                <a:lnTo>
                  <a:pt x="116195" y="18589"/>
                </a:lnTo>
                <a:lnTo>
                  <a:pt x="118904" y="18097"/>
                </a:lnTo>
                <a:lnTo>
                  <a:pt x="121634" y="17641"/>
                </a:lnTo>
                <a:lnTo>
                  <a:pt x="124376" y="17224"/>
                </a:lnTo>
                <a:lnTo>
                  <a:pt x="127129" y="16847"/>
                </a:lnTo>
                <a:lnTo>
                  <a:pt x="129893" y="16510"/>
                </a:lnTo>
                <a:lnTo>
                  <a:pt x="132668" y="16212"/>
                </a:lnTo>
                <a:lnTo>
                  <a:pt x="135453" y="15954"/>
                </a:lnTo>
                <a:lnTo>
                  <a:pt x="138250" y="15736"/>
                </a:lnTo>
                <a:lnTo>
                  <a:pt x="141058" y="15558"/>
                </a:lnTo>
                <a:lnTo>
                  <a:pt x="143877" y="15419"/>
                </a:lnTo>
                <a:lnTo>
                  <a:pt x="146707" y="15319"/>
                </a:lnTo>
                <a:lnTo>
                  <a:pt x="149548" y="15260"/>
                </a:lnTo>
                <a:lnTo>
                  <a:pt x="152400" y="15240"/>
                </a:lnTo>
                <a:lnTo>
                  <a:pt x="159772" y="15368"/>
                </a:lnTo>
                <a:lnTo>
                  <a:pt x="167071" y="15752"/>
                </a:lnTo>
                <a:lnTo>
                  <a:pt x="174298" y="16391"/>
                </a:lnTo>
                <a:lnTo>
                  <a:pt x="181451" y="17286"/>
                </a:lnTo>
                <a:lnTo>
                  <a:pt x="188532" y="18437"/>
                </a:lnTo>
                <a:lnTo>
                  <a:pt x="195540" y="19844"/>
                </a:lnTo>
                <a:lnTo>
                  <a:pt x="202476" y="21506"/>
                </a:lnTo>
                <a:lnTo>
                  <a:pt x="209338" y="23424"/>
                </a:lnTo>
                <a:lnTo>
                  <a:pt x="216128" y="25598"/>
                </a:lnTo>
                <a:lnTo>
                  <a:pt x="222845" y="28028"/>
                </a:lnTo>
                <a:lnTo>
                  <a:pt x="229490" y="30714"/>
                </a:lnTo>
                <a:lnTo>
                  <a:pt x="236061" y="33655"/>
                </a:lnTo>
                <a:lnTo>
                  <a:pt x="242529" y="36806"/>
                </a:lnTo>
                <a:lnTo>
                  <a:pt x="248863" y="40120"/>
                </a:lnTo>
                <a:lnTo>
                  <a:pt x="255062" y="43597"/>
                </a:lnTo>
                <a:lnTo>
                  <a:pt x="261126" y="47237"/>
                </a:lnTo>
                <a:lnTo>
                  <a:pt x="267056" y="51040"/>
                </a:lnTo>
                <a:lnTo>
                  <a:pt x="272852" y="55007"/>
                </a:lnTo>
                <a:lnTo>
                  <a:pt x="278513" y="59137"/>
                </a:lnTo>
                <a:lnTo>
                  <a:pt x="284039" y="63429"/>
                </a:lnTo>
                <a:lnTo>
                  <a:pt x="289431" y="67885"/>
                </a:lnTo>
                <a:lnTo>
                  <a:pt x="294689" y="72505"/>
                </a:lnTo>
                <a:lnTo>
                  <a:pt x="299812" y="77287"/>
                </a:lnTo>
                <a:lnTo>
                  <a:pt x="304800" y="82232"/>
                </a:lnTo>
                <a:lnTo>
                  <a:pt x="284798" y="102235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블록 라이선스 · SBOM"/>
          <p:cNvSpPr/>
          <p:nvPr/>
        </p:nvSpPr>
        <p:spPr>
          <a:xfrm>
            <a:off x="3886200" y="5135880"/>
            <a:ext cx="2133600" cy="7924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733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라이선스 · SBOM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허용 목록 밖이면 빌드 실패</a:t>
            </a:r>
          </a:p>
        </p:txBody>
      </p:sp>
      <p:sp>
        <p:nvSpPr>
          <p:cNvPr id="34" name="아이콘 description"/>
          <p:cNvSpPr/>
          <p:nvPr/>
        </p:nvSpPr>
        <p:spPr>
          <a:xfrm>
            <a:off x="4851400" y="5184140"/>
            <a:ext cx="203200" cy="254000"/>
          </a:xfrm>
          <a:custGeom>
            <a:avLst/>
            <a:gdLst/>
            <a:ahLst/>
            <a:cxnLst/>
            <a:rect l="l" t="t" r="r" b="b"/>
            <a:pathLst>
              <a:path w="203200" h="254000">
                <a:moveTo>
                  <a:pt x="50482" y="200025"/>
                </a:moveTo>
                <a:lnTo>
                  <a:pt x="152718" y="200025"/>
                </a:lnTo>
                <a:lnTo>
                  <a:pt x="152718" y="180975"/>
                </a:lnTo>
                <a:lnTo>
                  <a:pt x="50482" y="180975"/>
                </a:lnTo>
                <a:lnTo>
                  <a:pt x="50482" y="200025"/>
                </a:lnTo>
                <a:close/>
                <a:moveTo>
                  <a:pt x="50482" y="146050"/>
                </a:moveTo>
                <a:lnTo>
                  <a:pt x="152718" y="146050"/>
                </a:lnTo>
                <a:lnTo>
                  <a:pt x="152718" y="127000"/>
                </a:lnTo>
                <a:lnTo>
                  <a:pt x="50482" y="127000"/>
                </a:lnTo>
                <a:lnTo>
                  <a:pt x="50482" y="146050"/>
                </a:lnTo>
                <a:close/>
                <a:moveTo>
                  <a:pt x="19050" y="254000"/>
                </a:moveTo>
                <a:lnTo>
                  <a:pt x="17793" y="253960"/>
                </a:lnTo>
                <a:lnTo>
                  <a:pt x="16563" y="253841"/>
                </a:lnTo>
                <a:lnTo>
                  <a:pt x="15359" y="253643"/>
                </a:lnTo>
                <a:lnTo>
                  <a:pt x="14182" y="253365"/>
                </a:lnTo>
                <a:lnTo>
                  <a:pt x="13031" y="253008"/>
                </a:lnTo>
                <a:lnTo>
                  <a:pt x="11906" y="252571"/>
                </a:lnTo>
                <a:lnTo>
                  <a:pt x="10808" y="252055"/>
                </a:lnTo>
                <a:lnTo>
                  <a:pt x="9737" y="251460"/>
                </a:lnTo>
                <a:lnTo>
                  <a:pt x="8692" y="250785"/>
                </a:lnTo>
                <a:lnTo>
                  <a:pt x="7673" y="250031"/>
                </a:lnTo>
                <a:lnTo>
                  <a:pt x="6681" y="249198"/>
                </a:lnTo>
                <a:lnTo>
                  <a:pt x="5715" y="248285"/>
                </a:lnTo>
                <a:lnTo>
                  <a:pt x="4802" y="247319"/>
                </a:lnTo>
                <a:lnTo>
                  <a:pt x="3969" y="246327"/>
                </a:lnTo>
                <a:lnTo>
                  <a:pt x="3215" y="245308"/>
                </a:lnTo>
                <a:lnTo>
                  <a:pt x="2540" y="244263"/>
                </a:lnTo>
                <a:lnTo>
                  <a:pt x="1945" y="243192"/>
                </a:lnTo>
                <a:lnTo>
                  <a:pt x="1429" y="242094"/>
                </a:lnTo>
                <a:lnTo>
                  <a:pt x="992" y="240969"/>
                </a:lnTo>
                <a:lnTo>
                  <a:pt x="635" y="239818"/>
                </a:lnTo>
                <a:lnTo>
                  <a:pt x="357" y="238641"/>
                </a:lnTo>
                <a:lnTo>
                  <a:pt x="159" y="237437"/>
                </a:lnTo>
                <a:lnTo>
                  <a:pt x="40" y="236207"/>
                </a:lnTo>
                <a:lnTo>
                  <a:pt x="0" y="2349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133668" y="0"/>
                </a:lnTo>
                <a:lnTo>
                  <a:pt x="203200" y="69532"/>
                </a:lnTo>
                <a:lnTo>
                  <a:pt x="203200" y="234950"/>
                </a:lnTo>
                <a:lnTo>
                  <a:pt x="203160" y="236207"/>
                </a:lnTo>
                <a:lnTo>
                  <a:pt x="203041" y="237437"/>
                </a:lnTo>
                <a:lnTo>
                  <a:pt x="202843" y="238641"/>
                </a:lnTo>
                <a:lnTo>
                  <a:pt x="202565" y="239818"/>
                </a:lnTo>
                <a:lnTo>
                  <a:pt x="202208" y="240969"/>
                </a:lnTo>
                <a:lnTo>
                  <a:pt x="201771" y="242094"/>
                </a:lnTo>
                <a:lnTo>
                  <a:pt x="201255" y="243192"/>
                </a:lnTo>
                <a:lnTo>
                  <a:pt x="200660" y="244263"/>
                </a:lnTo>
                <a:lnTo>
                  <a:pt x="199985" y="245308"/>
                </a:lnTo>
                <a:lnTo>
                  <a:pt x="199231" y="246327"/>
                </a:lnTo>
                <a:lnTo>
                  <a:pt x="198398" y="247319"/>
                </a:lnTo>
                <a:lnTo>
                  <a:pt x="197485" y="248285"/>
                </a:lnTo>
                <a:lnTo>
                  <a:pt x="196519" y="249198"/>
                </a:lnTo>
                <a:lnTo>
                  <a:pt x="195527" y="250031"/>
                </a:lnTo>
                <a:lnTo>
                  <a:pt x="194508" y="250785"/>
                </a:lnTo>
                <a:lnTo>
                  <a:pt x="193463" y="251460"/>
                </a:lnTo>
                <a:lnTo>
                  <a:pt x="192392" y="252055"/>
                </a:lnTo>
                <a:lnTo>
                  <a:pt x="191294" y="252571"/>
                </a:lnTo>
                <a:lnTo>
                  <a:pt x="190169" y="253008"/>
                </a:lnTo>
                <a:lnTo>
                  <a:pt x="189018" y="253365"/>
                </a:lnTo>
                <a:lnTo>
                  <a:pt x="187841" y="253643"/>
                </a:lnTo>
                <a:lnTo>
                  <a:pt x="186637" y="253841"/>
                </a:lnTo>
                <a:lnTo>
                  <a:pt x="185407" y="253960"/>
                </a:lnTo>
                <a:lnTo>
                  <a:pt x="184150" y="254000"/>
                </a:lnTo>
                <a:lnTo>
                  <a:pt x="19050" y="254000"/>
                </a:lnTo>
                <a:close/>
                <a:moveTo>
                  <a:pt x="124142" y="78105"/>
                </a:moveTo>
                <a:lnTo>
                  <a:pt x="124142" y="19050"/>
                </a:lnTo>
                <a:lnTo>
                  <a:pt x="19050" y="19050"/>
                </a:lnTo>
                <a:lnTo>
                  <a:pt x="19050" y="234950"/>
                </a:lnTo>
                <a:lnTo>
                  <a:pt x="184150" y="234950"/>
                </a:lnTo>
                <a:lnTo>
                  <a:pt x="184150" y="78105"/>
                </a:lnTo>
                <a:lnTo>
                  <a:pt x="124142" y="78105"/>
                </a:lnTo>
                <a:close/>
                <a:moveTo>
                  <a:pt x="19050" y="19050"/>
                </a:moveTo>
                <a:lnTo>
                  <a:pt x="19050" y="78105"/>
                </a:lnTo>
                <a:lnTo>
                  <a:pt x="19050" y="19050"/>
                </a:lnTo>
                <a:lnTo>
                  <a:pt x="19050" y="23495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블록 정리 (D+n)"/>
          <p:cNvSpPr/>
          <p:nvPr/>
        </p:nvSpPr>
        <p:spPr>
          <a:xfrm>
            <a:off x="6172200" y="5135880"/>
            <a:ext cx="2133600" cy="7924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733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정리 (D+n)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.env 삭제 · 출력 원문 보관</a:t>
            </a:r>
          </a:p>
        </p:txBody>
      </p:sp>
      <p:sp>
        <p:nvSpPr>
          <p:cNvPr id="36" name="아이콘 task_alt"/>
          <p:cNvSpPr/>
          <p:nvPr/>
        </p:nvSpPr>
        <p:spPr>
          <a:xfrm>
            <a:off x="7112000" y="5184140"/>
            <a:ext cx="254318" cy="254000"/>
          </a:xfrm>
          <a:custGeom>
            <a:avLst/>
            <a:gdLst/>
            <a:ahLst/>
            <a:cxnLst/>
            <a:rect l="l" t="t" r="r" b="b"/>
            <a:pathLst>
              <a:path w="254318" h="254000">
                <a:moveTo>
                  <a:pt x="127000" y="254000"/>
                </a:moveTo>
                <a:lnTo>
                  <a:pt x="122529" y="253933"/>
                </a:lnTo>
                <a:lnTo>
                  <a:pt x="118110" y="253731"/>
                </a:lnTo>
                <a:lnTo>
                  <a:pt x="113744" y="253395"/>
                </a:lnTo>
                <a:lnTo>
                  <a:pt x="109432" y="252924"/>
                </a:lnTo>
                <a:lnTo>
                  <a:pt x="105172" y="252319"/>
                </a:lnTo>
                <a:lnTo>
                  <a:pt x="100965" y="251579"/>
                </a:lnTo>
                <a:lnTo>
                  <a:pt x="96811" y="250705"/>
                </a:lnTo>
                <a:lnTo>
                  <a:pt x="92710" y="249696"/>
                </a:lnTo>
                <a:lnTo>
                  <a:pt x="88662" y="248553"/>
                </a:lnTo>
                <a:lnTo>
                  <a:pt x="84667" y="247275"/>
                </a:lnTo>
                <a:lnTo>
                  <a:pt x="80724" y="245863"/>
                </a:lnTo>
                <a:lnTo>
                  <a:pt x="76835" y="244316"/>
                </a:lnTo>
                <a:lnTo>
                  <a:pt x="73014" y="242650"/>
                </a:lnTo>
                <a:lnTo>
                  <a:pt x="69277" y="240881"/>
                </a:lnTo>
                <a:lnTo>
                  <a:pt x="65623" y="239008"/>
                </a:lnTo>
                <a:lnTo>
                  <a:pt x="62054" y="237031"/>
                </a:lnTo>
                <a:lnTo>
                  <a:pt x="58568" y="234951"/>
                </a:lnTo>
                <a:lnTo>
                  <a:pt x="55166" y="232767"/>
                </a:lnTo>
                <a:lnTo>
                  <a:pt x="51847" y="230480"/>
                </a:lnTo>
                <a:lnTo>
                  <a:pt x="48613" y="228088"/>
                </a:lnTo>
                <a:lnTo>
                  <a:pt x="45462" y="225594"/>
                </a:lnTo>
                <a:lnTo>
                  <a:pt x="42395" y="222995"/>
                </a:lnTo>
                <a:lnTo>
                  <a:pt x="39412" y="220293"/>
                </a:lnTo>
                <a:lnTo>
                  <a:pt x="36512" y="217488"/>
                </a:lnTo>
                <a:lnTo>
                  <a:pt x="33707" y="214588"/>
                </a:lnTo>
                <a:lnTo>
                  <a:pt x="31005" y="211605"/>
                </a:lnTo>
                <a:lnTo>
                  <a:pt x="28406" y="208538"/>
                </a:lnTo>
                <a:lnTo>
                  <a:pt x="25912" y="205387"/>
                </a:lnTo>
                <a:lnTo>
                  <a:pt x="23520" y="202153"/>
                </a:lnTo>
                <a:lnTo>
                  <a:pt x="21233" y="198834"/>
                </a:lnTo>
                <a:lnTo>
                  <a:pt x="19049" y="195432"/>
                </a:lnTo>
                <a:lnTo>
                  <a:pt x="16969" y="191946"/>
                </a:lnTo>
                <a:lnTo>
                  <a:pt x="14992" y="188377"/>
                </a:lnTo>
                <a:lnTo>
                  <a:pt x="13119" y="184723"/>
                </a:lnTo>
                <a:lnTo>
                  <a:pt x="11350" y="180986"/>
                </a:lnTo>
                <a:lnTo>
                  <a:pt x="9684" y="177165"/>
                </a:lnTo>
                <a:lnTo>
                  <a:pt x="8137" y="173276"/>
                </a:lnTo>
                <a:lnTo>
                  <a:pt x="6725" y="169333"/>
                </a:lnTo>
                <a:lnTo>
                  <a:pt x="5447" y="165338"/>
                </a:lnTo>
                <a:lnTo>
                  <a:pt x="4304" y="161290"/>
                </a:lnTo>
                <a:lnTo>
                  <a:pt x="3295" y="157189"/>
                </a:lnTo>
                <a:lnTo>
                  <a:pt x="2421" y="153035"/>
                </a:lnTo>
                <a:lnTo>
                  <a:pt x="1681" y="148828"/>
                </a:lnTo>
                <a:lnTo>
                  <a:pt x="1076" y="144568"/>
                </a:lnTo>
                <a:lnTo>
                  <a:pt x="605" y="140256"/>
                </a:lnTo>
                <a:lnTo>
                  <a:pt x="269" y="135890"/>
                </a:lnTo>
                <a:lnTo>
                  <a:pt x="67" y="131471"/>
                </a:lnTo>
                <a:lnTo>
                  <a:pt x="0" y="127000"/>
                </a:lnTo>
                <a:lnTo>
                  <a:pt x="67" y="122579"/>
                </a:lnTo>
                <a:lnTo>
                  <a:pt x="269" y="118207"/>
                </a:lnTo>
                <a:lnTo>
                  <a:pt x="605" y="113883"/>
                </a:lnTo>
                <a:lnTo>
                  <a:pt x="1076" y="109608"/>
                </a:lnTo>
                <a:lnTo>
                  <a:pt x="1681" y="105381"/>
                </a:lnTo>
                <a:lnTo>
                  <a:pt x="2421" y="101203"/>
                </a:lnTo>
                <a:lnTo>
                  <a:pt x="3295" y="97073"/>
                </a:lnTo>
                <a:lnTo>
                  <a:pt x="4304" y="92992"/>
                </a:lnTo>
                <a:lnTo>
                  <a:pt x="5447" y="88960"/>
                </a:lnTo>
                <a:lnTo>
                  <a:pt x="6725" y="84975"/>
                </a:lnTo>
                <a:lnTo>
                  <a:pt x="8137" y="81040"/>
                </a:lnTo>
                <a:lnTo>
                  <a:pt x="9684" y="77152"/>
                </a:lnTo>
                <a:lnTo>
                  <a:pt x="11350" y="73331"/>
                </a:lnTo>
                <a:lnTo>
                  <a:pt x="13119" y="69594"/>
                </a:lnTo>
                <a:lnTo>
                  <a:pt x="14992" y="65941"/>
                </a:lnTo>
                <a:lnTo>
                  <a:pt x="16969" y="62371"/>
                </a:lnTo>
                <a:lnTo>
                  <a:pt x="19049" y="58885"/>
                </a:lnTo>
                <a:lnTo>
                  <a:pt x="21233" y="55483"/>
                </a:lnTo>
                <a:lnTo>
                  <a:pt x="23520" y="52165"/>
                </a:lnTo>
                <a:lnTo>
                  <a:pt x="25912" y="48930"/>
                </a:lnTo>
                <a:lnTo>
                  <a:pt x="28406" y="45780"/>
                </a:lnTo>
                <a:lnTo>
                  <a:pt x="31005" y="42713"/>
                </a:lnTo>
                <a:lnTo>
                  <a:pt x="33707" y="39729"/>
                </a:lnTo>
                <a:lnTo>
                  <a:pt x="36512" y="36830"/>
                </a:lnTo>
                <a:lnTo>
                  <a:pt x="39412" y="34023"/>
                </a:lnTo>
                <a:lnTo>
                  <a:pt x="42395" y="31318"/>
                </a:lnTo>
                <a:lnTo>
                  <a:pt x="45462" y="28714"/>
                </a:lnTo>
                <a:lnTo>
                  <a:pt x="48613" y="26211"/>
                </a:lnTo>
                <a:lnTo>
                  <a:pt x="51847" y="23810"/>
                </a:lnTo>
                <a:lnTo>
                  <a:pt x="55166" y="21511"/>
                </a:lnTo>
                <a:lnTo>
                  <a:pt x="58568" y="19312"/>
                </a:lnTo>
                <a:lnTo>
                  <a:pt x="62054" y="17216"/>
                </a:lnTo>
                <a:lnTo>
                  <a:pt x="65623" y="15220"/>
                </a:lnTo>
                <a:lnTo>
                  <a:pt x="69277" y="13326"/>
                </a:lnTo>
                <a:lnTo>
                  <a:pt x="73014" y="11534"/>
                </a:lnTo>
                <a:lnTo>
                  <a:pt x="76835" y="9842"/>
                </a:lnTo>
                <a:lnTo>
                  <a:pt x="80724" y="8270"/>
                </a:lnTo>
                <a:lnTo>
                  <a:pt x="84667" y="6835"/>
                </a:lnTo>
                <a:lnTo>
                  <a:pt x="88662" y="5536"/>
                </a:lnTo>
                <a:lnTo>
                  <a:pt x="92710" y="4374"/>
                </a:lnTo>
                <a:lnTo>
                  <a:pt x="96811" y="3349"/>
                </a:lnTo>
                <a:lnTo>
                  <a:pt x="100965" y="2461"/>
                </a:lnTo>
                <a:lnTo>
                  <a:pt x="105172" y="1709"/>
                </a:lnTo>
                <a:lnTo>
                  <a:pt x="109432" y="1094"/>
                </a:lnTo>
                <a:lnTo>
                  <a:pt x="113744" y="615"/>
                </a:lnTo>
                <a:lnTo>
                  <a:pt x="118110" y="273"/>
                </a:lnTo>
                <a:lnTo>
                  <a:pt x="122529" y="68"/>
                </a:lnTo>
                <a:lnTo>
                  <a:pt x="127000" y="0"/>
                </a:lnTo>
                <a:lnTo>
                  <a:pt x="130947" y="53"/>
                </a:lnTo>
                <a:lnTo>
                  <a:pt x="134849" y="212"/>
                </a:lnTo>
                <a:lnTo>
                  <a:pt x="138708" y="476"/>
                </a:lnTo>
                <a:lnTo>
                  <a:pt x="142522" y="847"/>
                </a:lnTo>
                <a:lnTo>
                  <a:pt x="146293" y="1323"/>
                </a:lnTo>
                <a:lnTo>
                  <a:pt x="150019" y="1905"/>
                </a:lnTo>
                <a:lnTo>
                  <a:pt x="153701" y="2593"/>
                </a:lnTo>
                <a:lnTo>
                  <a:pt x="157339" y="3387"/>
                </a:lnTo>
                <a:lnTo>
                  <a:pt x="160933" y="4286"/>
                </a:lnTo>
                <a:lnTo>
                  <a:pt x="164483" y="5292"/>
                </a:lnTo>
                <a:lnTo>
                  <a:pt x="167988" y="6403"/>
                </a:lnTo>
                <a:lnTo>
                  <a:pt x="171450" y="7620"/>
                </a:lnTo>
                <a:lnTo>
                  <a:pt x="174861" y="8930"/>
                </a:lnTo>
                <a:lnTo>
                  <a:pt x="178215" y="10319"/>
                </a:lnTo>
                <a:lnTo>
                  <a:pt x="181511" y="11787"/>
                </a:lnTo>
                <a:lnTo>
                  <a:pt x="184750" y="13335"/>
                </a:lnTo>
                <a:lnTo>
                  <a:pt x="187931" y="14962"/>
                </a:lnTo>
                <a:lnTo>
                  <a:pt x="191056" y="16669"/>
                </a:lnTo>
                <a:lnTo>
                  <a:pt x="194123" y="18455"/>
                </a:lnTo>
                <a:lnTo>
                  <a:pt x="197132" y="20320"/>
                </a:lnTo>
                <a:lnTo>
                  <a:pt x="200085" y="22265"/>
                </a:lnTo>
                <a:lnTo>
                  <a:pt x="202980" y="24289"/>
                </a:lnTo>
                <a:lnTo>
                  <a:pt x="205817" y="26392"/>
                </a:lnTo>
                <a:lnTo>
                  <a:pt x="208598" y="28575"/>
                </a:lnTo>
                <a:lnTo>
                  <a:pt x="194945" y="42228"/>
                </a:lnTo>
                <a:lnTo>
                  <a:pt x="192595" y="40411"/>
                </a:lnTo>
                <a:lnTo>
                  <a:pt x="190200" y="38664"/>
                </a:lnTo>
                <a:lnTo>
                  <a:pt x="187762" y="36989"/>
                </a:lnTo>
                <a:lnTo>
                  <a:pt x="185279" y="35384"/>
                </a:lnTo>
                <a:lnTo>
                  <a:pt x="182752" y="33849"/>
                </a:lnTo>
                <a:lnTo>
                  <a:pt x="180181" y="32385"/>
                </a:lnTo>
                <a:lnTo>
                  <a:pt x="177566" y="30992"/>
                </a:lnTo>
                <a:lnTo>
                  <a:pt x="174907" y="29669"/>
                </a:lnTo>
                <a:lnTo>
                  <a:pt x="172204" y="28416"/>
                </a:lnTo>
                <a:lnTo>
                  <a:pt x="169457" y="27234"/>
                </a:lnTo>
                <a:lnTo>
                  <a:pt x="166665" y="26123"/>
                </a:lnTo>
                <a:lnTo>
                  <a:pt x="163830" y="25082"/>
                </a:lnTo>
                <a:lnTo>
                  <a:pt x="160955" y="24119"/>
                </a:lnTo>
                <a:lnTo>
                  <a:pt x="158044" y="23239"/>
                </a:lnTo>
                <a:lnTo>
                  <a:pt x="155099" y="22443"/>
                </a:lnTo>
                <a:lnTo>
                  <a:pt x="152118" y="21731"/>
                </a:lnTo>
                <a:lnTo>
                  <a:pt x="149102" y="21103"/>
                </a:lnTo>
                <a:lnTo>
                  <a:pt x="146050" y="20558"/>
                </a:lnTo>
                <a:lnTo>
                  <a:pt x="142963" y="20097"/>
                </a:lnTo>
                <a:lnTo>
                  <a:pt x="139841" y="19720"/>
                </a:lnTo>
                <a:lnTo>
                  <a:pt x="136684" y="19427"/>
                </a:lnTo>
                <a:lnTo>
                  <a:pt x="133491" y="19218"/>
                </a:lnTo>
                <a:lnTo>
                  <a:pt x="130263" y="19092"/>
                </a:lnTo>
                <a:lnTo>
                  <a:pt x="127000" y="19050"/>
                </a:lnTo>
                <a:lnTo>
                  <a:pt x="119432" y="19265"/>
                </a:lnTo>
                <a:lnTo>
                  <a:pt x="112073" y="19910"/>
                </a:lnTo>
                <a:lnTo>
                  <a:pt x="104924" y="20985"/>
                </a:lnTo>
                <a:lnTo>
                  <a:pt x="97984" y="22490"/>
                </a:lnTo>
                <a:lnTo>
                  <a:pt x="91254" y="24424"/>
                </a:lnTo>
                <a:lnTo>
                  <a:pt x="84733" y="26789"/>
                </a:lnTo>
                <a:lnTo>
                  <a:pt x="78421" y="29584"/>
                </a:lnTo>
                <a:lnTo>
                  <a:pt x="72319" y="32808"/>
                </a:lnTo>
                <a:lnTo>
                  <a:pt x="66427" y="36463"/>
                </a:lnTo>
                <a:lnTo>
                  <a:pt x="60744" y="40547"/>
                </a:lnTo>
                <a:lnTo>
                  <a:pt x="55270" y="45062"/>
                </a:lnTo>
                <a:lnTo>
                  <a:pt x="50006" y="50006"/>
                </a:lnTo>
                <a:lnTo>
                  <a:pt x="45062" y="55270"/>
                </a:lnTo>
                <a:lnTo>
                  <a:pt x="40547" y="60744"/>
                </a:lnTo>
                <a:lnTo>
                  <a:pt x="36463" y="66427"/>
                </a:lnTo>
                <a:lnTo>
                  <a:pt x="32808" y="72319"/>
                </a:lnTo>
                <a:lnTo>
                  <a:pt x="29584" y="78421"/>
                </a:lnTo>
                <a:lnTo>
                  <a:pt x="26789" y="84733"/>
                </a:lnTo>
                <a:lnTo>
                  <a:pt x="24424" y="91254"/>
                </a:lnTo>
                <a:lnTo>
                  <a:pt x="22490" y="97984"/>
                </a:lnTo>
                <a:lnTo>
                  <a:pt x="20985" y="104924"/>
                </a:lnTo>
                <a:lnTo>
                  <a:pt x="19910" y="112073"/>
                </a:lnTo>
                <a:lnTo>
                  <a:pt x="19265" y="119432"/>
                </a:lnTo>
                <a:lnTo>
                  <a:pt x="19050" y="127000"/>
                </a:lnTo>
                <a:lnTo>
                  <a:pt x="19265" y="134568"/>
                </a:lnTo>
                <a:lnTo>
                  <a:pt x="19910" y="141927"/>
                </a:lnTo>
                <a:lnTo>
                  <a:pt x="20985" y="149076"/>
                </a:lnTo>
                <a:lnTo>
                  <a:pt x="22490" y="156016"/>
                </a:lnTo>
                <a:lnTo>
                  <a:pt x="24424" y="162746"/>
                </a:lnTo>
                <a:lnTo>
                  <a:pt x="26789" y="169267"/>
                </a:lnTo>
                <a:lnTo>
                  <a:pt x="29584" y="175579"/>
                </a:lnTo>
                <a:lnTo>
                  <a:pt x="32808" y="181681"/>
                </a:lnTo>
                <a:lnTo>
                  <a:pt x="36463" y="187573"/>
                </a:lnTo>
                <a:lnTo>
                  <a:pt x="40547" y="193256"/>
                </a:lnTo>
                <a:lnTo>
                  <a:pt x="45062" y="198730"/>
                </a:lnTo>
                <a:lnTo>
                  <a:pt x="50006" y="203994"/>
                </a:lnTo>
                <a:lnTo>
                  <a:pt x="55270" y="208938"/>
                </a:lnTo>
                <a:lnTo>
                  <a:pt x="60744" y="213453"/>
                </a:lnTo>
                <a:lnTo>
                  <a:pt x="66427" y="217537"/>
                </a:lnTo>
                <a:lnTo>
                  <a:pt x="72319" y="221192"/>
                </a:lnTo>
                <a:lnTo>
                  <a:pt x="78421" y="224416"/>
                </a:lnTo>
                <a:lnTo>
                  <a:pt x="84733" y="227211"/>
                </a:lnTo>
                <a:lnTo>
                  <a:pt x="91254" y="229576"/>
                </a:lnTo>
                <a:lnTo>
                  <a:pt x="97984" y="231510"/>
                </a:lnTo>
                <a:lnTo>
                  <a:pt x="104924" y="233015"/>
                </a:lnTo>
                <a:lnTo>
                  <a:pt x="112073" y="234090"/>
                </a:lnTo>
                <a:lnTo>
                  <a:pt x="119432" y="234735"/>
                </a:lnTo>
                <a:lnTo>
                  <a:pt x="127000" y="234950"/>
                </a:lnTo>
                <a:lnTo>
                  <a:pt x="134568" y="234735"/>
                </a:lnTo>
                <a:lnTo>
                  <a:pt x="141927" y="234090"/>
                </a:lnTo>
                <a:lnTo>
                  <a:pt x="149076" y="233015"/>
                </a:lnTo>
                <a:lnTo>
                  <a:pt x="156016" y="231510"/>
                </a:lnTo>
                <a:lnTo>
                  <a:pt x="162746" y="229576"/>
                </a:lnTo>
                <a:lnTo>
                  <a:pt x="169267" y="227211"/>
                </a:lnTo>
                <a:lnTo>
                  <a:pt x="175579" y="224416"/>
                </a:lnTo>
                <a:lnTo>
                  <a:pt x="181681" y="221192"/>
                </a:lnTo>
                <a:lnTo>
                  <a:pt x="187573" y="217537"/>
                </a:lnTo>
                <a:lnTo>
                  <a:pt x="193256" y="213453"/>
                </a:lnTo>
                <a:lnTo>
                  <a:pt x="198730" y="208938"/>
                </a:lnTo>
                <a:lnTo>
                  <a:pt x="203994" y="203994"/>
                </a:lnTo>
                <a:lnTo>
                  <a:pt x="208938" y="198730"/>
                </a:lnTo>
                <a:lnTo>
                  <a:pt x="213453" y="193256"/>
                </a:lnTo>
                <a:lnTo>
                  <a:pt x="217537" y="187573"/>
                </a:lnTo>
                <a:lnTo>
                  <a:pt x="221192" y="181681"/>
                </a:lnTo>
                <a:lnTo>
                  <a:pt x="224416" y="175579"/>
                </a:lnTo>
                <a:lnTo>
                  <a:pt x="227211" y="169267"/>
                </a:lnTo>
                <a:lnTo>
                  <a:pt x="229576" y="162746"/>
                </a:lnTo>
                <a:lnTo>
                  <a:pt x="231510" y="156016"/>
                </a:lnTo>
                <a:lnTo>
                  <a:pt x="233015" y="149076"/>
                </a:lnTo>
                <a:lnTo>
                  <a:pt x="234090" y="141927"/>
                </a:lnTo>
                <a:lnTo>
                  <a:pt x="234735" y="134568"/>
                </a:lnTo>
                <a:lnTo>
                  <a:pt x="234950" y="127000"/>
                </a:lnTo>
                <a:lnTo>
                  <a:pt x="234940" y="125416"/>
                </a:lnTo>
                <a:lnTo>
                  <a:pt x="234910" y="123838"/>
                </a:lnTo>
                <a:lnTo>
                  <a:pt x="234861" y="122267"/>
                </a:lnTo>
                <a:lnTo>
                  <a:pt x="234791" y="120703"/>
                </a:lnTo>
                <a:lnTo>
                  <a:pt x="234702" y="119145"/>
                </a:lnTo>
                <a:lnTo>
                  <a:pt x="234593" y="117594"/>
                </a:lnTo>
                <a:lnTo>
                  <a:pt x="234464" y="116050"/>
                </a:lnTo>
                <a:lnTo>
                  <a:pt x="234315" y="114512"/>
                </a:lnTo>
                <a:lnTo>
                  <a:pt x="234146" y="112980"/>
                </a:lnTo>
                <a:lnTo>
                  <a:pt x="233958" y="111456"/>
                </a:lnTo>
                <a:lnTo>
                  <a:pt x="233749" y="109938"/>
                </a:lnTo>
                <a:lnTo>
                  <a:pt x="233521" y="108426"/>
                </a:lnTo>
                <a:lnTo>
                  <a:pt x="233273" y="106921"/>
                </a:lnTo>
                <a:lnTo>
                  <a:pt x="233005" y="105423"/>
                </a:lnTo>
                <a:lnTo>
                  <a:pt x="232718" y="103932"/>
                </a:lnTo>
                <a:lnTo>
                  <a:pt x="232410" y="102447"/>
                </a:lnTo>
                <a:lnTo>
                  <a:pt x="232083" y="100968"/>
                </a:lnTo>
                <a:lnTo>
                  <a:pt x="231735" y="99497"/>
                </a:lnTo>
                <a:lnTo>
                  <a:pt x="231368" y="98031"/>
                </a:lnTo>
                <a:lnTo>
                  <a:pt x="230981" y="96573"/>
                </a:lnTo>
                <a:lnTo>
                  <a:pt x="230574" y="95121"/>
                </a:lnTo>
                <a:lnTo>
                  <a:pt x="230148" y="93676"/>
                </a:lnTo>
                <a:lnTo>
                  <a:pt x="229701" y="92237"/>
                </a:lnTo>
                <a:lnTo>
                  <a:pt x="229235" y="90805"/>
                </a:lnTo>
                <a:lnTo>
                  <a:pt x="243840" y="76200"/>
                </a:lnTo>
                <a:lnTo>
                  <a:pt x="244669" y="78165"/>
                </a:lnTo>
                <a:lnTo>
                  <a:pt x="245463" y="80142"/>
                </a:lnTo>
                <a:lnTo>
                  <a:pt x="246221" y="82133"/>
                </a:lnTo>
                <a:lnTo>
                  <a:pt x="246944" y="84138"/>
                </a:lnTo>
                <a:lnTo>
                  <a:pt x="247632" y="86155"/>
                </a:lnTo>
                <a:lnTo>
                  <a:pt x="248285" y="88186"/>
                </a:lnTo>
                <a:lnTo>
                  <a:pt x="248902" y="90230"/>
                </a:lnTo>
                <a:lnTo>
                  <a:pt x="249484" y="92287"/>
                </a:lnTo>
                <a:lnTo>
                  <a:pt x="250031" y="94357"/>
                </a:lnTo>
                <a:lnTo>
                  <a:pt x="250543" y="96441"/>
                </a:lnTo>
                <a:lnTo>
                  <a:pt x="251019" y="98537"/>
                </a:lnTo>
                <a:lnTo>
                  <a:pt x="251460" y="100648"/>
                </a:lnTo>
                <a:lnTo>
                  <a:pt x="251866" y="102771"/>
                </a:lnTo>
                <a:lnTo>
                  <a:pt x="252236" y="104907"/>
                </a:lnTo>
                <a:lnTo>
                  <a:pt x="252571" y="107057"/>
                </a:lnTo>
                <a:lnTo>
                  <a:pt x="252871" y="109220"/>
                </a:lnTo>
                <a:lnTo>
                  <a:pt x="253136" y="111396"/>
                </a:lnTo>
                <a:lnTo>
                  <a:pt x="253365" y="113586"/>
                </a:lnTo>
                <a:lnTo>
                  <a:pt x="253559" y="115788"/>
                </a:lnTo>
                <a:lnTo>
                  <a:pt x="253718" y="118004"/>
                </a:lnTo>
                <a:lnTo>
                  <a:pt x="253841" y="120233"/>
                </a:lnTo>
                <a:lnTo>
                  <a:pt x="253929" y="122476"/>
                </a:lnTo>
                <a:lnTo>
                  <a:pt x="253982" y="124731"/>
                </a:lnTo>
                <a:lnTo>
                  <a:pt x="254000" y="127000"/>
                </a:lnTo>
                <a:lnTo>
                  <a:pt x="253932" y="131471"/>
                </a:lnTo>
                <a:lnTo>
                  <a:pt x="253727" y="135890"/>
                </a:lnTo>
                <a:lnTo>
                  <a:pt x="253385" y="140256"/>
                </a:lnTo>
                <a:lnTo>
                  <a:pt x="252906" y="144568"/>
                </a:lnTo>
                <a:lnTo>
                  <a:pt x="252291" y="148828"/>
                </a:lnTo>
                <a:lnTo>
                  <a:pt x="251539" y="153035"/>
                </a:lnTo>
                <a:lnTo>
                  <a:pt x="250651" y="157189"/>
                </a:lnTo>
                <a:lnTo>
                  <a:pt x="249626" y="161290"/>
                </a:lnTo>
                <a:lnTo>
                  <a:pt x="248464" y="165338"/>
                </a:lnTo>
                <a:lnTo>
                  <a:pt x="247165" y="169333"/>
                </a:lnTo>
                <a:lnTo>
                  <a:pt x="245730" y="173276"/>
                </a:lnTo>
                <a:lnTo>
                  <a:pt x="244158" y="177165"/>
                </a:lnTo>
                <a:lnTo>
                  <a:pt x="242466" y="180986"/>
                </a:lnTo>
                <a:lnTo>
                  <a:pt x="240674" y="184723"/>
                </a:lnTo>
                <a:lnTo>
                  <a:pt x="238780" y="188377"/>
                </a:lnTo>
                <a:lnTo>
                  <a:pt x="236784" y="191946"/>
                </a:lnTo>
                <a:lnTo>
                  <a:pt x="234688" y="195432"/>
                </a:lnTo>
                <a:lnTo>
                  <a:pt x="232489" y="198834"/>
                </a:lnTo>
                <a:lnTo>
                  <a:pt x="230190" y="202153"/>
                </a:lnTo>
                <a:lnTo>
                  <a:pt x="227789" y="205387"/>
                </a:lnTo>
                <a:lnTo>
                  <a:pt x="225286" y="208538"/>
                </a:lnTo>
                <a:lnTo>
                  <a:pt x="222682" y="211605"/>
                </a:lnTo>
                <a:lnTo>
                  <a:pt x="219977" y="214588"/>
                </a:lnTo>
                <a:lnTo>
                  <a:pt x="217170" y="217488"/>
                </a:lnTo>
                <a:lnTo>
                  <a:pt x="214271" y="220293"/>
                </a:lnTo>
                <a:lnTo>
                  <a:pt x="211287" y="222995"/>
                </a:lnTo>
                <a:lnTo>
                  <a:pt x="208220" y="225594"/>
                </a:lnTo>
                <a:lnTo>
                  <a:pt x="205070" y="228088"/>
                </a:lnTo>
                <a:lnTo>
                  <a:pt x="201835" y="230480"/>
                </a:lnTo>
                <a:lnTo>
                  <a:pt x="198517" y="232767"/>
                </a:lnTo>
                <a:lnTo>
                  <a:pt x="195115" y="234951"/>
                </a:lnTo>
                <a:lnTo>
                  <a:pt x="191629" y="237031"/>
                </a:lnTo>
                <a:lnTo>
                  <a:pt x="188059" y="239008"/>
                </a:lnTo>
                <a:lnTo>
                  <a:pt x="184406" y="240881"/>
                </a:lnTo>
                <a:lnTo>
                  <a:pt x="180669" y="242650"/>
                </a:lnTo>
                <a:lnTo>
                  <a:pt x="176848" y="244316"/>
                </a:lnTo>
                <a:lnTo>
                  <a:pt x="172960" y="245863"/>
                </a:lnTo>
                <a:lnTo>
                  <a:pt x="169025" y="247275"/>
                </a:lnTo>
                <a:lnTo>
                  <a:pt x="165040" y="248553"/>
                </a:lnTo>
                <a:lnTo>
                  <a:pt x="161008" y="249696"/>
                </a:lnTo>
                <a:lnTo>
                  <a:pt x="156927" y="250705"/>
                </a:lnTo>
                <a:lnTo>
                  <a:pt x="152797" y="251579"/>
                </a:lnTo>
                <a:lnTo>
                  <a:pt x="148619" y="252319"/>
                </a:lnTo>
                <a:lnTo>
                  <a:pt x="144392" y="252924"/>
                </a:lnTo>
                <a:lnTo>
                  <a:pt x="140117" y="253395"/>
                </a:lnTo>
                <a:lnTo>
                  <a:pt x="135793" y="253731"/>
                </a:lnTo>
                <a:lnTo>
                  <a:pt x="131421" y="253933"/>
                </a:lnTo>
                <a:lnTo>
                  <a:pt x="127000" y="254000"/>
                </a:lnTo>
                <a:close/>
                <a:moveTo>
                  <a:pt x="108268" y="184785"/>
                </a:moveTo>
                <a:lnTo>
                  <a:pt x="55880" y="132080"/>
                </a:lnTo>
                <a:lnTo>
                  <a:pt x="70168" y="117792"/>
                </a:lnTo>
                <a:lnTo>
                  <a:pt x="108268" y="155892"/>
                </a:lnTo>
                <a:lnTo>
                  <a:pt x="239712" y="24448"/>
                </a:lnTo>
                <a:lnTo>
                  <a:pt x="254318" y="38735"/>
                </a:lnTo>
                <a:lnTo>
                  <a:pt x="108268" y="184785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블록 kdms_app (이관 역할)"/>
          <p:cNvSpPr/>
          <p:nvPr/>
        </p:nvSpPr>
        <p:spPr>
          <a:xfrm>
            <a:off x="8808720" y="1996440"/>
            <a:ext cx="2895600" cy="944880"/>
          </a:xfrm>
          <a:prstGeom prst="roundRect">
            <a:avLst>
              <a:gd name="adj" fmla="val 9677"/>
            </a:avLst>
          </a:prstGeom>
          <a:solidFill>
            <a:srgbClr val="0B3D2E"/>
          </a:solidFill>
          <a:ln w="18288">
            <a:solidFill>
              <a:srgbClr val="0B3D2E"/>
            </a:solidFill>
          </a:ln>
        </p:spPr>
        <p:txBody>
          <a:bodyPr rtlCol="0" anchor="t" lIns="45720" tIns="36576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kdms_app (이관 역할)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DB 소유자 · 대상 테이블 소유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superuser · CREATEDB 아님</a:t>
            </a:r>
          </a:p>
        </p:txBody>
      </p:sp>
      <p:sp>
        <p:nvSpPr>
          <p:cNvPr id="38" name="아이콘 badge"/>
          <p:cNvSpPr/>
          <p:nvPr/>
        </p:nvSpPr>
        <p:spPr>
          <a:xfrm>
            <a:off x="10129520" y="203708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9050" y="254000"/>
                </a:moveTo>
                <a:lnTo>
                  <a:pt x="17793" y="253960"/>
                </a:lnTo>
                <a:lnTo>
                  <a:pt x="16563" y="253841"/>
                </a:lnTo>
                <a:lnTo>
                  <a:pt x="15359" y="253643"/>
                </a:lnTo>
                <a:lnTo>
                  <a:pt x="14182" y="253365"/>
                </a:lnTo>
                <a:lnTo>
                  <a:pt x="13031" y="253008"/>
                </a:lnTo>
                <a:lnTo>
                  <a:pt x="11906" y="252571"/>
                </a:lnTo>
                <a:lnTo>
                  <a:pt x="10808" y="252055"/>
                </a:lnTo>
                <a:lnTo>
                  <a:pt x="9737" y="251460"/>
                </a:lnTo>
                <a:lnTo>
                  <a:pt x="8692" y="250785"/>
                </a:lnTo>
                <a:lnTo>
                  <a:pt x="7673" y="250031"/>
                </a:lnTo>
                <a:lnTo>
                  <a:pt x="6681" y="249198"/>
                </a:lnTo>
                <a:lnTo>
                  <a:pt x="5715" y="248285"/>
                </a:lnTo>
                <a:lnTo>
                  <a:pt x="4802" y="247319"/>
                </a:lnTo>
                <a:lnTo>
                  <a:pt x="3969" y="246327"/>
                </a:lnTo>
                <a:lnTo>
                  <a:pt x="3215" y="245308"/>
                </a:lnTo>
                <a:lnTo>
                  <a:pt x="2540" y="244263"/>
                </a:lnTo>
                <a:lnTo>
                  <a:pt x="1945" y="243192"/>
                </a:lnTo>
                <a:lnTo>
                  <a:pt x="1429" y="242094"/>
                </a:lnTo>
                <a:lnTo>
                  <a:pt x="992" y="240969"/>
                </a:lnTo>
                <a:lnTo>
                  <a:pt x="635" y="239818"/>
                </a:lnTo>
                <a:lnTo>
                  <a:pt x="357" y="238641"/>
                </a:lnTo>
                <a:lnTo>
                  <a:pt x="159" y="237437"/>
                </a:lnTo>
                <a:lnTo>
                  <a:pt x="40" y="236207"/>
                </a:lnTo>
                <a:lnTo>
                  <a:pt x="0" y="234950"/>
                </a:lnTo>
                <a:lnTo>
                  <a:pt x="0" y="82550"/>
                </a:lnTo>
                <a:lnTo>
                  <a:pt x="40" y="81293"/>
                </a:lnTo>
                <a:lnTo>
                  <a:pt x="159" y="80063"/>
                </a:lnTo>
                <a:lnTo>
                  <a:pt x="357" y="78859"/>
                </a:lnTo>
                <a:lnTo>
                  <a:pt x="635" y="77682"/>
                </a:lnTo>
                <a:lnTo>
                  <a:pt x="992" y="76531"/>
                </a:lnTo>
                <a:lnTo>
                  <a:pt x="1429" y="75406"/>
                </a:lnTo>
                <a:lnTo>
                  <a:pt x="1945" y="74308"/>
                </a:lnTo>
                <a:lnTo>
                  <a:pt x="2540" y="73237"/>
                </a:lnTo>
                <a:lnTo>
                  <a:pt x="3215" y="72192"/>
                </a:lnTo>
                <a:lnTo>
                  <a:pt x="3969" y="71173"/>
                </a:lnTo>
                <a:lnTo>
                  <a:pt x="4802" y="70181"/>
                </a:lnTo>
                <a:lnTo>
                  <a:pt x="5715" y="69215"/>
                </a:lnTo>
                <a:lnTo>
                  <a:pt x="6681" y="68302"/>
                </a:lnTo>
                <a:lnTo>
                  <a:pt x="7673" y="67469"/>
                </a:lnTo>
                <a:lnTo>
                  <a:pt x="8692" y="66715"/>
                </a:lnTo>
                <a:lnTo>
                  <a:pt x="9737" y="66040"/>
                </a:lnTo>
                <a:lnTo>
                  <a:pt x="10808" y="65445"/>
                </a:lnTo>
                <a:lnTo>
                  <a:pt x="11906" y="64929"/>
                </a:lnTo>
                <a:lnTo>
                  <a:pt x="13031" y="64492"/>
                </a:lnTo>
                <a:lnTo>
                  <a:pt x="14182" y="64135"/>
                </a:lnTo>
                <a:lnTo>
                  <a:pt x="15359" y="63857"/>
                </a:lnTo>
                <a:lnTo>
                  <a:pt x="16563" y="63659"/>
                </a:lnTo>
                <a:lnTo>
                  <a:pt x="17793" y="63540"/>
                </a:lnTo>
                <a:lnTo>
                  <a:pt x="19050" y="63500"/>
                </a:lnTo>
                <a:lnTo>
                  <a:pt x="98425" y="63500"/>
                </a:lnTo>
                <a:lnTo>
                  <a:pt x="98425" y="19050"/>
                </a:lnTo>
                <a:lnTo>
                  <a:pt x="98465" y="17793"/>
                </a:lnTo>
                <a:lnTo>
                  <a:pt x="98584" y="16563"/>
                </a:lnTo>
                <a:lnTo>
                  <a:pt x="98782" y="15359"/>
                </a:lnTo>
                <a:lnTo>
                  <a:pt x="99060" y="14182"/>
                </a:lnTo>
                <a:lnTo>
                  <a:pt x="99417" y="13031"/>
                </a:lnTo>
                <a:lnTo>
                  <a:pt x="99854" y="11906"/>
                </a:lnTo>
                <a:lnTo>
                  <a:pt x="100370" y="10808"/>
                </a:lnTo>
                <a:lnTo>
                  <a:pt x="100965" y="9737"/>
                </a:lnTo>
                <a:lnTo>
                  <a:pt x="101640" y="8692"/>
                </a:lnTo>
                <a:lnTo>
                  <a:pt x="102394" y="7673"/>
                </a:lnTo>
                <a:lnTo>
                  <a:pt x="103227" y="6681"/>
                </a:lnTo>
                <a:lnTo>
                  <a:pt x="104140" y="5715"/>
                </a:lnTo>
                <a:lnTo>
                  <a:pt x="105106" y="4802"/>
                </a:lnTo>
                <a:lnTo>
                  <a:pt x="106098" y="3969"/>
                </a:lnTo>
                <a:lnTo>
                  <a:pt x="107117" y="3215"/>
                </a:lnTo>
                <a:lnTo>
                  <a:pt x="108162" y="2540"/>
                </a:lnTo>
                <a:lnTo>
                  <a:pt x="109233" y="1945"/>
                </a:lnTo>
                <a:lnTo>
                  <a:pt x="110331" y="1429"/>
                </a:lnTo>
                <a:lnTo>
                  <a:pt x="111456" y="992"/>
                </a:lnTo>
                <a:lnTo>
                  <a:pt x="112607" y="635"/>
                </a:lnTo>
                <a:lnTo>
                  <a:pt x="113784" y="357"/>
                </a:lnTo>
                <a:lnTo>
                  <a:pt x="114988" y="159"/>
                </a:lnTo>
                <a:lnTo>
                  <a:pt x="116218" y="40"/>
                </a:lnTo>
                <a:lnTo>
                  <a:pt x="117475" y="0"/>
                </a:lnTo>
                <a:lnTo>
                  <a:pt x="136525" y="0"/>
                </a:lnTo>
                <a:lnTo>
                  <a:pt x="137782" y="40"/>
                </a:lnTo>
                <a:lnTo>
                  <a:pt x="139012" y="159"/>
                </a:lnTo>
                <a:lnTo>
                  <a:pt x="140216" y="357"/>
                </a:lnTo>
                <a:lnTo>
                  <a:pt x="141393" y="635"/>
                </a:lnTo>
                <a:lnTo>
                  <a:pt x="142544" y="992"/>
                </a:lnTo>
                <a:lnTo>
                  <a:pt x="143669" y="1429"/>
                </a:lnTo>
                <a:lnTo>
                  <a:pt x="144767" y="1945"/>
                </a:lnTo>
                <a:lnTo>
                  <a:pt x="145838" y="2540"/>
                </a:lnTo>
                <a:lnTo>
                  <a:pt x="146883" y="3215"/>
                </a:lnTo>
                <a:lnTo>
                  <a:pt x="147902" y="3969"/>
                </a:lnTo>
                <a:lnTo>
                  <a:pt x="148894" y="4802"/>
                </a:lnTo>
                <a:lnTo>
                  <a:pt x="149860" y="5715"/>
                </a:lnTo>
                <a:lnTo>
                  <a:pt x="150773" y="6681"/>
                </a:lnTo>
                <a:lnTo>
                  <a:pt x="151606" y="7673"/>
                </a:lnTo>
                <a:lnTo>
                  <a:pt x="152360" y="8692"/>
                </a:lnTo>
                <a:lnTo>
                  <a:pt x="153035" y="9737"/>
                </a:lnTo>
                <a:lnTo>
                  <a:pt x="153630" y="10808"/>
                </a:lnTo>
                <a:lnTo>
                  <a:pt x="154146" y="11906"/>
                </a:lnTo>
                <a:lnTo>
                  <a:pt x="154583" y="13031"/>
                </a:lnTo>
                <a:lnTo>
                  <a:pt x="154940" y="14182"/>
                </a:lnTo>
                <a:lnTo>
                  <a:pt x="155218" y="15359"/>
                </a:lnTo>
                <a:lnTo>
                  <a:pt x="155416" y="16563"/>
                </a:lnTo>
                <a:lnTo>
                  <a:pt x="155535" y="17793"/>
                </a:lnTo>
                <a:lnTo>
                  <a:pt x="155575" y="19050"/>
                </a:lnTo>
                <a:lnTo>
                  <a:pt x="155575" y="63500"/>
                </a:lnTo>
                <a:lnTo>
                  <a:pt x="234950" y="63500"/>
                </a:lnTo>
                <a:lnTo>
                  <a:pt x="236207" y="63540"/>
                </a:lnTo>
                <a:lnTo>
                  <a:pt x="237437" y="63659"/>
                </a:lnTo>
                <a:lnTo>
                  <a:pt x="238641" y="63857"/>
                </a:lnTo>
                <a:lnTo>
                  <a:pt x="239818" y="64135"/>
                </a:lnTo>
                <a:lnTo>
                  <a:pt x="240969" y="64492"/>
                </a:lnTo>
                <a:lnTo>
                  <a:pt x="242094" y="64929"/>
                </a:lnTo>
                <a:lnTo>
                  <a:pt x="243192" y="65445"/>
                </a:lnTo>
                <a:lnTo>
                  <a:pt x="244263" y="66040"/>
                </a:lnTo>
                <a:lnTo>
                  <a:pt x="245308" y="66715"/>
                </a:lnTo>
                <a:lnTo>
                  <a:pt x="246327" y="67469"/>
                </a:lnTo>
                <a:lnTo>
                  <a:pt x="247319" y="68302"/>
                </a:lnTo>
                <a:lnTo>
                  <a:pt x="248285" y="69215"/>
                </a:lnTo>
                <a:lnTo>
                  <a:pt x="249198" y="70181"/>
                </a:lnTo>
                <a:lnTo>
                  <a:pt x="250031" y="71173"/>
                </a:lnTo>
                <a:lnTo>
                  <a:pt x="250785" y="72192"/>
                </a:lnTo>
                <a:lnTo>
                  <a:pt x="251460" y="73237"/>
                </a:lnTo>
                <a:lnTo>
                  <a:pt x="252055" y="74308"/>
                </a:lnTo>
                <a:lnTo>
                  <a:pt x="252571" y="75406"/>
                </a:lnTo>
                <a:lnTo>
                  <a:pt x="253008" y="76531"/>
                </a:lnTo>
                <a:lnTo>
                  <a:pt x="253365" y="77682"/>
                </a:lnTo>
                <a:lnTo>
                  <a:pt x="253643" y="78859"/>
                </a:lnTo>
                <a:lnTo>
                  <a:pt x="253841" y="80063"/>
                </a:lnTo>
                <a:lnTo>
                  <a:pt x="253960" y="81293"/>
                </a:lnTo>
                <a:lnTo>
                  <a:pt x="254000" y="82550"/>
                </a:lnTo>
                <a:lnTo>
                  <a:pt x="254000" y="234950"/>
                </a:lnTo>
                <a:lnTo>
                  <a:pt x="253960" y="236207"/>
                </a:lnTo>
                <a:lnTo>
                  <a:pt x="253841" y="237437"/>
                </a:lnTo>
                <a:lnTo>
                  <a:pt x="253643" y="238641"/>
                </a:lnTo>
                <a:lnTo>
                  <a:pt x="253365" y="239818"/>
                </a:lnTo>
                <a:lnTo>
                  <a:pt x="253008" y="240969"/>
                </a:lnTo>
                <a:lnTo>
                  <a:pt x="252571" y="242094"/>
                </a:lnTo>
                <a:lnTo>
                  <a:pt x="252055" y="243192"/>
                </a:lnTo>
                <a:lnTo>
                  <a:pt x="251460" y="244263"/>
                </a:lnTo>
                <a:lnTo>
                  <a:pt x="250785" y="245308"/>
                </a:lnTo>
                <a:lnTo>
                  <a:pt x="250031" y="246327"/>
                </a:lnTo>
                <a:lnTo>
                  <a:pt x="249198" y="247319"/>
                </a:lnTo>
                <a:lnTo>
                  <a:pt x="248285" y="248285"/>
                </a:lnTo>
                <a:lnTo>
                  <a:pt x="247319" y="249198"/>
                </a:lnTo>
                <a:lnTo>
                  <a:pt x="246327" y="250031"/>
                </a:lnTo>
                <a:lnTo>
                  <a:pt x="245308" y="250785"/>
                </a:lnTo>
                <a:lnTo>
                  <a:pt x="244263" y="251460"/>
                </a:lnTo>
                <a:lnTo>
                  <a:pt x="243192" y="252055"/>
                </a:lnTo>
                <a:lnTo>
                  <a:pt x="242094" y="252571"/>
                </a:lnTo>
                <a:lnTo>
                  <a:pt x="240969" y="253008"/>
                </a:lnTo>
                <a:lnTo>
                  <a:pt x="239818" y="253365"/>
                </a:lnTo>
                <a:lnTo>
                  <a:pt x="238641" y="253643"/>
                </a:lnTo>
                <a:lnTo>
                  <a:pt x="237437" y="253841"/>
                </a:lnTo>
                <a:lnTo>
                  <a:pt x="236207" y="253960"/>
                </a:lnTo>
                <a:lnTo>
                  <a:pt x="234950" y="254000"/>
                </a:lnTo>
                <a:lnTo>
                  <a:pt x="19050" y="254000"/>
                </a:lnTo>
                <a:close/>
                <a:moveTo>
                  <a:pt x="19050" y="234950"/>
                </a:moveTo>
                <a:lnTo>
                  <a:pt x="234950" y="234950"/>
                </a:lnTo>
                <a:lnTo>
                  <a:pt x="234950" y="82550"/>
                </a:lnTo>
                <a:lnTo>
                  <a:pt x="155575" y="82550"/>
                </a:lnTo>
                <a:lnTo>
                  <a:pt x="155575" y="92075"/>
                </a:lnTo>
                <a:lnTo>
                  <a:pt x="155535" y="93530"/>
                </a:lnTo>
                <a:lnTo>
                  <a:pt x="155416" y="94932"/>
                </a:lnTo>
                <a:lnTo>
                  <a:pt x="155218" y="96282"/>
                </a:lnTo>
                <a:lnTo>
                  <a:pt x="154940" y="97578"/>
                </a:lnTo>
                <a:lnTo>
                  <a:pt x="154583" y="98822"/>
                </a:lnTo>
                <a:lnTo>
                  <a:pt x="154146" y="100012"/>
                </a:lnTo>
                <a:lnTo>
                  <a:pt x="153630" y="101150"/>
                </a:lnTo>
                <a:lnTo>
                  <a:pt x="153035" y="102235"/>
                </a:lnTo>
                <a:lnTo>
                  <a:pt x="152360" y="103267"/>
                </a:lnTo>
                <a:lnTo>
                  <a:pt x="151606" y="104246"/>
                </a:lnTo>
                <a:lnTo>
                  <a:pt x="150773" y="105172"/>
                </a:lnTo>
                <a:lnTo>
                  <a:pt x="149860" y="106045"/>
                </a:lnTo>
                <a:lnTo>
                  <a:pt x="148894" y="106856"/>
                </a:lnTo>
                <a:lnTo>
                  <a:pt x="147902" y="107597"/>
                </a:lnTo>
                <a:lnTo>
                  <a:pt x="146883" y="108268"/>
                </a:lnTo>
                <a:lnTo>
                  <a:pt x="145838" y="108867"/>
                </a:lnTo>
                <a:lnTo>
                  <a:pt x="144767" y="109396"/>
                </a:lnTo>
                <a:lnTo>
                  <a:pt x="143669" y="109855"/>
                </a:lnTo>
                <a:lnTo>
                  <a:pt x="142544" y="110243"/>
                </a:lnTo>
                <a:lnTo>
                  <a:pt x="141393" y="110561"/>
                </a:lnTo>
                <a:lnTo>
                  <a:pt x="140216" y="110808"/>
                </a:lnTo>
                <a:lnTo>
                  <a:pt x="139012" y="110984"/>
                </a:lnTo>
                <a:lnTo>
                  <a:pt x="137782" y="111090"/>
                </a:lnTo>
                <a:lnTo>
                  <a:pt x="136525" y="111125"/>
                </a:lnTo>
                <a:lnTo>
                  <a:pt x="117475" y="111125"/>
                </a:lnTo>
                <a:lnTo>
                  <a:pt x="116218" y="111090"/>
                </a:lnTo>
                <a:lnTo>
                  <a:pt x="114988" y="110984"/>
                </a:lnTo>
                <a:lnTo>
                  <a:pt x="113784" y="110808"/>
                </a:lnTo>
                <a:lnTo>
                  <a:pt x="112607" y="110561"/>
                </a:lnTo>
                <a:lnTo>
                  <a:pt x="111456" y="110243"/>
                </a:lnTo>
                <a:lnTo>
                  <a:pt x="110331" y="109855"/>
                </a:lnTo>
                <a:lnTo>
                  <a:pt x="109233" y="109396"/>
                </a:lnTo>
                <a:lnTo>
                  <a:pt x="108162" y="108867"/>
                </a:lnTo>
                <a:lnTo>
                  <a:pt x="107117" y="108268"/>
                </a:lnTo>
                <a:lnTo>
                  <a:pt x="106098" y="107597"/>
                </a:lnTo>
                <a:lnTo>
                  <a:pt x="105106" y="106856"/>
                </a:lnTo>
                <a:lnTo>
                  <a:pt x="104140" y="106045"/>
                </a:lnTo>
                <a:lnTo>
                  <a:pt x="103227" y="105172"/>
                </a:lnTo>
                <a:lnTo>
                  <a:pt x="102394" y="104246"/>
                </a:lnTo>
                <a:lnTo>
                  <a:pt x="101640" y="103267"/>
                </a:lnTo>
                <a:lnTo>
                  <a:pt x="100965" y="102235"/>
                </a:lnTo>
                <a:lnTo>
                  <a:pt x="100370" y="101150"/>
                </a:lnTo>
                <a:lnTo>
                  <a:pt x="99854" y="100012"/>
                </a:lnTo>
                <a:lnTo>
                  <a:pt x="99417" y="98822"/>
                </a:lnTo>
                <a:lnTo>
                  <a:pt x="99060" y="97578"/>
                </a:lnTo>
                <a:lnTo>
                  <a:pt x="98782" y="96282"/>
                </a:lnTo>
                <a:lnTo>
                  <a:pt x="98584" y="94932"/>
                </a:lnTo>
                <a:lnTo>
                  <a:pt x="98465" y="93530"/>
                </a:lnTo>
                <a:lnTo>
                  <a:pt x="98425" y="92075"/>
                </a:lnTo>
                <a:lnTo>
                  <a:pt x="98425" y="82550"/>
                </a:lnTo>
                <a:lnTo>
                  <a:pt x="19050" y="82550"/>
                </a:lnTo>
                <a:lnTo>
                  <a:pt x="19050" y="234950"/>
                </a:lnTo>
                <a:close/>
                <a:moveTo>
                  <a:pt x="48260" y="200978"/>
                </a:moveTo>
                <a:lnTo>
                  <a:pt x="124142" y="200978"/>
                </a:lnTo>
                <a:lnTo>
                  <a:pt x="124142" y="196532"/>
                </a:lnTo>
                <a:lnTo>
                  <a:pt x="124123" y="195589"/>
                </a:lnTo>
                <a:lnTo>
                  <a:pt x="124063" y="194663"/>
                </a:lnTo>
                <a:lnTo>
                  <a:pt x="123964" y="193754"/>
                </a:lnTo>
                <a:lnTo>
                  <a:pt x="123825" y="192864"/>
                </a:lnTo>
                <a:lnTo>
                  <a:pt x="123646" y="191990"/>
                </a:lnTo>
                <a:lnTo>
                  <a:pt x="123428" y="191135"/>
                </a:lnTo>
                <a:lnTo>
                  <a:pt x="123170" y="190297"/>
                </a:lnTo>
                <a:lnTo>
                  <a:pt x="122872" y="189477"/>
                </a:lnTo>
                <a:lnTo>
                  <a:pt x="122535" y="188674"/>
                </a:lnTo>
                <a:lnTo>
                  <a:pt x="122158" y="187889"/>
                </a:lnTo>
                <a:lnTo>
                  <a:pt x="121741" y="187122"/>
                </a:lnTo>
                <a:lnTo>
                  <a:pt x="121285" y="186372"/>
                </a:lnTo>
                <a:lnTo>
                  <a:pt x="120798" y="185652"/>
                </a:lnTo>
                <a:lnTo>
                  <a:pt x="120288" y="184970"/>
                </a:lnTo>
                <a:lnTo>
                  <a:pt x="119757" y="184329"/>
                </a:lnTo>
                <a:lnTo>
                  <a:pt x="119204" y="183727"/>
                </a:lnTo>
                <a:lnTo>
                  <a:pt x="118628" y="183164"/>
                </a:lnTo>
                <a:lnTo>
                  <a:pt x="118031" y="182642"/>
                </a:lnTo>
                <a:lnTo>
                  <a:pt x="117411" y="182159"/>
                </a:lnTo>
                <a:lnTo>
                  <a:pt x="116769" y="181716"/>
                </a:lnTo>
                <a:lnTo>
                  <a:pt x="116106" y="181312"/>
                </a:lnTo>
                <a:lnTo>
                  <a:pt x="115420" y="180949"/>
                </a:lnTo>
                <a:lnTo>
                  <a:pt x="114712" y="180624"/>
                </a:lnTo>
                <a:lnTo>
                  <a:pt x="113982" y="180340"/>
                </a:lnTo>
                <a:lnTo>
                  <a:pt x="112320" y="179774"/>
                </a:lnTo>
                <a:lnTo>
                  <a:pt x="110719" y="179242"/>
                </a:lnTo>
                <a:lnTo>
                  <a:pt x="109180" y="178743"/>
                </a:lnTo>
                <a:lnTo>
                  <a:pt x="107703" y="178276"/>
                </a:lnTo>
                <a:lnTo>
                  <a:pt x="106288" y="177843"/>
                </a:lnTo>
                <a:lnTo>
                  <a:pt x="104934" y="177443"/>
                </a:lnTo>
                <a:lnTo>
                  <a:pt x="103642" y="177076"/>
                </a:lnTo>
                <a:lnTo>
                  <a:pt x="102411" y="176742"/>
                </a:lnTo>
                <a:lnTo>
                  <a:pt x="101243" y="176441"/>
                </a:lnTo>
                <a:lnTo>
                  <a:pt x="100136" y="176173"/>
                </a:lnTo>
                <a:lnTo>
                  <a:pt x="99091" y="175938"/>
                </a:lnTo>
                <a:lnTo>
                  <a:pt x="98108" y="175736"/>
                </a:lnTo>
                <a:lnTo>
                  <a:pt x="97157" y="175559"/>
                </a:lnTo>
                <a:lnTo>
                  <a:pt x="96211" y="175397"/>
                </a:lnTo>
                <a:lnTo>
                  <a:pt x="95270" y="175250"/>
                </a:lnTo>
                <a:lnTo>
                  <a:pt x="94333" y="175119"/>
                </a:lnTo>
                <a:lnTo>
                  <a:pt x="93400" y="175003"/>
                </a:lnTo>
                <a:lnTo>
                  <a:pt x="92472" y="174903"/>
                </a:lnTo>
                <a:lnTo>
                  <a:pt x="91548" y="174818"/>
                </a:lnTo>
                <a:lnTo>
                  <a:pt x="90629" y="174748"/>
                </a:lnTo>
                <a:lnTo>
                  <a:pt x="89714" y="174694"/>
                </a:lnTo>
                <a:lnTo>
                  <a:pt x="88803" y="174656"/>
                </a:lnTo>
                <a:lnTo>
                  <a:pt x="87897" y="174633"/>
                </a:lnTo>
                <a:lnTo>
                  <a:pt x="86995" y="174625"/>
                </a:lnTo>
                <a:lnTo>
                  <a:pt x="85984" y="174635"/>
                </a:lnTo>
                <a:lnTo>
                  <a:pt x="84962" y="174665"/>
                </a:lnTo>
                <a:lnTo>
                  <a:pt x="83929" y="174714"/>
                </a:lnTo>
                <a:lnTo>
                  <a:pt x="82885" y="174784"/>
                </a:lnTo>
                <a:lnTo>
                  <a:pt x="81830" y="174873"/>
                </a:lnTo>
                <a:lnTo>
                  <a:pt x="80764" y="174982"/>
                </a:lnTo>
                <a:lnTo>
                  <a:pt x="79687" y="175111"/>
                </a:lnTo>
                <a:lnTo>
                  <a:pt x="78599" y="175260"/>
                </a:lnTo>
                <a:lnTo>
                  <a:pt x="77500" y="175429"/>
                </a:lnTo>
                <a:lnTo>
                  <a:pt x="76390" y="175617"/>
                </a:lnTo>
                <a:lnTo>
                  <a:pt x="75268" y="175826"/>
                </a:lnTo>
                <a:lnTo>
                  <a:pt x="74136" y="176054"/>
                </a:lnTo>
                <a:lnTo>
                  <a:pt x="72986" y="176302"/>
                </a:lnTo>
                <a:lnTo>
                  <a:pt x="71812" y="176570"/>
                </a:lnTo>
                <a:lnTo>
                  <a:pt x="70614" y="176857"/>
                </a:lnTo>
                <a:lnTo>
                  <a:pt x="69391" y="177165"/>
                </a:lnTo>
                <a:lnTo>
                  <a:pt x="68145" y="177492"/>
                </a:lnTo>
                <a:lnTo>
                  <a:pt x="66873" y="177840"/>
                </a:lnTo>
                <a:lnTo>
                  <a:pt x="65578" y="178207"/>
                </a:lnTo>
                <a:lnTo>
                  <a:pt x="64258" y="178594"/>
                </a:lnTo>
                <a:lnTo>
                  <a:pt x="62915" y="179001"/>
                </a:lnTo>
                <a:lnTo>
                  <a:pt x="61546" y="179427"/>
                </a:lnTo>
                <a:lnTo>
                  <a:pt x="60154" y="179874"/>
                </a:lnTo>
                <a:lnTo>
                  <a:pt x="58738" y="180340"/>
                </a:lnTo>
                <a:lnTo>
                  <a:pt x="57957" y="180624"/>
                </a:lnTo>
                <a:lnTo>
                  <a:pt x="57203" y="180949"/>
                </a:lnTo>
                <a:lnTo>
                  <a:pt x="56475" y="181312"/>
                </a:lnTo>
                <a:lnTo>
                  <a:pt x="55774" y="181716"/>
                </a:lnTo>
                <a:lnTo>
                  <a:pt x="55099" y="182159"/>
                </a:lnTo>
                <a:lnTo>
                  <a:pt x="54451" y="182642"/>
                </a:lnTo>
                <a:lnTo>
                  <a:pt x="53829" y="183164"/>
                </a:lnTo>
                <a:lnTo>
                  <a:pt x="53234" y="183727"/>
                </a:lnTo>
                <a:lnTo>
                  <a:pt x="52665" y="184329"/>
                </a:lnTo>
                <a:lnTo>
                  <a:pt x="52123" y="184970"/>
                </a:lnTo>
                <a:lnTo>
                  <a:pt x="51607" y="185652"/>
                </a:lnTo>
                <a:lnTo>
                  <a:pt x="51118" y="186372"/>
                </a:lnTo>
                <a:lnTo>
                  <a:pt x="50661" y="187122"/>
                </a:lnTo>
                <a:lnTo>
                  <a:pt x="50244" y="187889"/>
                </a:lnTo>
                <a:lnTo>
                  <a:pt x="49867" y="188674"/>
                </a:lnTo>
                <a:lnTo>
                  <a:pt x="49530" y="189477"/>
                </a:lnTo>
                <a:lnTo>
                  <a:pt x="49232" y="190297"/>
                </a:lnTo>
                <a:lnTo>
                  <a:pt x="48974" y="191135"/>
                </a:lnTo>
                <a:lnTo>
                  <a:pt x="48756" y="191990"/>
                </a:lnTo>
                <a:lnTo>
                  <a:pt x="48578" y="192864"/>
                </a:lnTo>
                <a:lnTo>
                  <a:pt x="48439" y="193754"/>
                </a:lnTo>
                <a:lnTo>
                  <a:pt x="48339" y="194663"/>
                </a:lnTo>
                <a:lnTo>
                  <a:pt x="48280" y="195589"/>
                </a:lnTo>
                <a:lnTo>
                  <a:pt x="48260" y="196532"/>
                </a:lnTo>
                <a:lnTo>
                  <a:pt x="48260" y="200978"/>
                </a:lnTo>
                <a:close/>
                <a:moveTo>
                  <a:pt x="154940" y="179705"/>
                </a:moveTo>
                <a:lnTo>
                  <a:pt x="208915" y="179705"/>
                </a:lnTo>
                <a:lnTo>
                  <a:pt x="208915" y="163830"/>
                </a:lnTo>
                <a:lnTo>
                  <a:pt x="154940" y="163830"/>
                </a:lnTo>
                <a:lnTo>
                  <a:pt x="154940" y="179705"/>
                </a:lnTo>
                <a:close/>
                <a:moveTo>
                  <a:pt x="99219" y="158909"/>
                </a:moveTo>
                <a:lnTo>
                  <a:pt x="100005" y="158072"/>
                </a:lnTo>
                <a:lnTo>
                  <a:pt x="100722" y="157202"/>
                </a:lnTo>
                <a:lnTo>
                  <a:pt x="101372" y="156299"/>
                </a:lnTo>
                <a:lnTo>
                  <a:pt x="101953" y="155363"/>
                </a:lnTo>
                <a:lnTo>
                  <a:pt x="102465" y="154394"/>
                </a:lnTo>
                <a:lnTo>
                  <a:pt x="102910" y="153392"/>
                </a:lnTo>
                <a:lnTo>
                  <a:pt x="103286" y="152357"/>
                </a:lnTo>
                <a:lnTo>
                  <a:pt x="103593" y="151289"/>
                </a:lnTo>
                <a:lnTo>
                  <a:pt x="103832" y="150187"/>
                </a:lnTo>
                <a:lnTo>
                  <a:pt x="104003" y="149053"/>
                </a:lnTo>
                <a:lnTo>
                  <a:pt x="104106" y="147886"/>
                </a:lnTo>
                <a:lnTo>
                  <a:pt x="104140" y="146685"/>
                </a:lnTo>
                <a:lnTo>
                  <a:pt x="104106" y="145484"/>
                </a:lnTo>
                <a:lnTo>
                  <a:pt x="104003" y="144317"/>
                </a:lnTo>
                <a:lnTo>
                  <a:pt x="103832" y="143183"/>
                </a:lnTo>
                <a:lnTo>
                  <a:pt x="103593" y="142081"/>
                </a:lnTo>
                <a:lnTo>
                  <a:pt x="103286" y="141013"/>
                </a:lnTo>
                <a:lnTo>
                  <a:pt x="102910" y="139978"/>
                </a:lnTo>
                <a:lnTo>
                  <a:pt x="102465" y="138976"/>
                </a:lnTo>
                <a:lnTo>
                  <a:pt x="101953" y="138007"/>
                </a:lnTo>
                <a:lnTo>
                  <a:pt x="101372" y="137071"/>
                </a:lnTo>
                <a:lnTo>
                  <a:pt x="100722" y="136168"/>
                </a:lnTo>
                <a:lnTo>
                  <a:pt x="100005" y="135298"/>
                </a:lnTo>
                <a:lnTo>
                  <a:pt x="99219" y="134461"/>
                </a:lnTo>
                <a:lnTo>
                  <a:pt x="98382" y="133675"/>
                </a:lnTo>
                <a:lnTo>
                  <a:pt x="97512" y="132958"/>
                </a:lnTo>
                <a:lnTo>
                  <a:pt x="96609" y="132308"/>
                </a:lnTo>
                <a:lnTo>
                  <a:pt x="95673" y="131727"/>
                </a:lnTo>
                <a:lnTo>
                  <a:pt x="94704" y="131215"/>
                </a:lnTo>
                <a:lnTo>
                  <a:pt x="93702" y="130770"/>
                </a:lnTo>
                <a:lnTo>
                  <a:pt x="92667" y="130394"/>
                </a:lnTo>
                <a:lnTo>
                  <a:pt x="91599" y="130087"/>
                </a:lnTo>
                <a:lnTo>
                  <a:pt x="90497" y="129848"/>
                </a:lnTo>
                <a:lnTo>
                  <a:pt x="89363" y="129677"/>
                </a:lnTo>
                <a:lnTo>
                  <a:pt x="88196" y="129574"/>
                </a:lnTo>
                <a:lnTo>
                  <a:pt x="86995" y="129540"/>
                </a:lnTo>
                <a:lnTo>
                  <a:pt x="85794" y="129574"/>
                </a:lnTo>
                <a:lnTo>
                  <a:pt x="84627" y="129677"/>
                </a:lnTo>
                <a:lnTo>
                  <a:pt x="83493" y="129848"/>
                </a:lnTo>
                <a:lnTo>
                  <a:pt x="82391" y="130087"/>
                </a:lnTo>
                <a:lnTo>
                  <a:pt x="81323" y="130394"/>
                </a:lnTo>
                <a:lnTo>
                  <a:pt x="80288" y="130770"/>
                </a:lnTo>
                <a:lnTo>
                  <a:pt x="79286" y="131215"/>
                </a:lnTo>
                <a:lnTo>
                  <a:pt x="78317" y="131727"/>
                </a:lnTo>
                <a:lnTo>
                  <a:pt x="77381" y="132308"/>
                </a:lnTo>
                <a:lnTo>
                  <a:pt x="76478" y="132958"/>
                </a:lnTo>
                <a:lnTo>
                  <a:pt x="75608" y="133675"/>
                </a:lnTo>
                <a:lnTo>
                  <a:pt x="74771" y="134461"/>
                </a:lnTo>
                <a:lnTo>
                  <a:pt x="73985" y="135298"/>
                </a:lnTo>
                <a:lnTo>
                  <a:pt x="73268" y="136168"/>
                </a:lnTo>
                <a:lnTo>
                  <a:pt x="72618" y="137071"/>
                </a:lnTo>
                <a:lnTo>
                  <a:pt x="72037" y="138007"/>
                </a:lnTo>
                <a:lnTo>
                  <a:pt x="71525" y="138976"/>
                </a:lnTo>
                <a:lnTo>
                  <a:pt x="71080" y="139978"/>
                </a:lnTo>
                <a:lnTo>
                  <a:pt x="70704" y="141013"/>
                </a:lnTo>
                <a:lnTo>
                  <a:pt x="70397" y="142081"/>
                </a:lnTo>
                <a:lnTo>
                  <a:pt x="70158" y="143183"/>
                </a:lnTo>
                <a:lnTo>
                  <a:pt x="69987" y="144317"/>
                </a:lnTo>
                <a:lnTo>
                  <a:pt x="69884" y="145484"/>
                </a:lnTo>
                <a:lnTo>
                  <a:pt x="69850" y="146685"/>
                </a:lnTo>
                <a:lnTo>
                  <a:pt x="69884" y="147886"/>
                </a:lnTo>
                <a:lnTo>
                  <a:pt x="69987" y="149053"/>
                </a:lnTo>
                <a:lnTo>
                  <a:pt x="70158" y="150187"/>
                </a:lnTo>
                <a:lnTo>
                  <a:pt x="70397" y="151289"/>
                </a:lnTo>
                <a:lnTo>
                  <a:pt x="70704" y="152357"/>
                </a:lnTo>
                <a:lnTo>
                  <a:pt x="71080" y="153392"/>
                </a:lnTo>
                <a:lnTo>
                  <a:pt x="71525" y="154394"/>
                </a:lnTo>
                <a:lnTo>
                  <a:pt x="72037" y="155363"/>
                </a:lnTo>
                <a:lnTo>
                  <a:pt x="72618" y="156299"/>
                </a:lnTo>
                <a:lnTo>
                  <a:pt x="73268" y="157202"/>
                </a:lnTo>
                <a:lnTo>
                  <a:pt x="73985" y="158072"/>
                </a:lnTo>
                <a:lnTo>
                  <a:pt x="74771" y="158909"/>
                </a:lnTo>
                <a:lnTo>
                  <a:pt x="75608" y="159695"/>
                </a:lnTo>
                <a:lnTo>
                  <a:pt x="76478" y="160412"/>
                </a:lnTo>
                <a:lnTo>
                  <a:pt x="77381" y="161062"/>
                </a:lnTo>
                <a:lnTo>
                  <a:pt x="78317" y="161643"/>
                </a:lnTo>
                <a:lnTo>
                  <a:pt x="79286" y="162155"/>
                </a:lnTo>
                <a:lnTo>
                  <a:pt x="80288" y="162600"/>
                </a:lnTo>
                <a:lnTo>
                  <a:pt x="81323" y="162976"/>
                </a:lnTo>
                <a:lnTo>
                  <a:pt x="82391" y="163283"/>
                </a:lnTo>
                <a:lnTo>
                  <a:pt x="83493" y="163522"/>
                </a:lnTo>
                <a:lnTo>
                  <a:pt x="84627" y="163693"/>
                </a:lnTo>
                <a:lnTo>
                  <a:pt x="85794" y="163796"/>
                </a:lnTo>
                <a:lnTo>
                  <a:pt x="86995" y="163830"/>
                </a:lnTo>
                <a:lnTo>
                  <a:pt x="88196" y="163796"/>
                </a:lnTo>
                <a:lnTo>
                  <a:pt x="89363" y="163693"/>
                </a:lnTo>
                <a:lnTo>
                  <a:pt x="90497" y="163522"/>
                </a:lnTo>
                <a:lnTo>
                  <a:pt x="91599" y="163283"/>
                </a:lnTo>
                <a:lnTo>
                  <a:pt x="92667" y="162976"/>
                </a:lnTo>
                <a:lnTo>
                  <a:pt x="93702" y="162600"/>
                </a:lnTo>
                <a:lnTo>
                  <a:pt x="94704" y="162155"/>
                </a:lnTo>
                <a:lnTo>
                  <a:pt x="95673" y="161643"/>
                </a:lnTo>
                <a:lnTo>
                  <a:pt x="96609" y="161062"/>
                </a:lnTo>
                <a:lnTo>
                  <a:pt x="97512" y="160412"/>
                </a:lnTo>
                <a:lnTo>
                  <a:pt x="98382" y="159695"/>
                </a:lnTo>
                <a:lnTo>
                  <a:pt x="99219" y="158909"/>
                </a:lnTo>
                <a:close/>
                <a:moveTo>
                  <a:pt x="154940" y="143828"/>
                </a:moveTo>
                <a:lnTo>
                  <a:pt x="208915" y="143828"/>
                </a:lnTo>
                <a:lnTo>
                  <a:pt x="208915" y="127952"/>
                </a:lnTo>
                <a:lnTo>
                  <a:pt x="154940" y="127952"/>
                </a:lnTo>
                <a:lnTo>
                  <a:pt x="154940" y="143828"/>
                </a:lnTo>
                <a:close/>
                <a:moveTo>
                  <a:pt x="117475" y="92075"/>
                </a:moveTo>
                <a:lnTo>
                  <a:pt x="136525" y="92075"/>
                </a:lnTo>
                <a:lnTo>
                  <a:pt x="136525" y="19050"/>
                </a:lnTo>
                <a:lnTo>
                  <a:pt x="117475" y="19050"/>
                </a:lnTo>
                <a:lnTo>
                  <a:pt x="117475" y="920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블록 kdms 관리 스키마"/>
          <p:cNvSpPr/>
          <p:nvPr/>
        </p:nvSpPr>
        <p:spPr>
          <a:xfrm>
            <a:off x="8808720" y="3063240"/>
            <a:ext cx="289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505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관리 스키마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작업·검증 기록 · 행 값 없음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change_log 는 반영 뒤 비어 있음</a:t>
            </a:r>
          </a:p>
        </p:txBody>
      </p:sp>
      <p:sp>
        <p:nvSpPr>
          <p:cNvPr id="40" name="아이콘 database"/>
          <p:cNvSpPr/>
          <p:nvPr/>
        </p:nvSpPr>
        <p:spPr>
          <a:xfrm>
            <a:off x="10142220" y="31013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lnTo>
                  <a:pt x="106412" y="228497"/>
                </a:lnTo>
                <a:lnTo>
                  <a:pt x="98729" y="228190"/>
                </a:lnTo>
                <a:lnTo>
                  <a:pt x="91251" y="227677"/>
                </a:lnTo>
                <a:lnTo>
                  <a:pt x="83979" y="226960"/>
                </a:lnTo>
                <a:lnTo>
                  <a:pt x="76911" y="226037"/>
                </a:lnTo>
                <a:lnTo>
                  <a:pt x="70048" y="224909"/>
                </a:lnTo>
                <a:lnTo>
                  <a:pt x="63391" y="223576"/>
                </a:lnTo>
                <a:lnTo>
                  <a:pt x="56938" y="222038"/>
                </a:lnTo>
                <a:lnTo>
                  <a:pt x="50691" y="220295"/>
                </a:lnTo>
                <a:lnTo>
                  <a:pt x="44648" y="218347"/>
                </a:lnTo>
                <a:lnTo>
                  <a:pt x="38811" y="216194"/>
                </a:lnTo>
                <a:lnTo>
                  <a:pt x="33179" y="213836"/>
                </a:lnTo>
                <a:lnTo>
                  <a:pt x="27879" y="211330"/>
                </a:lnTo>
                <a:lnTo>
                  <a:pt x="23041" y="208734"/>
                </a:lnTo>
                <a:lnTo>
                  <a:pt x="18663" y="206048"/>
                </a:lnTo>
                <a:lnTo>
                  <a:pt x="14746" y="203271"/>
                </a:lnTo>
                <a:lnTo>
                  <a:pt x="11290" y="200403"/>
                </a:lnTo>
                <a:lnTo>
                  <a:pt x="8295" y="197445"/>
                </a:lnTo>
                <a:lnTo>
                  <a:pt x="5760" y="194397"/>
                </a:lnTo>
                <a:lnTo>
                  <a:pt x="3687" y="191258"/>
                </a:lnTo>
                <a:lnTo>
                  <a:pt x="2074" y="188029"/>
                </a:lnTo>
                <a:lnTo>
                  <a:pt x="922" y="184710"/>
                </a:lnTo>
                <a:lnTo>
                  <a:pt x="230" y="181300"/>
                </a:lnTo>
                <a:lnTo>
                  <a:pt x="0" y="177800"/>
                </a:lnTo>
                <a:lnTo>
                  <a:pt x="0" y="50800"/>
                </a:lnTo>
                <a:lnTo>
                  <a:pt x="233" y="47349"/>
                </a:lnTo>
                <a:lnTo>
                  <a:pt x="930" y="43983"/>
                </a:lnTo>
                <a:lnTo>
                  <a:pt x="2094" y="40700"/>
                </a:lnTo>
                <a:lnTo>
                  <a:pt x="3722" y="37500"/>
                </a:lnTo>
                <a:lnTo>
                  <a:pt x="5815" y="34385"/>
                </a:lnTo>
                <a:lnTo>
                  <a:pt x="8374" y="31353"/>
                </a:lnTo>
                <a:lnTo>
                  <a:pt x="11398" y="28405"/>
                </a:lnTo>
                <a:lnTo>
                  <a:pt x="14887" y="25541"/>
                </a:lnTo>
                <a:lnTo>
                  <a:pt x="18842" y="22761"/>
                </a:lnTo>
                <a:lnTo>
                  <a:pt x="23261" y="20064"/>
                </a:lnTo>
                <a:lnTo>
                  <a:pt x="28146" y="17451"/>
                </a:lnTo>
                <a:lnTo>
                  <a:pt x="33496" y="14922"/>
                </a:lnTo>
                <a:lnTo>
                  <a:pt x="39175" y="12539"/>
                </a:lnTo>
                <a:lnTo>
                  <a:pt x="45045" y="10363"/>
                </a:lnTo>
                <a:lnTo>
                  <a:pt x="51108" y="8394"/>
                </a:lnTo>
                <a:lnTo>
                  <a:pt x="57362" y="6632"/>
                </a:lnTo>
                <a:lnTo>
                  <a:pt x="63808" y="5078"/>
                </a:lnTo>
                <a:lnTo>
                  <a:pt x="70445" y="3731"/>
                </a:lnTo>
                <a:lnTo>
                  <a:pt x="77275" y="2591"/>
                </a:lnTo>
                <a:lnTo>
                  <a:pt x="84296" y="1658"/>
                </a:lnTo>
                <a:lnTo>
                  <a:pt x="91509" y="933"/>
                </a:lnTo>
                <a:lnTo>
                  <a:pt x="98914" y="415"/>
                </a:lnTo>
                <a:lnTo>
                  <a:pt x="106511" y="104"/>
                </a:lnTo>
                <a:lnTo>
                  <a:pt x="114300" y="0"/>
                </a:lnTo>
                <a:lnTo>
                  <a:pt x="122089" y="104"/>
                </a:lnTo>
                <a:lnTo>
                  <a:pt x="129686" y="415"/>
                </a:lnTo>
                <a:lnTo>
                  <a:pt x="137091" y="933"/>
                </a:lnTo>
                <a:lnTo>
                  <a:pt x="144304" y="1658"/>
                </a:lnTo>
                <a:lnTo>
                  <a:pt x="151325" y="2591"/>
                </a:lnTo>
                <a:lnTo>
                  <a:pt x="158155" y="3731"/>
                </a:lnTo>
                <a:lnTo>
                  <a:pt x="164792" y="5078"/>
                </a:lnTo>
                <a:lnTo>
                  <a:pt x="171238" y="6632"/>
                </a:lnTo>
                <a:lnTo>
                  <a:pt x="177492" y="8394"/>
                </a:lnTo>
                <a:lnTo>
                  <a:pt x="183555" y="10363"/>
                </a:lnTo>
                <a:lnTo>
                  <a:pt x="189425" y="12539"/>
                </a:lnTo>
                <a:lnTo>
                  <a:pt x="195104" y="14922"/>
                </a:lnTo>
                <a:lnTo>
                  <a:pt x="200454" y="17451"/>
                </a:lnTo>
                <a:lnTo>
                  <a:pt x="205339" y="20064"/>
                </a:lnTo>
                <a:lnTo>
                  <a:pt x="209758" y="22761"/>
                </a:lnTo>
                <a:lnTo>
                  <a:pt x="213713" y="25541"/>
                </a:lnTo>
                <a:lnTo>
                  <a:pt x="217202" y="28405"/>
                </a:lnTo>
                <a:lnTo>
                  <a:pt x="220226" y="31353"/>
                </a:lnTo>
                <a:lnTo>
                  <a:pt x="222785" y="34385"/>
                </a:lnTo>
                <a:lnTo>
                  <a:pt x="224878" y="37500"/>
                </a:lnTo>
                <a:lnTo>
                  <a:pt x="226506" y="40700"/>
                </a:lnTo>
                <a:lnTo>
                  <a:pt x="227670" y="43983"/>
                </a:lnTo>
                <a:lnTo>
                  <a:pt x="228367" y="47349"/>
                </a:lnTo>
                <a:lnTo>
                  <a:pt x="228600" y="50800"/>
                </a:lnTo>
                <a:lnTo>
                  <a:pt x="228600" y="177800"/>
                </a:lnTo>
                <a:lnTo>
                  <a:pt x="228370" y="181300"/>
                </a:lnTo>
                <a:lnTo>
                  <a:pt x="227678" y="184710"/>
                </a:lnTo>
                <a:lnTo>
                  <a:pt x="226526" y="188029"/>
                </a:lnTo>
                <a:lnTo>
                  <a:pt x="224913" y="191258"/>
                </a:lnTo>
                <a:lnTo>
                  <a:pt x="222840" y="194397"/>
                </a:lnTo>
                <a:lnTo>
                  <a:pt x="220305" y="197445"/>
                </a:lnTo>
                <a:lnTo>
                  <a:pt x="217310" y="200403"/>
                </a:lnTo>
                <a:lnTo>
                  <a:pt x="213854" y="203271"/>
                </a:lnTo>
                <a:lnTo>
                  <a:pt x="209937" y="206048"/>
                </a:lnTo>
                <a:lnTo>
                  <a:pt x="205559" y="208734"/>
                </a:lnTo>
                <a:lnTo>
                  <a:pt x="200721" y="211330"/>
                </a:lnTo>
                <a:lnTo>
                  <a:pt x="195421" y="213836"/>
                </a:lnTo>
                <a:lnTo>
                  <a:pt x="189789" y="216194"/>
                </a:lnTo>
                <a:lnTo>
                  <a:pt x="183952" y="218347"/>
                </a:lnTo>
                <a:lnTo>
                  <a:pt x="177909" y="220295"/>
                </a:lnTo>
                <a:lnTo>
                  <a:pt x="171662" y="222038"/>
                </a:lnTo>
                <a:lnTo>
                  <a:pt x="165209" y="223576"/>
                </a:lnTo>
                <a:lnTo>
                  <a:pt x="158552" y="224909"/>
                </a:lnTo>
                <a:lnTo>
                  <a:pt x="151689" y="226037"/>
                </a:lnTo>
                <a:lnTo>
                  <a:pt x="144621" y="226960"/>
                </a:lnTo>
                <a:lnTo>
                  <a:pt x="137349" y="227677"/>
                </a:lnTo>
                <a:lnTo>
                  <a:pt x="129871" y="228190"/>
                </a:lnTo>
                <a:lnTo>
                  <a:pt x="122188" y="228497"/>
                </a:lnTo>
                <a:lnTo>
                  <a:pt x="114300" y="228600"/>
                </a:lnTo>
                <a:close/>
                <a:moveTo>
                  <a:pt x="114300" y="73660"/>
                </a:moveTo>
                <a:lnTo>
                  <a:pt x="118861" y="73602"/>
                </a:lnTo>
                <a:lnTo>
                  <a:pt x="123441" y="73426"/>
                </a:lnTo>
                <a:lnTo>
                  <a:pt x="128042" y="73134"/>
                </a:lnTo>
                <a:lnTo>
                  <a:pt x="132662" y="72725"/>
                </a:lnTo>
                <a:lnTo>
                  <a:pt x="137302" y="72199"/>
                </a:lnTo>
                <a:lnTo>
                  <a:pt x="141962" y="71557"/>
                </a:lnTo>
                <a:lnTo>
                  <a:pt x="146642" y="70797"/>
                </a:lnTo>
                <a:lnTo>
                  <a:pt x="151342" y="69921"/>
                </a:lnTo>
                <a:lnTo>
                  <a:pt x="156061" y="68927"/>
                </a:lnTo>
                <a:lnTo>
                  <a:pt x="160801" y="67817"/>
                </a:lnTo>
                <a:lnTo>
                  <a:pt x="165560" y="66590"/>
                </a:lnTo>
                <a:lnTo>
                  <a:pt x="170339" y="65246"/>
                </a:lnTo>
                <a:lnTo>
                  <a:pt x="174985" y="63830"/>
                </a:lnTo>
                <a:lnTo>
                  <a:pt x="179348" y="62384"/>
                </a:lnTo>
                <a:lnTo>
                  <a:pt x="183426" y="60910"/>
                </a:lnTo>
                <a:lnTo>
                  <a:pt x="187219" y="59408"/>
                </a:lnTo>
                <a:lnTo>
                  <a:pt x="190728" y="57877"/>
                </a:lnTo>
                <a:lnTo>
                  <a:pt x="193953" y="56317"/>
                </a:lnTo>
                <a:lnTo>
                  <a:pt x="196893" y="54728"/>
                </a:lnTo>
                <a:lnTo>
                  <a:pt x="199549" y="53111"/>
                </a:lnTo>
                <a:lnTo>
                  <a:pt x="201920" y="51465"/>
                </a:lnTo>
                <a:lnTo>
                  <a:pt x="204007" y="49790"/>
                </a:lnTo>
                <a:lnTo>
                  <a:pt x="205809" y="48087"/>
                </a:lnTo>
                <a:lnTo>
                  <a:pt x="207328" y="46355"/>
                </a:lnTo>
                <a:lnTo>
                  <a:pt x="205759" y="44673"/>
                </a:lnTo>
                <a:lnTo>
                  <a:pt x="203910" y="43012"/>
                </a:lnTo>
                <a:lnTo>
                  <a:pt x="201781" y="41374"/>
                </a:lnTo>
                <a:lnTo>
                  <a:pt x="199372" y="39758"/>
                </a:lnTo>
                <a:lnTo>
                  <a:pt x="196684" y="38164"/>
                </a:lnTo>
                <a:lnTo>
                  <a:pt x="193715" y="36592"/>
                </a:lnTo>
                <a:lnTo>
                  <a:pt x="190466" y="35042"/>
                </a:lnTo>
                <a:lnTo>
                  <a:pt x="186937" y="33514"/>
                </a:lnTo>
                <a:lnTo>
                  <a:pt x="183128" y="32008"/>
                </a:lnTo>
                <a:lnTo>
                  <a:pt x="179039" y="30524"/>
                </a:lnTo>
                <a:lnTo>
                  <a:pt x="174670" y="29062"/>
                </a:lnTo>
                <a:lnTo>
                  <a:pt x="170021" y="27622"/>
                </a:lnTo>
                <a:lnTo>
                  <a:pt x="165244" y="26253"/>
                </a:lnTo>
                <a:lnTo>
                  <a:pt x="160492" y="25003"/>
                </a:lnTo>
                <a:lnTo>
                  <a:pt x="155764" y="23872"/>
                </a:lnTo>
                <a:lnTo>
                  <a:pt x="151059" y="22860"/>
                </a:lnTo>
                <a:lnTo>
                  <a:pt x="146380" y="21967"/>
                </a:lnTo>
                <a:lnTo>
                  <a:pt x="141724" y="21193"/>
                </a:lnTo>
                <a:lnTo>
                  <a:pt x="137093" y="20538"/>
                </a:lnTo>
                <a:lnTo>
                  <a:pt x="132486" y="20002"/>
                </a:lnTo>
                <a:lnTo>
                  <a:pt x="127903" y="19586"/>
                </a:lnTo>
                <a:lnTo>
                  <a:pt x="123344" y="19288"/>
                </a:lnTo>
                <a:lnTo>
                  <a:pt x="118810" y="19110"/>
                </a:lnTo>
                <a:lnTo>
                  <a:pt x="114300" y="19050"/>
                </a:lnTo>
                <a:lnTo>
                  <a:pt x="109641" y="19107"/>
                </a:lnTo>
                <a:lnTo>
                  <a:pt x="104978" y="19279"/>
                </a:lnTo>
                <a:lnTo>
                  <a:pt x="100310" y="19566"/>
                </a:lnTo>
                <a:lnTo>
                  <a:pt x="95638" y="19967"/>
                </a:lnTo>
                <a:lnTo>
                  <a:pt x="90962" y="20483"/>
                </a:lnTo>
                <a:lnTo>
                  <a:pt x="86281" y="21114"/>
                </a:lnTo>
                <a:lnTo>
                  <a:pt x="81595" y="21859"/>
                </a:lnTo>
                <a:lnTo>
                  <a:pt x="76906" y="22719"/>
                </a:lnTo>
                <a:lnTo>
                  <a:pt x="72211" y="23693"/>
                </a:lnTo>
                <a:lnTo>
                  <a:pt x="67513" y="24783"/>
                </a:lnTo>
                <a:lnTo>
                  <a:pt x="62810" y="25986"/>
                </a:lnTo>
                <a:lnTo>
                  <a:pt x="58102" y="27305"/>
                </a:lnTo>
                <a:lnTo>
                  <a:pt x="53527" y="28698"/>
                </a:lnTo>
                <a:lnTo>
                  <a:pt x="49221" y="30127"/>
                </a:lnTo>
                <a:lnTo>
                  <a:pt x="45184" y="31591"/>
                </a:lnTo>
                <a:lnTo>
                  <a:pt x="41416" y="33091"/>
                </a:lnTo>
                <a:lnTo>
                  <a:pt x="37917" y="34625"/>
                </a:lnTo>
                <a:lnTo>
                  <a:pt x="34687" y="36195"/>
                </a:lnTo>
                <a:lnTo>
                  <a:pt x="31726" y="37800"/>
                </a:lnTo>
                <a:lnTo>
                  <a:pt x="29034" y="39441"/>
                </a:lnTo>
                <a:lnTo>
                  <a:pt x="26610" y="41116"/>
                </a:lnTo>
                <a:lnTo>
                  <a:pt x="24456" y="42827"/>
                </a:lnTo>
                <a:lnTo>
                  <a:pt x="22571" y="44573"/>
                </a:lnTo>
                <a:lnTo>
                  <a:pt x="20955" y="46355"/>
                </a:lnTo>
                <a:lnTo>
                  <a:pt x="22569" y="48186"/>
                </a:lnTo>
                <a:lnTo>
                  <a:pt x="24448" y="49975"/>
                </a:lnTo>
                <a:lnTo>
                  <a:pt x="26591" y="51723"/>
                </a:lnTo>
                <a:lnTo>
                  <a:pt x="28998" y="53428"/>
                </a:lnTo>
                <a:lnTo>
                  <a:pt x="31671" y="55092"/>
                </a:lnTo>
                <a:lnTo>
                  <a:pt x="34608" y="56713"/>
                </a:lnTo>
                <a:lnTo>
                  <a:pt x="37809" y="58293"/>
                </a:lnTo>
                <a:lnTo>
                  <a:pt x="41275" y="59831"/>
                </a:lnTo>
                <a:lnTo>
                  <a:pt x="45006" y="61327"/>
                </a:lnTo>
                <a:lnTo>
                  <a:pt x="49001" y="62781"/>
                </a:lnTo>
                <a:lnTo>
                  <a:pt x="53261" y="64193"/>
                </a:lnTo>
                <a:lnTo>
                  <a:pt x="57785" y="65564"/>
                </a:lnTo>
                <a:lnTo>
                  <a:pt x="62446" y="66857"/>
                </a:lnTo>
                <a:lnTo>
                  <a:pt x="67116" y="68038"/>
                </a:lnTo>
                <a:lnTo>
                  <a:pt x="71795" y="69106"/>
                </a:lnTo>
                <a:lnTo>
                  <a:pt x="76482" y="70062"/>
                </a:lnTo>
                <a:lnTo>
                  <a:pt x="81179" y="70905"/>
                </a:lnTo>
                <a:lnTo>
                  <a:pt x="85884" y="71636"/>
                </a:lnTo>
                <a:lnTo>
                  <a:pt x="90598" y="72254"/>
                </a:lnTo>
                <a:lnTo>
                  <a:pt x="95321" y="72760"/>
                </a:lnTo>
                <a:lnTo>
                  <a:pt x="100052" y="73154"/>
                </a:lnTo>
                <a:lnTo>
                  <a:pt x="104793" y="73435"/>
                </a:lnTo>
                <a:lnTo>
                  <a:pt x="109542" y="73604"/>
                </a:lnTo>
                <a:lnTo>
                  <a:pt x="114300" y="73660"/>
                </a:lnTo>
                <a:close/>
                <a:moveTo>
                  <a:pt x="113982" y="141605"/>
                </a:moveTo>
                <a:lnTo>
                  <a:pt x="116205" y="141595"/>
                </a:lnTo>
                <a:lnTo>
                  <a:pt x="118428" y="141565"/>
                </a:lnTo>
                <a:lnTo>
                  <a:pt x="120650" y="141516"/>
                </a:lnTo>
                <a:lnTo>
                  <a:pt x="122872" y="141446"/>
                </a:lnTo>
                <a:lnTo>
                  <a:pt x="125095" y="141357"/>
                </a:lnTo>
                <a:lnTo>
                  <a:pt x="127318" y="141248"/>
                </a:lnTo>
                <a:lnTo>
                  <a:pt x="129540" y="141119"/>
                </a:lnTo>
                <a:lnTo>
                  <a:pt x="131762" y="140970"/>
                </a:lnTo>
                <a:lnTo>
                  <a:pt x="133985" y="140801"/>
                </a:lnTo>
                <a:lnTo>
                  <a:pt x="136208" y="140613"/>
                </a:lnTo>
                <a:lnTo>
                  <a:pt x="138430" y="140404"/>
                </a:lnTo>
                <a:lnTo>
                  <a:pt x="140652" y="140176"/>
                </a:lnTo>
                <a:lnTo>
                  <a:pt x="142867" y="139928"/>
                </a:lnTo>
                <a:lnTo>
                  <a:pt x="145067" y="139660"/>
                </a:lnTo>
                <a:lnTo>
                  <a:pt x="147251" y="139373"/>
                </a:lnTo>
                <a:lnTo>
                  <a:pt x="149419" y="139065"/>
                </a:lnTo>
                <a:lnTo>
                  <a:pt x="151572" y="138738"/>
                </a:lnTo>
                <a:lnTo>
                  <a:pt x="153710" y="138390"/>
                </a:lnTo>
                <a:lnTo>
                  <a:pt x="155832" y="138023"/>
                </a:lnTo>
                <a:lnTo>
                  <a:pt x="157939" y="137636"/>
                </a:lnTo>
                <a:lnTo>
                  <a:pt x="160030" y="137229"/>
                </a:lnTo>
                <a:lnTo>
                  <a:pt x="162106" y="136803"/>
                </a:lnTo>
                <a:lnTo>
                  <a:pt x="164166" y="136356"/>
                </a:lnTo>
                <a:lnTo>
                  <a:pt x="166211" y="135890"/>
                </a:lnTo>
                <a:lnTo>
                  <a:pt x="168241" y="135405"/>
                </a:lnTo>
                <a:lnTo>
                  <a:pt x="170255" y="134902"/>
                </a:lnTo>
                <a:lnTo>
                  <a:pt x="172254" y="134382"/>
                </a:lnTo>
                <a:lnTo>
                  <a:pt x="174237" y="133844"/>
                </a:lnTo>
                <a:lnTo>
                  <a:pt x="176205" y="133288"/>
                </a:lnTo>
                <a:lnTo>
                  <a:pt x="178157" y="132715"/>
                </a:lnTo>
                <a:lnTo>
                  <a:pt x="180094" y="132124"/>
                </a:lnTo>
                <a:lnTo>
                  <a:pt x="182016" y="131516"/>
                </a:lnTo>
                <a:lnTo>
                  <a:pt x="183922" y="130889"/>
                </a:lnTo>
                <a:lnTo>
                  <a:pt x="185812" y="130246"/>
                </a:lnTo>
                <a:lnTo>
                  <a:pt x="187688" y="129584"/>
                </a:lnTo>
                <a:lnTo>
                  <a:pt x="189548" y="128905"/>
                </a:lnTo>
                <a:lnTo>
                  <a:pt x="191384" y="128210"/>
                </a:lnTo>
                <a:lnTo>
                  <a:pt x="193190" y="127503"/>
                </a:lnTo>
                <a:lnTo>
                  <a:pt x="194965" y="126782"/>
                </a:lnTo>
                <a:lnTo>
                  <a:pt x="196709" y="126048"/>
                </a:lnTo>
                <a:lnTo>
                  <a:pt x="198422" y="125300"/>
                </a:lnTo>
                <a:lnTo>
                  <a:pt x="200104" y="124539"/>
                </a:lnTo>
                <a:lnTo>
                  <a:pt x="201756" y="123765"/>
                </a:lnTo>
                <a:lnTo>
                  <a:pt x="203376" y="122978"/>
                </a:lnTo>
                <a:lnTo>
                  <a:pt x="204966" y="122178"/>
                </a:lnTo>
                <a:lnTo>
                  <a:pt x="206525" y="121364"/>
                </a:lnTo>
                <a:lnTo>
                  <a:pt x="208053" y="120538"/>
                </a:lnTo>
                <a:lnTo>
                  <a:pt x="209550" y="119698"/>
                </a:lnTo>
                <a:lnTo>
                  <a:pt x="209550" y="70485"/>
                </a:lnTo>
                <a:lnTo>
                  <a:pt x="208002" y="71325"/>
                </a:lnTo>
                <a:lnTo>
                  <a:pt x="206428" y="72152"/>
                </a:lnTo>
                <a:lnTo>
                  <a:pt x="204827" y="72965"/>
                </a:lnTo>
                <a:lnTo>
                  <a:pt x="203200" y="73766"/>
                </a:lnTo>
                <a:lnTo>
                  <a:pt x="201546" y="74553"/>
                </a:lnTo>
                <a:lnTo>
                  <a:pt x="199866" y="75327"/>
                </a:lnTo>
                <a:lnTo>
                  <a:pt x="198160" y="76088"/>
                </a:lnTo>
                <a:lnTo>
                  <a:pt x="196427" y="76835"/>
                </a:lnTo>
                <a:lnTo>
                  <a:pt x="194667" y="77569"/>
                </a:lnTo>
                <a:lnTo>
                  <a:pt x="192881" y="78290"/>
                </a:lnTo>
                <a:lnTo>
                  <a:pt x="191069" y="78998"/>
                </a:lnTo>
                <a:lnTo>
                  <a:pt x="189230" y="79692"/>
                </a:lnTo>
                <a:lnTo>
                  <a:pt x="187369" y="80372"/>
                </a:lnTo>
                <a:lnTo>
                  <a:pt x="185491" y="81033"/>
                </a:lnTo>
                <a:lnTo>
                  <a:pt x="183594" y="81677"/>
                </a:lnTo>
                <a:lnTo>
                  <a:pt x="181681" y="82303"/>
                </a:lnTo>
                <a:lnTo>
                  <a:pt x="179749" y="82912"/>
                </a:lnTo>
                <a:lnTo>
                  <a:pt x="177800" y="83502"/>
                </a:lnTo>
                <a:lnTo>
                  <a:pt x="175833" y="84076"/>
                </a:lnTo>
                <a:lnTo>
                  <a:pt x="173849" y="84631"/>
                </a:lnTo>
                <a:lnTo>
                  <a:pt x="171847" y="85169"/>
                </a:lnTo>
                <a:lnTo>
                  <a:pt x="169827" y="85690"/>
                </a:lnTo>
                <a:lnTo>
                  <a:pt x="167790" y="86192"/>
                </a:lnTo>
                <a:lnTo>
                  <a:pt x="165735" y="86678"/>
                </a:lnTo>
                <a:lnTo>
                  <a:pt x="163667" y="87145"/>
                </a:lnTo>
                <a:lnTo>
                  <a:pt x="161590" y="87595"/>
                </a:lnTo>
                <a:lnTo>
                  <a:pt x="159504" y="88027"/>
                </a:lnTo>
                <a:lnTo>
                  <a:pt x="157409" y="88441"/>
                </a:lnTo>
                <a:lnTo>
                  <a:pt x="155306" y="88838"/>
                </a:lnTo>
                <a:lnTo>
                  <a:pt x="153194" y="89218"/>
                </a:lnTo>
                <a:lnTo>
                  <a:pt x="151073" y="89579"/>
                </a:lnTo>
                <a:lnTo>
                  <a:pt x="148943" y="89923"/>
                </a:lnTo>
                <a:lnTo>
                  <a:pt x="146804" y="90249"/>
                </a:lnTo>
                <a:lnTo>
                  <a:pt x="144657" y="90558"/>
                </a:lnTo>
                <a:lnTo>
                  <a:pt x="142500" y="90849"/>
                </a:lnTo>
                <a:lnTo>
                  <a:pt x="140335" y="91122"/>
                </a:lnTo>
                <a:lnTo>
                  <a:pt x="138163" y="91376"/>
                </a:lnTo>
                <a:lnTo>
                  <a:pt x="135987" y="91608"/>
                </a:lnTo>
                <a:lnTo>
                  <a:pt x="133806" y="91817"/>
                </a:lnTo>
                <a:lnTo>
                  <a:pt x="131621" y="92004"/>
                </a:lnTo>
                <a:lnTo>
                  <a:pt x="129432" y="92170"/>
                </a:lnTo>
                <a:lnTo>
                  <a:pt x="127238" y="92313"/>
                </a:lnTo>
                <a:lnTo>
                  <a:pt x="125040" y="92434"/>
                </a:lnTo>
                <a:lnTo>
                  <a:pt x="122837" y="92534"/>
                </a:lnTo>
                <a:lnTo>
                  <a:pt x="120630" y="92611"/>
                </a:lnTo>
                <a:lnTo>
                  <a:pt x="118419" y="92666"/>
                </a:lnTo>
                <a:lnTo>
                  <a:pt x="116203" y="92699"/>
                </a:lnTo>
                <a:lnTo>
                  <a:pt x="113982" y="92710"/>
                </a:lnTo>
                <a:lnTo>
                  <a:pt x="111760" y="92699"/>
                </a:lnTo>
                <a:lnTo>
                  <a:pt x="109538" y="92666"/>
                </a:lnTo>
                <a:lnTo>
                  <a:pt x="107315" y="92611"/>
                </a:lnTo>
                <a:lnTo>
                  <a:pt x="105092" y="92534"/>
                </a:lnTo>
                <a:lnTo>
                  <a:pt x="102870" y="92434"/>
                </a:lnTo>
                <a:lnTo>
                  <a:pt x="100648" y="92313"/>
                </a:lnTo>
                <a:lnTo>
                  <a:pt x="98425" y="92170"/>
                </a:lnTo>
                <a:lnTo>
                  <a:pt x="96202" y="92004"/>
                </a:lnTo>
                <a:lnTo>
                  <a:pt x="93980" y="91817"/>
                </a:lnTo>
                <a:lnTo>
                  <a:pt x="91758" y="91608"/>
                </a:lnTo>
                <a:lnTo>
                  <a:pt x="89535" y="91376"/>
                </a:lnTo>
                <a:lnTo>
                  <a:pt x="87312" y="91122"/>
                </a:lnTo>
                <a:lnTo>
                  <a:pt x="85098" y="90849"/>
                </a:lnTo>
                <a:lnTo>
                  <a:pt x="82898" y="90558"/>
                </a:lnTo>
                <a:lnTo>
                  <a:pt x="80714" y="90249"/>
                </a:lnTo>
                <a:lnTo>
                  <a:pt x="78546" y="89923"/>
                </a:lnTo>
                <a:lnTo>
                  <a:pt x="76393" y="89579"/>
                </a:lnTo>
                <a:lnTo>
                  <a:pt x="74255" y="89218"/>
                </a:lnTo>
                <a:lnTo>
                  <a:pt x="72133" y="88838"/>
                </a:lnTo>
                <a:lnTo>
                  <a:pt x="70026" y="88441"/>
                </a:lnTo>
                <a:lnTo>
                  <a:pt x="67935" y="88027"/>
                </a:lnTo>
                <a:lnTo>
                  <a:pt x="65859" y="87595"/>
                </a:lnTo>
                <a:lnTo>
                  <a:pt x="63799" y="87145"/>
                </a:lnTo>
                <a:lnTo>
                  <a:pt x="61754" y="86678"/>
                </a:lnTo>
                <a:lnTo>
                  <a:pt x="59725" y="86192"/>
                </a:lnTo>
                <a:lnTo>
                  <a:pt x="57714" y="85690"/>
                </a:lnTo>
                <a:lnTo>
                  <a:pt x="55721" y="85169"/>
                </a:lnTo>
                <a:lnTo>
                  <a:pt x="53746" y="84631"/>
                </a:lnTo>
                <a:lnTo>
                  <a:pt x="51788" y="84076"/>
                </a:lnTo>
                <a:lnTo>
                  <a:pt x="49848" y="83502"/>
                </a:lnTo>
                <a:lnTo>
                  <a:pt x="47925" y="82912"/>
                </a:lnTo>
                <a:lnTo>
                  <a:pt x="46020" y="82303"/>
                </a:lnTo>
                <a:lnTo>
                  <a:pt x="44132" y="81677"/>
                </a:lnTo>
                <a:lnTo>
                  <a:pt x="42263" y="81033"/>
                </a:lnTo>
                <a:lnTo>
                  <a:pt x="40411" y="80372"/>
                </a:lnTo>
                <a:lnTo>
                  <a:pt x="38576" y="79692"/>
                </a:lnTo>
                <a:lnTo>
                  <a:pt x="36767" y="78998"/>
                </a:lnTo>
                <a:lnTo>
                  <a:pt x="34991" y="78290"/>
                </a:lnTo>
                <a:lnTo>
                  <a:pt x="33248" y="77569"/>
                </a:lnTo>
                <a:lnTo>
                  <a:pt x="31538" y="76835"/>
                </a:lnTo>
                <a:lnTo>
                  <a:pt x="29862" y="76088"/>
                </a:lnTo>
                <a:lnTo>
                  <a:pt x="28218" y="75327"/>
                </a:lnTo>
                <a:lnTo>
                  <a:pt x="26607" y="74553"/>
                </a:lnTo>
                <a:lnTo>
                  <a:pt x="25030" y="73766"/>
                </a:lnTo>
                <a:lnTo>
                  <a:pt x="23485" y="72965"/>
                </a:lnTo>
                <a:lnTo>
                  <a:pt x="21974" y="72152"/>
                </a:lnTo>
                <a:lnTo>
                  <a:pt x="20495" y="71325"/>
                </a:lnTo>
                <a:lnTo>
                  <a:pt x="19050" y="70485"/>
                </a:lnTo>
                <a:lnTo>
                  <a:pt x="19050" y="119698"/>
                </a:lnTo>
                <a:lnTo>
                  <a:pt x="20494" y="120538"/>
                </a:lnTo>
                <a:lnTo>
                  <a:pt x="21969" y="121364"/>
                </a:lnTo>
                <a:lnTo>
                  <a:pt x="23475" y="122178"/>
                </a:lnTo>
                <a:lnTo>
                  <a:pt x="25012" y="122978"/>
                </a:lnTo>
                <a:lnTo>
                  <a:pt x="26580" y="123765"/>
                </a:lnTo>
                <a:lnTo>
                  <a:pt x="28178" y="124539"/>
                </a:lnTo>
                <a:lnTo>
                  <a:pt x="29808" y="125300"/>
                </a:lnTo>
                <a:lnTo>
                  <a:pt x="31468" y="126048"/>
                </a:lnTo>
                <a:lnTo>
                  <a:pt x="33159" y="126782"/>
                </a:lnTo>
                <a:lnTo>
                  <a:pt x="34881" y="127503"/>
                </a:lnTo>
                <a:lnTo>
                  <a:pt x="36634" y="128210"/>
                </a:lnTo>
                <a:lnTo>
                  <a:pt x="38418" y="128905"/>
                </a:lnTo>
                <a:lnTo>
                  <a:pt x="40227" y="129584"/>
                </a:lnTo>
                <a:lnTo>
                  <a:pt x="42056" y="130246"/>
                </a:lnTo>
                <a:lnTo>
                  <a:pt x="43904" y="130889"/>
                </a:lnTo>
                <a:lnTo>
                  <a:pt x="45773" y="131516"/>
                </a:lnTo>
                <a:lnTo>
                  <a:pt x="47661" y="132124"/>
                </a:lnTo>
                <a:lnTo>
                  <a:pt x="49570" y="132715"/>
                </a:lnTo>
                <a:lnTo>
                  <a:pt x="51498" y="133288"/>
                </a:lnTo>
                <a:lnTo>
                  <a:pt x="53446" y="133844"/>
                </a:lnTo>
                <a:lnTo>
                  <a:pt x="55414" y="134382"/>
                </a:lnTo>
                <a:lnTo>
                  <a:pt x="57401" y="134902"/>
                </a:lnTo>
                <a:lnTo>
                  <a:pt x="59409" y="135405"/>
                </a:lnTo>
                <a:lnTo>
                  <a:pt x="61436" y="135890"/>
                </a:lnTo>
                <a:lnTo>
                  <a:pt x="63481" y="136356"/>
                </a:lnTo>
                <a:lnTo>
                  <a:pt x="65542" y="136803"/>
                </a:lnTo>
                <a:lnTo>
                  <a:pt x="67618" y="137229"/>
                </a:lnTo>
                <a:lnTo>
                  <a:pt x="69709" y="137636"/>
                </a:lnTo>
                <a:lnTo>
                  <a:pt x="71816" y="138023"/>
                </a:lnTo>
                <a:lnTo>
                  <a:pt x="73938" y="138390"/>
                </a:lnTo>
                <a:lnTo>
                  <a:pt x="76075" y="138738"/>
                </a:lnTo>
                <a:lnTo>
                  <a:pt x="78228" y="139065"/>
                </a:lnTo>
                <a:lnTo>
                  <a:pt x="80397" y="139373"/>
                </a:lnTo>
                <a:lnTo>
                  <a:pt x="82581" y="139660"/>
                </a:lnTo>
                <a:lnTo>
                  <a:pt x="84780" y="139928"/>
                </a:lnTo>
                <a:lnTo>
                  <a:pt x="86995" y="140176"/>
                </a:lnTo>
                <a:lnTo>
                  <a:pt x="89220" y="140404"/>
                </a:lnTo>
                <a:lnTo>
                  <a:pt x="91449" y="140613"/>
                </a:lnTo>
                <a:lnTo>
                  <a:pt x="93682" y="140801"/>
                </a:lnTo>
                <a:lnTo>
                  <a:pt x="95920" y="140970"/>
                </a:lnTo>
                <a:lnTo>
                  <a:pt x="98163" y="141119"/>
                </a:lnTo>
                <a:lnTo>
                  <a:pt x="100409" y="141248"/>
                </a:lnTo>
                <a:lnTo>
                  <a:pt x="102661" y="141357"/>
                </a:lnTo>
                <a:lnTo>
                  <a:pt x="104916" y="141446"/>
                </a:lnTo>
                <a:lnTo>
                  <a:pt x="107176" y="141516"/>
                </a:lnTo>
                <a:lnTo>
                  <a:pt x="109440" y="141565"/>
                </a:lnTo>
                <a:lnTo>
                  <a:pt x="111709" y="141595"/>
                </a:lnTo>
                <a:lnTo>
                  <a:pt x="113982" y="141605"/>
                </a:lnTo>
                <a:close/>
                <a:moveTo>
                  <a:pt x="114300" y="209550"/>
                </a:moveTo>
                <a:lnTo>
                  <a:pt x="116847" y="209531"/>
                </a:lnTo>
                <a:lnTo>
                  <a:pt x="119406" y="209475"/>
                </a:lnTo>
                <a:lnTo>
                  <a:pt x="121980" y="209381"/>
                </a:lnTo>
                <a:lnTo>
                  <a:pt x="124566" y="209250"/>
                </a:lnTo>
                <a:lnTo>
                  <a:pt x="127165" y="209081"/>
                </a:lnTo>
                <a:lnTo>
                  <a:pt x="129778" y="208875"/>
                </a:lnTo>
                <a:lnTo>
                  <a:pt x="132404" y="208632"/>
                </a:lnTo>
                <a:lnTo>
                  <a:pt x="135043" y="208351"/>
                </a:lnTo>
                <a:lnTo>
                  <a:pt x="137696" y="208032"/>
                </a:lnTo>
                <a:lnTo>
                  <a:pt x="140361" y="207676"/>
                </a:lnTo>
                <a:lnTo>
                  <a:pt x="143040" y="207282"/>
                </a:lnTo>
                <a:lnTo>
                  <a:pt x="145732" y="206851"/>
                </a:lnTo>
                <a:lnTo>
                  <a:pt x="148413" y="206389"/>
                </a:lnTo>
                <a:lnTo>
                  <a:pt x="151055" y="205903"/>
                </a:lnTo>
                <a:lnTo>
                  <a:pt x="153660" y="205393"/>
                </a:lnTo>
                <a:lnTo>
                  <a:pt x="156228" y="204858"/>
                </a:lnTo>
                <a:lnTo>
                  <a:pt x="158758" y="204299"/>
                </a:lnTo>
                <a:lnTo>
                  <a:pt x="161250" y="203716"/>
                </a:lnTo>
                <a:lnTo>
                  <a:pt x="163705" y="203108"/>
                </a:lnTo>
                <a:lnTo>
                  <a:pt x="166123" y="202477"/>
                </a:lnTo>
                <a:lnTo>
                  <a:pt x="168503" y="201821"/>
                </a:lnTo>
                <a:lnTo>
                  <a:pt x="170846" y="201141"/>
                </a:lnTo>
                <a:lnTo>
                  <a:pt x="173151" y="200436"/>
                </a:lnTo>
                <a:lnTo>
                  <a:pt x="175419" y="199708"/>
                </a:lnTo>
                <a:lnTo>
                  <a:pt x="177639" y="198960"/>
                </a:lnTo>
                <a:lnTo>
                  <a:pt x="179802" y="198199"/>
                </a:lnTo>
                <a:lnTo>
                  <a:pt x="181908" y="197425"/>
                </a:lnTo>
                <a:lnTo>
                  <a:pt x="183956" y="196638"/>
                </a:lnTo>
                <a:lnTo>
                  <a:pt x="185947" y="195838"/>
                </a:lnTo>
                <a:lnTo>
                  <a:pt x="187881" y="195024"/>
                </a:lnTo>
                <a:lnTo>
                  <a:pt x="189757" y="194198"/>
                </a:lnTo>
                <a:lnTo>
                  <a:pt x="191576" y="193358"/>
                </a:lnTo>
                <a:lnTo>
                  <a:pt x="193338" y="192504"/>
                </a:lnTo>
                <a:lnTo>
                  <a:pt x="195042" y="191638"/>
                </a:lnTo>
                <a:lnTo>
                  <a:pt x="196689" y="190758"/>
                </a:lnTo>
                <a:lnTo>
                  <a:pt x="198279" y="189865"/>
                </a:lnTo>
                <a:lnTo>
                  <a:pt x="199788" y="188963"/>
                </a:lnTo>
                <a:lnTo>
                  <a:pt x="201194" y="188057"/>
                </a:lnTo>
                <a:lnTo>
                  <a:pt x="202496" y="187146"/>
                </a:lnTo>
                <a:lnTo>
                  <a:pt x="203694" y="186231"/>
                </a:lnTo>
                <a:lnTo>
                  <a:pt x="204789" y="185312"/>
                </a:lnTo>
                <a:lnTo>
                  <a:pt x="205780" y="184388"/>
                </a:lnTo>
                <a:lnTo>
                  <a:pt x="206667" y="183460"/>
                </a:lnTo>
                <a:lnTo>
                  <a:pt x="207451" y="182527"/>
                </a:lnTo>
                <a:lnTo>
                  <a:pt x="208131" y="181590"/>
                </a:lnTo>
                <a:lnTo>
                  <a:pt x="208708" y="180649"/>
                </a:lnTo>
                <a:lnTo>
                  <a:pt x="209181" y="179703"/>
                </a:lnTo>
                <a:lnTo>
                  <a:pt x="209550" y="178752"/>
                </a:lnTo>
                <a:lnTo>
                  <a:pt x="209550" y="139065"/>
                </a:lnTo>
                <a:lnTo>
                  <a:pt x="208053" y="139904"/>
                </a:lnTo>
                <a:lnTo>
                  <a:pt x="206525" y="140727"/>
                </a:lnTo>
                <a:lnTo>
                  <a:pt x="204966" y="141536"/>
                </a:lnTo>
                <a:lnTo>
                  <a:pt x="203376" y="142328"/>
                </a:lnTo>
                <a:lnTo>
                  <a:pt x="201756" y="143105"/>
                </a:lnTo>
                <a:lnTo>
                  <a:pt x="200104" y="143867"/>
                </a:lnTo>
                <a:lnTo>
                  <a:pt x="198422" y="144614"/>
                </a:lnTo>
                <a:lnTo>
                  <a:pt x="196709" y="145344"/>
                </a:lnTo>
                <a:lnTo>
                  <a:pt x="194965" y="146060"/>
                </a:lnTo>
                <a:lnTo>
                  <a:pt x="193190" y="146760"/>
                </a:lnTo>
                <a:lnTo>
                  <a:pt x="191384" y="147445"/>
                </a:lnTo>
                <a:lnTo>
                  <a:pt x="189548" y="148114"/>
                </a:lnTo>
                <a:lnTo>
                  <a:pt x="187688" y="148767"/>
                </a:lnTo>
                <a:lnTo>
                  <a:pt x="185812" y="149406"/>
                </a:lnTo>
                <a:lnTo>
                  <a:pt x="183922" y="150029"/>
                </a:lnTo>
                <a:lnTo>
                  <a:pt x="182016" y="150636"/>
                </a:lnTo>
                <a:lnTo>
                  <a:pt x="180094" y="151228"/>
                </a:lnTo>
                <a:lnTo>
                  <a:pt x="178157" y="151805"/>
                </a:lnTo>
                <a:lnTo>
                  <a:pt x="176205" y="152366"/>
                </a:lnTo>
                <a:lnTo>
                  <a:pt x="174237" y="152912"/>
                </a:lnTo>
                <a:lnTo>
                  <a:pt x="172254" y="153442"/>
                </a:lnTo>
                <a:lnTo>
                  <a:pt x="170255" y="153957"/>
                </a:lnTo>
                <a:lnTo>
                  <a:pt x="168241" y="154456"/>
                </a:lnTo>
                <a:lnTo>
                  <a:pt x="166211" y="154940"/>
                </a:lnTo>
                <a:lnTo>
                  <a:pt x="164167" y="155406"/>
                </a:lnTo>
                <a:lnTo>
                  <a:pt x="162110" y="155853"/>
                </a:lnTo>
                <a:lnTo>
                  <a:pt x="160040" y="156279"/>
                </a:lnTo>
                <a:lnTo>
                  <a:pt x="157956" y="156686"/>
                </a:lnTo>
                <a:lnTo>
                  <a:pt x="155859" y="157073"/>
                </a:lnTo>
                <a:lnTo>
                  <a:pt x="153749" y="157440"/>
                </a:lnTo>
                <a:lnTo>
                  <a:pt x="151626" y="157788"/>
                </a:lnTo>
                <a:lnTo>
                  <a:pt x="149490" y="158115"/>
                </a:lnTo>
                <a:lnTo>
                  <a:pt x="147340" y="158423"/>
                </a:lnTo>
                <a:lnTo>
                  <a:pt x="145177" y="158710"/>
                </a:lnTo>
                <a:lnTo>
                  <a:pt x="143001" y="158978"/>
                </a:lnTo>
                <a:lnTo>
                  <a:pt x="140811" y="159226"/>
                </a:lnTo>
                <a:lnTo>
                  <a:pt x="138612" y="159454"/>
                </a:lnTo>
                <a:lnTo>
                  <a:pt x="136406" y="159663"/>
                </a:lnTo>
                <a:lnTo>
                  <a:pt x="134193" y="159851"/>
                </a:lnTo>
                <a:lnTo>
                  <a:pt x="131974" y="160020"/>
                </a:lnTo>
                <a:lnTo>
                  <a:pt x="129748" y="160169"/>
                </a:lnTo>
                <a:lnTo>
                  <a:pt x="127516" y="160298"/>
                </a:lnTo>
                <a:lnTo>
                  <a:pt x="125277" y="160407"/>
                </a:lnTo>
                <a:lnTo>
                  <a:pt x="123031" y="160496"/>
                </a:lnTo>
                <a:lnTo>
                  <a:pt x="120779" y="160566"/>
                </a:lnTo>
                <a:lnTo>
                  <a:pt x="118520" y="160615"/>
                </a:lnTo>
                <a:lnTo>
                  <a:pt x="116255" y="160645"/>
                </a:lnTo>
                <a:lnTo>
                  <a:pt x="113982" y="160655"/>
                </a:lnTo>
                <a:lnTo>
                  <a:pt x="111709" y="160645"/>
                </a:lnTo>
                <a:lnTo>
                  <a:pt x="109440" y="160615"/>
                </a:lnTo>
                <a:lnTo>
                  <a:pt x="107176" y="160566"/>
                </a:lnTo>
                <a:lnTo>
                  <a:pt x="104916" y="160496"/>
                </a:lnTo>
                <a:lnTo>
                  <a:pt x="102661" y="160407"/>
                </a:lnTo>
                <a:lnTo>
                  <a:pt x="100409" y="160298"/>
                </a:lnTo>
                <a:lnTo>
                  <a:pt x="98163" y="160169"/>
                </a:lnTo>
                <a:lnTo>
                  <a:pt x="95920" y="160020"/>
                </a:lnTo>
                <a:lnTo>
                  <a:pt x="93682" y="159851"/>
                </a:lnTo>
                <a:lnTo>
                  <a:pt x="91449" y="159663"/>
                </a:lnTo>
                <a:lnTo>
                  <a:pt x="89220" y="159454"/>
                </a:lnTo>
                <a:lnTo>
                  <a:pt x="86995" y="159226"/>
                </a:lnTo>
                <a:lnTo>
                  <a:pt x="84780" y="158978"/>
                </a:lnTo>
                <a:lnTo>
                  <a:pt x="82581" y="158710"/>
                </a:lnTo>
                <a:lnTo>
                  <a:pt x="80397" y="158423"/>
                </a:lnTo>
                <a:lnTo>
                  <a:pt x="78228" y="158115"/>
                </a:lnTo>
                <a:lnTo>
                  <a:pt x="76075" y="157788"/>
                </a:lnTo>
                <a:lnTo>
                  <a:pt x="73938" y="157440"/>
                </a:lnTo>
                <a:lnTo>
                  <a:pt x="71816" y="157073"/>
                </a:lnTo>
                <a:lnTo>
                  <a:pt x="69709" y="156686"/>
                </a:lnTo>
                <a:lnTo>
                  <a:pt x="67618" y="156279"/>
                </a:lnTo>
                <a:lnTo>
                  <a:pt x="65542" y="155853"/>
                </a:lnTo>
                <a:lnTo>
                  <a:pt x="63481" y="155406"/>
                </a:lnTo>
                <a:lnTo>
                  <a:pt x="61436" y="154940"/>
                </a:lnTo>
                <a:lnTo>
                  <a:pt x="59409" y="154456"/>
                </a:lnTo>
                <a:lnTo>
                  <a:pt x="57401" y="153957"/>
                </a:lnTo>
                <a:lnTo>
                  <a:pt x="55414" y="153442"/>
                </a:lnTo>
                <a:lnTo>
                  <a:pt x="53446" y="152912"/>
                </a:lnTo>
                <a:lnTo>
                  <a:pt x="51498" y="152366"/>
                </a:lnTo>
                <a:lnTo>
                  <a:pt x="49570" y="151805"/>
                </a:lnTo>
                <a:lnTo>
                  <a:pt x="47661" y="151228"/>
                </a:lnTo>
                <a:lnTo>
                  <a:pt x="45773" y="150636"/>
                </a:lnTo>
                <a:lnTo>
                  <a:pt x="43904" y="150029"/>
                </a:lnTo>
                <a:lnTo>
                  <a:pt x="42056" y="149406"/>
                </a:lnTo>
                <a:lnTo>
                  <a:pt x="40227" y="148767"/>
                </a:lnTo>
                <a:lnTo>
                  <a:pt x="38418" y="148114"/>
                </a:lnTo>
                <a:lnTo>
                  <a:pt x="36634" y="147445"/>
                </a:lnTo>
                <a:lnTo>
                  <a:pt x="34881" y="146760"/>
                </a:lnTo>
                <a:lnTo>
                  <a:pt x="33159" y="146060"/>
                </a:lnTo>
                <a:lnTo>
                  <a:pt x="31468" y="145344"/>
                </a:lnTo>
                <a:lnTo>
                  <a:pt x="29808" y="144614"/>
                </a:lnTo>
                <a:lnTo>
                  <a:pt x="28178" y="143867"/>
                </a:lnTo>
                <a:lnTo>
                  <a:pt x="26580" y="143105"/>
                </a:lnTo>
                <a:lnTo>
                  <a:pt x="25012" y="142328"/>
                </a:lnTo>
                <a:lnTo>
                  <a:pt x="23475" y="141536"/>
                </a:lnTo>
                <a:lnTo>
                  <a:pt x="21969" y="140727"/>
                </a:lnTo>
                <a:lnTo>
                  <a:pt x="20494" y="139904"/>
                </a:lnTo>
                <a:lnTo>
                  <a:pt x="19050" y="139065"/>
                </a:lnTo>
                <a:lnTo>
                  <a:pt x="19050" y="179070"/>
                </a:lnTo>
                <a:lnTo>
                  <a:pt x="19368" y="179971"/>
                </a:lnTo>
                <a:lnTo>
                  <a:pt x="19791" y="180874"/>
                </a:lnTo>
                <a:lnTo>
                  <a:pt x="20320" y="181779"/>
                </a:lnTo>
                <a:lnTo>
                  <a:pt x="20955" y="182686"/>
                </a:lnTo>
                <a:lnTo>
                  <a:pt x="21696" y="183595"/>
                </a:lnTo>
                <a:lnTo>
                  <a:pt x="22542" y="184507"/>
                </a:lnTo>
                <a:lnTo>
                  <a:pt x="23495" y="185421"/>
                </a:lnTo>
                <a:lnTo>
                  <a:pt x="24553" y="186337"/>
                </a:lnTo>
                <a:lnTo>
                  <a:pt x="25718" y="187256"/>
                </a:lnTo>
                <a:lnTo>
                  <a:pt x="26988" y="188176"/>
                </a:lnTo>
                <a:lnTo>
                  <a:pt x="28363" y="189099"/>
                </a:lnTo>
                <a:lnTo>
                  <a:pt x="29845" y="190024"/>
                </a:lnTo>
                <a:lnTo>
                  <a:pt x="31410" y="190941"/>
                </a:lnTo>
                <a:lnTo>
                  <a:pt x="33038" y="191841"/>
                </a:lnTo>
                <a:lnTo>
                  <a:pt x="34727" y="192722"/>
                </a:lnTo>
                <a:lnTo>
                  <a:pt x="36477" y="193587"/>
                </a:lnTo>
                <a:lnTo>
                  <a:pt x="38290" y="194433"/>
                </a:lnTo>
                <a:lnTo>
                  <a:pt x="40164" y="195262"/>
                </a:lnTo>
                <a:lnTo>
                  <a:pt x="42100" y="196074"/>
                </a:lnTo>
                <a:lnTo>
                  <a:pt x="44097" y="196868"/>
                </a:lnTo>
                <a:lnTo>
                  <a:pt x="46157" y="197644"/>
                </a:lnTo>
                <a:lnTo>
                  <a:pt x="48278" y="198402"/>
                </a:lnTo>
                <a:lnTo>
                  <a:pt x="50460" y="199143"/>
                </a:lnTo>
                <a:lnTo>
                  <a:pt x="52705" y="199866"/>
                </a:lnTo>
                <a:lnTo>
                  <a:pt x="54998" y="200570"/>
                </a:lnTo>
                <a:lnTo>
                  <a:pt x="57326" y="201251"/>
                </a:lnTo>
                <a:lnTo>
                  <a:pt x="59690" y="201910"/>
                </a:lnTo>
                <a:lnTo>
                  <a:pt x="62089" y="202547"/>
                </a:lnTo>
                <a:lnTo>
                  <a:pt x="64523" y="203163"/>
                </a:lnTo>
                <a:lnTo>
                  <a:pt x="66992" y="203756"/>
                </a:lnTo>
                <a:lnTo>
                  <a:pt x="69497" y="204327"/>
                </a:lnTo>
                <a:lnTo>
                  <a:pt x="72037" y="204876"/>
                </a:lnTo>
                <a:lnTo>
                  <a:pt x="74612" y="205403"/>
                </a:lnTo>
                <a:lnTo>
                  <a:pt x="77223" y="205908"/>
                </a:lnTo>
                <a:lnTo>
                  <a:pt x="79869" y="206390"/>
                </a:lnTo>
                <a:lnTo>
                  <a:pt x="82550" y="206851"/>
                </a:lnTo>
                <a:lnTo>
                  <a:pt x="85244" y="207282"/>
                </a:lnTo>
                <a:lnTo>
                  <a:pt x="87930" y="207676"/>
                </a:lnTo>
                <a:lnTo>
                  <a:pt x="90607" y="208032"/>
                </a:lnTo>
                <a:lnTo>
                  <a:pt x="93274" y="208351"/>
                </a:lnTo>
                <a:lnTo>
                  <a:pt x="95934" y="208632"/>
                </a:lnTo>
                <a:lnTo>
                  <a:pt x="98584" y="208875"/>
                </a:lnTo>
                <a:lnTo>
                  <a:pt x="101225" y="209081"/>
                </a:lnTo>
                <a:lnTo>
                  <a:pt x="103858" y="209250"/>
                </a:lnTo>
                <a:lnTo>
                  <a:pt x="106482" y="209381"/>
                </a:lnTo>
                <a:lnTo>
                  <a:pt x="109097" y="209475"/>
                </a:lnTo>
                <a:lnTo>
                  <a:pt x="111703" y="209531"/>
                </a:lnTo>
                <a:lnTo>
                  <a:pt x="114300" y="2095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블록 앱 역할 (따로)"/>
          <p:cNvSpPr/>
          <p:nvPr/>
        </p:nvSpPr>
        <p:spPr>
          <a:xfrm>
            <a:off x="8808720" y="4099560"/>
            <a:ext cx="289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4343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앱 역할 (따로)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전환 뒤 GRANT · DML · 시퀀스 USAGE</a:t>
            </a:r>
          </a:p>
        </p:txBody>
      </p:sp>
      <p:sp>
        <p:nvSpPr>
          <p:cNvPr id="42" name="아이콘 person"/>
          <p:cNvSpPr/>
          <p:nvPr/>
        </p:nvSpPr>
        <p:spPr>
          <a:xfrm>
            <a:off x="10154920" y="4240212"/>
            <a:ext cx="203200" cy="197168"/>
          </a:xfrm>
          <a:custGeom>
            <a:avLst/>
            <a:gdLst/>
            <a:ahLst/>
            <a:cxnLst/>
            <a:rect l="l" t="t" r="r" b="b"/>
            <a:pathLst>
              <a:path w="203200" h="197168">
                <a:moveTo>
                  <a:pt x="67310" y="81916"/>
                </a:moveTo>
                <a:lnTo>
                  <a:pt x="65180" y="79640"/>
                </a:lnTo>
                <a:lnTo>
                  <a:pt x="63235" y="77259"/>
                </a:lnTo>
                <a:lnTo>
                  <a:pt x="61476" y="74772"/>
                </a:lnTo>
                <a:lnTo>
                  <a:pt x="59902" y="72179"/>
                </a:lnTo>
                <a:lnTo>
                  <a:pt x="58513" y="69480"/>
                </a:lnTo>
                <a:lnTo>
                  <a:pt x="57309" y="66676"/>
                </a:lnTo>
                <a:lnTo>
                  <a:pt x="56290" y="63765"/>
                </a:lnTo>
                <a:lnTo>
                  <a:pt x="55457" y="60749"/>
                </a:lnTo>
                <a:lnTo>
                  <a:pt x="54808" y="57627"/>
                </a:lnTo>
                <a:lnTo>
                  <a:pt x="54345" y="54399"/>
                </a:lnTo>
                <a:lnTo>
                  <a:pt x="54068" y="51065"/>
                </a:lnTo>
                <a:lnTo>
                  <a:pt x="53975" y="47626"/>
                </a:lnTo>
                <a:lnTo>
                  <a:pt x="54068" y="44186"/>
                </a:lnTo>
                <a:lnTo>
                  <a:pt x="54345" y="40852"/>
                </a:lnTo>
                <a:lnTo>
                  <a:pt x="54808" y="37624"/>
                </a:lnTo>
                <a:lnTo>
                  <a:pt x="55457" y="34502"/>
                </a:lnTo>
                <a:lnTo>
                  <a:pt x="56290" y="31486"/>
                </a:lnTo>
                <a:lnTo>
                  <a:pt x="57309" y="28576"/>
                </a:lnTo>
                <a:lnTo>
                  <a:pt x="58513" y="25771"/>
                </a:lnTo>
                <a:lnTo>
                  <a:pt x="59902" y="23072"/>
                </a:lnTo>
                <a:lnTo>
                  <a:pt x="61476" y="20479"/>
                </a:lnTo>
                <a:lnTo>
                  <a:pt x="63235" y="17992"/>
                </a:lnTo>
                <a:lnTo>
                  <a:pt x="65180" y="15611"/>
                </a:lnTo>
                <a:lnTo>
                  <a:pt x="67310" y="13336"/>
                </a:lnTo>
                <a:lnTo>
                  <a:pt x="69585" y="11206"/>
                </a:lnTo>
                <a:lnTo>
                  <a:pt x="71967" y="9261"/>
                </a:lnTo>
                <a:lnTo>
                  <a:pt x="74454" y="7501"/>
                </a:lnTo>
                <a:lnTo>
                  <a:pt x="77047" y="5927"/>
                </a:lnTo>
                <a:lnTo>
                  <a:pt x="79745" y="4538"/>
                </a:lnTo>
                <a:lnTo>
                  <a:pt x="82550" y="3334"/>
                </a:lnTo>
                <a:lnTo>
                  <a:pt x="85460" y="2316"/>
                </a:lnTo>
                <a:lnTo>
                  <a:pt x="88477" y="1482"/>
                </a:lnTo>
                <a:lnTo>
                  <a:pt x="91599" y="834"/>
                </a:lnTo>
                <a:lnTo>
                  <a:pt x="94827" y="371"/>
                </a:lnTo>
                <a:lnTo>
                  <a:pt x="98160" y="93"/>
                </a:lnTo>
                <a:lnTo>
                  <a:pt x="101600" y="0"/>
                </a:lnTo>
                <a:lnTo>
                  <a:pt x="105040" y="93"/>
                </a:lnTo>
                <a:lnTo>
                  <a:pt x="108373" y="371"/>
                </a:lnTo>
                <a:lnTo>
                  <a:pt x="111601" y="834"/>
                </a:lnTo>
                <a:lnTo>
                  <a:pt x="114723" y="1482"/>
                </a:lnTo>
                <a:lnTo>
                  <a:pt x="117740" y="2316"/>
                </a:lnTo>
                <a:lnTo>
                  <a:pt x="120650" y="3334"/>
                </a:lnTo>
                <a:lnTo>
                  <a:pt x="123455" y="4538"/>
                </a:lnTo>
                <a:lnTo>
                  <a:pt x="126153" y="5927"/>
                </a:lnTo>
                <a:lnTo>
                  <a:pt x="128746" y="7501"/>
                </a:lnTo>
                <a:lnTo>
                  <a:pt x="131233" y="9261"/>
                </a:lnTo>
                <a:lnTo>
                  <a:pt x="133615" y="11206"/>
                </a:lnTo>
                <a:lnTo>
                  <a:pt x="135890" y="13336"/>
                </a:lnTo>
                <a:lnTo>
                  <a:pt x="138020" y="15611"/>
                </a:lnTo>
                <a:lnTo>
                  <a:pt x="139965" y="17992"/>
                </a:lnTo>
                <a:lnTo>
                  <a:pt x="141724" y="20479"/>
                </a:lnTo>
                <a:lnTo>
                  <a:pt x="143298" y="23072"/>
                </a:lnTo>
                <a:lnTo>
                  <a:pt x="144687" y="25771"/>
                </a:lnTo>
                <a:lnTo>
                  <a:pt x="145891" y="28576"/>
                </a:lnTo>
                <a:lnTo>
                  <a:pt x="146910" y="31486"/>
                </a:lnTo>
                <a:lnTo>
                  <a:pt x="147743" y="34502"/>
                </a:lnTo>
                <a:lnTo>
                  <a:pt x="148392" y="37624"/>
                </a:lnTo>
                <a:lnTo>
                  <a:pt x="148855" y="40852"/>
                </a:lnTo>
                <a:lnTo>
                  <a:pt x="149132" y="44186"/>
                </a:lnTo>
                <a:lnTo>
                  <a:pt x="149225" y="47626"/>
                </a:lnTo>
                <a:lnTo>
                  <a:pt x="149132" y="51065"/>
                </a:lnTo>
                <a:lnTo>
                  <a:pt x="148855" y="54399"/>
                </a:lnTo>
                <a:lnTo>
                  <a:pt x="148392" y="57627"/>
                </a:lnTo>
                <a:lnTo>
                  <a:pt x="147743" y="60749"/>
                </a:lnTo>
                <a:lnTo>
                  <a:pt x="146910" y="63765"/>
                </a:lnTo>
                <a:lnTo>
                  <a:pt x="145891" y="66676"/>
                </a:lnTo>
                <a:lnTo>
                  <a:pt x="144687" y="69480"/>
                </a:lnTo>
                <a:lnTo>
                  <a:pt x="143298" y="72179"/>
                </a:lnTo>
                <a:lnTo>
                  <a:pt x="141724" y="74772"/>
                </a:lnTo>
                <a:lnTo>
                  <a:pt x="139965" y="77259"/>
                </a:lnTo>
                <a:lnTo>
                  <a:pt x="138020" y="79640"/>
                </a:lnTo>
                <a:lnTo>
                  <a:pt x="135890" y="81916"/>
                </a:lnTo>
                <a:lnTo>
                  <a:pt x="133615" y="84045"/>
                </a:lnTo>
                <a:lnTo>
                  <a:pt x="131233" y="85990"/>
                </a:lnTo>
                <a:lnTo>
                  <a:pt x="128746" y="87750"/>
                </a:lnTo>
                <a:lnTo>
                  <a:pt x="126153" y="89324"/>
                </a:lnTo>
                <a:lnTo>
                  <a:pt x="123455" y="90713"/>
                </a:lnTo>
                <a:lnTo>
                  <a:pt x="120650" y="91917"/>
                </a:lnTo>
                <a:lnTo>
                  <a:pt x="117740" y="92935"/>
                </a:lnTo>
                <a:lnTo>
                  <a:pt x="114723" y="93769"/>
                </a:lnTo>
                <a:lnTo>
                  <a:pt x="111601" y="94417"/>
                </a:lnTo>
                <a:lnTo>
                  <a:pt x="108373" y="94880"/>
                </a:lnTo>
                <a:lnTo>
                  <a:pt x="105040" y="95158"/>
                </a:lnTo>
                <a:lnTo>
                  <a:pt x="101600" y="95250"/>
                </a:lnTo>
                <a:lnTo>
                  <a:pt x="98160" y="95158"/>
                </a:lnTo>
                <a:lnTo>
                  <a:pt x="94827" y="94880"/>
                </a:lnTo>
                <a:lnTo>
                  <a:pt x="91599" y="94417"/>
                </a:lnTo>
                <a:lnTo>
                  <a:pt x="88477" y="93769"/>
                </a:lnTo>
                <a:lnTo>
                  <a:pt x="85460" y="92935"/>
                </a:lnTo>
                <a:lnTo>
                  <a:pt x="82550" y="91917"/>
                </a:lnTo>
                <a:lnTo>
                  <a:pt x="79745" y="90713"/>
                </a:lnTo>
                <a:lnTo>
                  <a:pt x="77047" y="89324"/>
                </a:lnTo>
                <a:lnTo>
                  <a:pt x="74454" y="87750"/>
                </a:lnTo>
                <a:lnTo>
                  <a:pt x="71967" y="85990"/>
                </a:lnTo>
                <a:lnTo>
                  <a:pt x="69585" y="84045"/>
                </a:lnTo>
                <a:lnTo>
                  <a:pt x="67310" y="81916"/>
                </a:lnTo>
                <a:close/>
                <a:moveTo>
                  <a:pt x="0" y="197168"/>
                </a:moveTo>
                <a:lnTo>
                  <a:pt x="0" y="167323"/>
                </a:lnTo>
                <a:lnTo>
                  <a:pt x="42" y="165336"/>
                </a:lnTo>
                <a:lnTo>
                  <a:pt x="168" y="163398"/>
                </a:lnTo>
                <a:lnTo>
                  <a:pt x="377" y="161509"/>
                </a:lnTo>
                <a:lnTo>
                  <a:pt x="670" y="159668"/>
                </a:lnTo>
                <a:lnTo>
                  <a:pt x="1047" y="157875"/>
                </a:lnTo>
                <a:lnTo>
                  <a:pt x="1508" y="156131"/>
                </a:lnTo>
                <a:lnTo>
                  <a:pt x="2053" y="154436"/>
                </a:lnTo>
                <a:lnTo>
                  <a:pt x="2681" y="152789"/>
                </a:lnTo>
                <a:lnTo>
                  <a:pt x="3393" y="151190"/>
                </a:lnTo>
                <a:lnTo>
                  <a:pt x="4189" y="149640"/>
                </a:lnTo>
                <a:lnTo>
                  <a:pt x="5069" y="148139"/>
                </a:lnTo>
                <a:lnTo>
                  <a:pt x="6032" y="146686"/>
                </a:lnTo>
                <a:lnTo>
                  <a:pt x="7062" y="145285"/>
                </a:lnTo>
                <a:lnTo>
                  <a:pt x="8140" y="143943"/>
                </a:lnTo>
                <a:lnTo>
                  <a:pt x="9267" y="142657"/>
                </a:lnTo>
                <a:lnTo>
                  <a:pt x="10442" y="141429"/>
                </a:lnTo>
                <a:lnTo>
                  <a:pt x="11666" y="140258"/>
                </a:lnTo>
                <a:lnTo>
                  <a:pt x="12938" y="139145"/>
                </a:lnTo>
                <a:lnTo>
                  <a:pt x="14259" y="138089"/>
                </a:lnTo>
                <a:lnTo>
                  <a:pt x="15628" y="137090"/>
                </a:lnTo>
                <a:lnTo>
                  <a:pt x="17046" y="136148"/>
                </a:lnTo>
                <a:lnTo>
                  <a:pt x="18512" y="135264"/>
                </a:lnTo>
                <a:lnTo>
                  <a:pt x="20027" y="134437"/>
                </a:lnTo>
                <a:lnTo>
                  <a:pt x="21590" y="133668"/>
                </a:lnTo>
                <a:lnTo>
                  <a:pt x="25123" y="132114"/>
                </a:lnTo>
                <a:lnTo>
                  <a:pt x="28632" y="130625"/>
                </a:lnTo>
                <a:lnTo>
                  <a:pt x="32117" y="129203"/>
                </a:lnTo>
                <a:lnTo>
                  <a:pt x="35578" y="127847"/>
                </a:lnTo>
                <a:lnTo>
                  <a:pt x="39014" y="126557"/>
                </a:lnTo>
                <a:lnTo>
                  <a:pt x="42426" y="125334"/>
                </a:lnTo>
                <a:lnTo>
                  <a:pt x="45814" y="124176"/>
                </a:lnTo>
                <a:lnTo>
                  <a:pt x="49177" y="123085"/>
                </a:lnTo>
                <a:lnTo>
                  <a:pt x="52516" y="122059"/>
                </a:lnTo>
                <a:lnTo>
                  <a:pt x="55831" y="121100"/>
                </a:lnTo>
                <a:lnTo>
                  <a:pt x="59122" y="120207"/>
                </a:lnTo>
                <a:lnTo>
                  <a:pt x="62389" y="119380"/>
                </a:lnTo>
                <a:lnTo>
                  <a:pt x="65644" y="118620"/>
                </a:lnTo>
                <a:lnTo>
                  <a:pt x="68902" y="117925"/>
                </a:lnTo>
                <a:lnTo>
                  <a:pt x="72162" y="117297"/>
                </a:lnTo>
                <a:lnTo>
                  <a:pt x="75424" y="116735"/>
                </a:lnTo>
                <a:lnTo>
                  <a:pt x="78688" y="116239"/>
                </a:lnTo>
                <a:lnTo>
                  <a:pt x="81955" y="115809"/>
                </a:lnTo>
                <a:lnTo>
                  <a:pt x="85223" y="115445"/>
                </a:lnTo>
                <a:lnTo>
                  <a:pt x="88494" y="115147"/>
                </a:lnTo>
                <a:lnTo>
                  <a:pt x="91767" y="114916"/>
                </a:lnTo>
                <a:lnTo>
                  <a:pt x="95043" y="114750"/>
                </a:lnTo>
                <a:lnTo>
                  <a:pt x="98320" y="114651"/>
                </a:lnTo>
                <a:lnTo>
                  <a:pt x="101600" y="114618"/>
                </a:lnTo>
                <a:lnTo>
                  <a:pt x="104879" y="114652"/>
                </a:lnTo>
                <a:lnTo>
                  <a:pt x="108153" y="114755"/>
                </a:lnTo>
                <a:lnTo>
                  <a:pt x="111423" y="114926"/>
                </a:lnTo>
                <a:lnTo>
                  <a:pt x="114688" y="115165"/>
                </a:lnTo>
                <a:lnTo>
                  <a:pt x="117949" y="115472"/>
                </a:lnTo>
                <a:lnTo>
                  <a:pt x="121206" y="115848"/>
                </a:lnTo>
                <a:lnTo>
                  <a:pt x="124458" y="116293"/>
                </a:lnTo>
                <a:lnTo>
                  <a:pt x="127706" y="116805"/>
                </a:lnTo>
                <a:lnTo>
                  <a:pt x="130949" y="117386"/>
                </a:lnTo>
                <a:lnTo>
                  <a:pt x="134188" y="118036"/>
                </a:lnTo>
                <a:lnTo>
                  <a:pt x="137422" y="118753"/>
                </a:lnTo>
                <a:lnTo>
                  <a:pt x="140652" y="119539"/>
                </a:lnTo>
                <a:lnTo>
                  <a:pt x="143894" y="120389"/>
                </a:lnTo>
                <a:lnTo>
                  <a:pt x="147161" y="121299"/>
                </a:lnTo>
                <a:lnTo>
                  <a:pt x="150455" y="122268"/>
                </a:lnTo>
                <a:lnTo>
                  <a:pt x="153776" y="123296"/>
                </a:lnTo>
                <a:lnTo>
                  <a:pt x="157123" y="124384"/>
                </a:lnTo>
                <a:lnTo>
                  <a:pt x="160496" y="125532"/>
                </a:lnTo>
                <a:lnTo>
                  <a:pt x="163896" y="126739"/>
                </a:lnTo>
                <a:lnTo>
                  <a:pt x="167322" y="128006"/>
                </a:lnTo>
                <a:lnTo>
                  <a:pt x="170775" y="129332"/>
                </a:lnTo>
                <a:lnTo>
                  <a:pt x="174255" y="130718"/>
                </a:lnTo>
                <a:lnTo>
                  <a:pt x="177760" y="132163"/>
                </a:lnTo>
                <a:lnTo>
                  <a:pt x="181292" y="133668"/>
                </a:lnTo>
                <a:lnTo>
                  <a:pt x="182906" y="134437"/>
                </a:lnTo>
                <a:lnTo>
                  <a:pt x="184468" y="135264"/>
                </a:lnTo>
                <a:lnTo>
                  <a:pt x="185976" y="136148"/>
                </a:lnTo>
                <a:lnTo>
                  <a:pt x="187431" y="137090"/>
                </a:lnTo>
                <a:lnTo>
                  <a:pt x="188833" y="138089"/>
                </a:lnTo>
                <a:lnTo>
                  <a:pt x="190182" y="139145"/>
                </a:lnTo>
                <a:lnTo>
                  <a:pt x="191479" y="140258"/>
                </a:lnTo>
                <a:lnTo>
                  <a:pt x="192722" y="141429"/>
                </a:lnTo>
                <a:lnTo>
                  <a:pt x="193913" y="142657"/>
                </a:lnTo>
                <a:lnTo>
                  <a:pt x="195051" y="143943"/>
                </a:lnTo>
                <a:lnTo>
                  <a:pt x="196136" y="145285"/>
                </a:lnTo>
                <a:lnTo>
                  <a:pt x="197168" y="146686"/>
                </a:lnTo>
                <a:lnTo>
                  <a:pt x="198131" y="148139"/>
                </a:lnTo>
                <a:lnTo>
                  <a:pt x="199011" y="149640"/>
                </a:lnTo>
                <a:lnTo>
                  <a:pt x="199807" y="151190"/>
                </a:lnTo>
                <a:lnTo>
                  <a:pt x="200519" y="152789"/>
                </a:lnTo>
                <a:lnTo>
                  <a:pt x="201147" y="154436"/>
                </a:lnTo>
                <a:lnTo>
                  <a:pt x="201692" y="156131"/>
                </a:lnTo>
                <a:lnTo>
                  <a:pt x="202153" y="157875"/>
                </a:lnTo>
                <a:lnTo>
                  <a:pt x="202530" y="159668"/>
                </a:lnTo>
                <a:lnTo>
                  <a:pt x="202823" y="161509"/>
                </a:lnTo>
                <a:lnTo>
                  <a:pt x="203032" y="163398"/>
                </a:lnTo>
                <a:lnTo>
                  <a:pt x="203158" y="165336"/>
                </a:lnTo>
                <a:lnTo>
                  <a:pt x="203200" y="167323"/>
                </a:lnTo>
                <a:lnTo>
                  <a:pt x="203200" y="197168"/>
                </a:lnTo>
                <a:lnTo>
                  <a:pt x="0" y="197168"/>
                </a:lnTo>
                <a:close/>
                <a:moveTo>
                  <a:pt x="19050" y="178118"/>
                </a:moveTo>
                <a:lnTo>
                  <a:pt x="184150" y="178118"/>
                </a:lnTo>
                <a:lnTo>
                  <a:pt x="184150" y="167323"/>
                </a:lnTo>
                <a:lnTo>
                  <a:pt x="184129" y="166480"/>
                </a:lnTo>
                <a:lnTo>
                  <a:pt x="184066" y="165643"/>
                </a:lnTo>
                <a:lnTo>
                  <a:pt x="183961" y="164813"/>
                </a:lnTo>
                <a:lnTo>
                  <a:pt x="183815" y="163989"/>
                </a:lnTo>
                <a:lnTo>
                  <a:pt x="183626" y="163172"/>
                </a:lnTo>
                <a:lnTo>
                  <a:pt x="183396" y="162362"/>
                </a:lnTo>
                <a:lnTo>
                  <a:pt x="183124" y="161558"/>
                </a:lnTo>
                <a:lnTo>
                  <a:pt x="182809" y="160761"/>
                </a:lnTo>
                <a:lnTo>
                  <a:pt x="182453" y="159971"/>
                </a:lnTo>
                <a:lnTo>
                  <a:pt x="182055" y="159187"/>
                </a:lnTo>
                <a:lnTo>
                  <a:pt x="181616" y="158410"/>
                </a:lnTo>
                <a:lnTo>
                  <a:pt x="181134" y="157639"/>
                </a:lnTo>
                <a:lnTo>
                  <a:pt x="180621" y="156888"/>
                </a:lnTo>
                <a:lnTo>
                  <a:pt x="180089" y="156171"/>
                </a:lnTo>
                <a:lnTo>
                  <a:pt x="179536" y="155486"/>
                </a:lnTo>
                <a:lnTo>
                  <a:pt x="178964" y="154835"/>
                </a:lnTo>
                <a:lnTo>
                  <a:pt x="178372" y="154216"/>
                </a:lnTo>
                <a:lnTo>
                  <a:pt x="177760" y="153631"/>
                </a:lnTo>
                <a:lnTo>
                  <a:pt x="177129" y="153078"/>
                </a:lnTo>
                <a:lnTo>
                  <a:pt x="176477" y="152559"/>
                </a:lnTo>
                <a:lnTo>
                  <a:pt x="175806" y="152073"/>
                </a:lnTo>
                <a:lnTo>
                  <a:pt x="175114" y="151620"/>
                </a:lnTo>
                <a:lnTo>
                  <a:pt x="174403" y="151200"/>
                </a:lnTo>
                <a:lnTo>
                  <a:pt x="173672" y="150813"/>
                </a:lnTo>
                <a:lnTo>
                  <a:pt x="170310" y="149216"/>
                </a:lnTo>
                <a:lnTo>
                  <a:pt x="166996" y="147704"/>
                </a:lnTo>
                <a:lnTo>
                  <a:pt x="163731" y="146279"/>
                </a:lnTo>
                <a:lnTo>
                  <a:pt x="160514" y="144939"/>
                </a:lnTo>
                <a:lnTo>
                  <a:pt x="157346" y="143686"/>
                </a:lnTo>
                <a:lnTo>
                  <a:pt x="154226" y="142518"/>
                </a:lnTo>
                <a:lnTo>
                  <a:pt x="151154" y="141437"/>
                </a:lnTo>
                <a:lnTo>
                  <a:pt x="148131" y="140441"/>
                </a:lnTo>
                <a:lnTo>
                  <a:pt x="145157" y="139532"/>
                </a:lnTo>
                <a:lnTo>
                  <a:pt x="142231" y="138708"/>
                </a:lnTo>
                <a:lnTo>
                  <a:pt x="139354" y="137971"/>
                </a:lnTo>
                <a:lnTo>
                  <a:pt x="136525" y="137319"/>
                </a:lnTo>
                <a:lnTo>
                  <a:pt x="133712" y="136736"/>
                </a:lnTo>
                <a:lnTo>
                  <a:pt x="130881" y="136204"/>
                </a:lnTo>
                <a:lnTo>
                  <a:pt x="128032" y="135722"/>
                </a:lnTo>
                <a:lnTo>
                  <a:pt x="125166" y="135291"/>
                </a:lnTo>
                <a:lnTo>
                  <a:pt x="122282" y="134910"/>
                </a:lnTo>
                <a:lnTo>
                  <a:pt x="119380" y="134581"/>
                </a:lnTo>
                <a:lnTo>
                  <a:pt x="116461" y="134302"/>
                </a:lnTo>
                <a:lnTo>
                  <a:pt x="113524" y="134074"/>
                </a:lnTo>
                <a:lnTo>
                  <a:pt x="110569" y="133896"/>
                </a:lnTo>
                <a:lnTo>
                  <a:pt x="107597" y="133769"/>
                </a:lnTo>
                <a:lnTo>
                  <a:pt x="104607" y="133693"/>
                </a:lnTo>
                <a:lnTo>
                  <a:pt x="101600" y="133668"/>
                </a:lnTo>
                <a:lnTo>
                  <a:pt x="98590" y="133693"/>
                </a:lnTo>
                <a:lnTo>
                  <a:pt x="95594" y="133769"/>
                </a:lnTo>
                <a:lnTo>
                  <a:pt x="92611" y="133896"/>
                </a:lnTo>
                <a:lnTo>
                  <a:pt x="89641" y="134074"/>
                </a:lnTo>
                <a:lnTo>
                  <a:pt x="86684" y="134302"/>
                </a:lnTo>
                <a:lnTo>
                  <a:pt x="83741" y="134581"/>
                </a:lnTo>
                <a:lnTo>
                  <a:pt x="80810" y="134910"/>
                </a:lnTo>
                <a:lnTo>
                  <a:pt x="77893" y="135291"/>
                </a:lnTo>
                <a:lnTo>
                  <a:pt x="74990" y="135722"/>
                </a:lnTo>
                <a:lnTo>
                  <a:pt x="72099" y="136204"/>
                </a:lnTo>
                <a:lnTo>
                  <a:pt x="69222" y="136736"/>
                </a:lnTo>
                <a:lnTo>
                  <a:pt x="66358" y="137319"/>
                </a:lnTo>
                <a:lnTo>
                  <a:pt x="63480" y="137971"/>
                </a:lnTo>
                <a:lnTo>
                  <a:pt x="60563" y="138708"/>
                </a:lnTo>
                <a:lnTo>
                  <a:pt x="57606" y="139532"/>
                </a:lnTo>
                <a:lnTo>
                  <a:pt x="54610" y="140441"/>
                </a:lnTo>
                <a:lnTo>
                  <a:pt x="51574" y="141437"/>
                </a:lnTo>
                <a:lnTo>
                  <a:pt x="48498" y="142518"/>
                </a:lnTo>
                <a:lnTo>
                  <a:pt x="45383" y="143686"/>
                </a:lnTo>
                <a:lnTo>
                  <a:pt x="42228" y="144939"/>
                </a:lnTo>
                <a:lnTo>
                  <a:pt x="39033" y="146279"/>
                </a:lnTo>
                <a:lnTo>
                  <a:pt x="35798" y="147704"/>
                </a:lnTo>
                <a:lnTo>
                  <a:pt x="32524" y="149216"/>
                </a:lnTo>
                <a:lnTo>
                  <a:pt x="29210" y="150813"/>
                </a:lnTo>
                <a:lnTo>
                  <a:pt x="28480" y="151200"/>
                </a:lnTo>
                <a:lnTo>
                  <a:pt x="27772" y="151620"/>
                </a:lnTo>
                <a:lnTo>
                  <a:pt x="27087" y="152073"/>
                </a:lnTo>
                <a:lnTo>
                  <a:pt x="26423" y="152559"/>
                </a:lnTo>
                <a:lnTo>
                  <a:pt x="25781" y="153078"/>
                </a:lnTo>
                <a:lnTo>
                  <a:pt x="25162" y="153631"/>
                </a:lnTo>
                <a:lnTo>
                  <a:pt x="24564" y="154216"/>
                </a:lnTo>
                <a:lnTo>
                  <a:pt x="23989" y="154835"/>
                </a:lnTo>
                <a:lnTo>
                  <a:pt x="23435" y="155486"/>
                </a:lnTo>
                <a:lnTo>
                  <a:pt x="22904" y="156171"/>
                </a:lnTo>
                <a:lnTo>
                  <a:pt x="22395" y="156888"/>
                </a:lnTo>
                <a:lnTo>
                  <a:pt x="21908" y="157639"/>
                </a:lnTo>
                <a:lnTo>
                  <a:pt x="21451" y="158410"/>
                </a:lnTo>
                <a:lnTo>
                  <a:pt x="21034" y="159187"/>
                </a:lnTo>
                <a:lnTo>
                  <a:pt x="20657" y="159971"/>
                </a:lnTo>
                <a:lnTo>
                  <a:pt x="20320" y="160761"/>
                </a:lnTo>
                <a:lnTo>
                  <a:pt x="20022" y="161558"/>
                </a:lnTo>
                <a:lnTo>
                  <a:pt x="19764" y="162362"/>
                </a:lnTo>
                <a:lnTo>
                  <a:pt x="19546" y="163172"/>
                </a:lnTo>
                <a:lnTo>
                  <a:pt x="19368" y="163989"/>
                </a:lnTo>
                <a:lnTo>
                  <a:pt x="19229" y="164813"/>
                </a:lnTo>
                <a:lnTo>
                  <a:pt x="19129" y="165643"/>
                </a:lnTo>
                <a:lnTo>
                  <a:pt x="19070" y="166480"/>
                </a:lnTo>
                <a:lnTo>
                  <a:pt x="19050" y="167323"/>
                </a:lnTo>
                <a:lnTo>
                  <a:pt x="19050" y="178118"/>
                </a:lnTo>
                <a:close/>
                <a:moveTo>
                  <a:pt x="122079" y="68104"/>
                </a:moveTo>
                <a:lnTo>
                  <a:pt x="123372" y="66725"/>
                </a:lnTo>
                <a:lnTo>
                  <a:pt x="124553" y="65286"/>
                </a:lnTo>
                <a:lnTo>
                  <a:pt x="125621" y="63788"/>
                </a:lnTo>
                <a:lnTo>
                  <a:pt x="126577" y="62230"/>
                </a:lnTo>
                <a:lnTo>
                  <a:pt x="127420" y="60613"/>
                </a:lnTo>
                <a:lnTo>
                  <a:pt x="128151" y="58936"/>
                </a:lnTo>
                <a:lnTo>
                  <a:pt x="128769" y="57200"/>
                </a:lnTo>
                <a:lnTo>
                  <a:pt x="129275" y="55404"/>
                </a:lnTo>
                <a:lnTo>
                  <a:pt x="129669" y="53549"/>
                </a:lnTo>
                <a:lnTo>
                  <a:pt x="129950" y="51634"/>
                </a:lnTo>
                <a:lnTo>
                  <a:pt x="130119" y="49659"/>
                </a:lnTo>
                <a:lnTo>
                  <a:pt x="130175" y="47626"/>
                </a:lnTo>
                <a:lnTo>
                  <a:pt x="130119" y="45592"/>
                </a:lnTo>
                <a:lnTo>
                  <a:pt x="129950" y="43617"/>
                </a:lnTo>
                <a:lnTo>
                  <a:pt x="129669" y="41702"/>
                </a:lnTo>
                <a:lnTo>
                  <a:pt x="129275" y="39847"/>
                </a:lnTo>
                <a:lnTo>
                  <a:pt x="128769" y="38051"/>
                </a:lnTo>
                <a:lnTo>
                  <a:pt x="128151" y="36315"/>
                </a:lnTo>
                <a:lnTo>
                  <a:pt x="127420" y="34638"/>
                </a:lnTo>
                <a:lnTo>
                  <a:pt x="126577" y="33020"/>
                </a:lnTo>
                <a:lnTo>
                  <a:pt x="125621" y="31463"/>
                </a:lnTo>
                <a:lnTo>
                  <a:pt x="124553" y="29965"/>
                </a:lnTo>
                <a:lnTo>
                  <a:pt x="123372" y="28526"/>
                </a:lnTo>
                <a:lnTo>
                  <a:pt x="122079" y="27147"/>
                </a:lnTo>
                <a:lnTo>
                  <a:pt x="120700" y="25854"/>
                </a:lnTo>
                <a:lnTo>
                  <a:pt x="119261" y="24673"/>
                </a:lnTo>
                <a:lnTo>
                  <a:pt x="117763" y="23605"/>
                </a:lnTo>
                <a:lnTo>
                  <a:pt x="116205" y="22649"/>
                </a:lnTo>
                <a:lnTo>
                  <a:pt x="114588" y="21805"/>
                </a:lnTo>
                <a:lnTo>
                  <a:pt x="112911" y="21075"/>
                </a:lnTo>
                <a:lnTo>
                  <a:pt x="111175" y="20456"/>
                </a:lnTo>
                <a:lnTo>
                  <a:pt x="109379" y="19950"/>
                </a:lnTo>
                <a:lnTo>
                  <a:pt x="107523" y="19557"/>
                </a:lnTo>
                <a:lnTo>
                  <a:pt x="105608" y="19275"/>
                </a:lnTo>
                <a:lnTo>
                  <a:pt x="103634" y="19107"/>
                </a:lnTo>
                <a:lnTo>
                  <a:pt x="101600" y="19050"/>
                </a:lnTo>
                <a:lnTo>
                  <a:pt x="99566" y="19107"/>
                </a:lnTo>
                <a:lnTo>
                  <a:pt x="97592" y="19275"/>
                </a:lnTo>
                <a:lnTo>
                  <a:pt x="95677" y="19557"/>
                </a:lnTo>
                <a:lnTo>
                  <a:pt x="93821" y="19950"/>
                </a:lnTo>
                <a:lnTo>
                  <a:pt x="92025" y="20456"/>
                </a:lnTo>
                <a:lnTo>
                  <a:pt x="90289" y="21075"/>
                </a:lnTo>
                <a:lnTo>
                  <a:pt x="88612" y="21805"/>
                </a:lnTo>
                <a:lnTo>
                  <a:pt x="86995" y="22649"/>
                </a:lnTo>
                <a:lnTo>
                  <a:pt x="85437" y="23605"/>
                </a:lnTo>
                <a:lnTo>
                  <a:pt x="83939" y="24673"/>
                </a:lnTo>
                <a:lnTo>
                  <a:pt x="82500" y="25854"/>
                </a:lnTo>
                <a:lnTo>
                  <a:pt x="81121" y="27147"/>
                </a:lnTo>
                <a:lnTo>
                  <a:pt x="79828" y="28526"/>
                </a:lnTo>
                <a:lnTo>
                  <a:pt x="78647" y="29965"/>
                </a:lnTo>
                <a:lnTo>
                  <a:pt x="77579" y="31463"/>
                </a:lnTo>
                <a:lnTo>
                  <a:pt x="76623" y="33020"/>
                </a:lnTo>
                <a:lnTo>
                  <a:pt x="75780" y="34638"/>
                </a:lnTo>
                <a:lnTo>
                  <a:pt x="75049" y="36315"/>
                </a:lnTo>
                <a:lnTo>
                  <a:pt x="74431" y="38051"/>
                </a:lnTo>
                <a:lnTo>
                  <a:pt x="73925" y="39847"/>
                </a:lnTo>
                <a:lnTo>
                  <a:pt x="73531" y="41702"/>
                </a:lnTo>
                <a:lnTo>
                  <a:pt x="73250" y="43617"/>
                </a:lnTo>
                <a:lnTo>
                  <a:pt x="73081" y="45592"/>
                </a:lnTo>
                <a:lnTo>
                  <a:pt x="73025" y="47626"/>
                </a:lnTo>
                <a:lnTo>
                  <a:pt x="73081" y="49659"/>
                </a:lnTo>
                <a:lnTo>
                  <a:pt x="73250" y="51634"/>
                </a:lnTo>
                <a:lnTo>
                  <a:pt x="73531" y="53549"/>
                </a:lnTo>
                <a:lnTo>
                  <a:pt x="73925" y="55404"/>
                </a:lnTo>
                <a:lnTo>
                  <a:pt x="74431" y="57200"/>
                </a:lnTo>
                <a:lnTo>
                  <a:pt x="75049" y="58936"/>
                </a:lnTo>
                <a:lnTo>
                  <a:pt x="75780" y="60613"/>
                </a:lnTo>
                <a:lnTo>
                  <a:pt x="76623" y="62230"/>
                </a:lnTo>
                <a:lnTo>
                  <a:pt x="77579" y="63788"/>
                </a:lnTo>
                <a:lnTo>
                  <a:pt x="78647" y="65286"/>
                </a:lnTo>
                <a:lnTo>
                  <a:pt x="79828" y="66725"/>
                </a:lnTo>
                <a:lnTo>
                  <a:pt x="81121" y="68104"/>
                </a:lnTo>
                <a:lnTo>
                  <a:pt x="82500" y="69397"/>
                </a:lnTo>
                <a:lnTo>
                  <a:pt x="83939" y="70578"/>
                </a:lnTo>
                <a:lnTo>
                  <a:pt x="85437" y="71646"/>
                </a:lnTo>
                <a:lnTo>
                  <a:pt x="86995" y="72602"/>
                </a:lnTo>
                <a:lnTo>
                  <a:pt x="88612" y="73446"/>
                </a:lnTo>
                <a:lnTo>
                  <a:pt x="90289" y="74176"/>
                </a:lnTo>
                <a:lnTo>
                  <a:pt x="92025" y="74795"/>
                </a:lnTo>
                <a:lnTo>
                  <a:pt x="93821" y="75301"/>
                </a:lnTo>
                <a:lnTo>
                  <a:pt x="95677" y="75694"/>
                </a:lnTo>
                <a:lnTo>
                  <a:pt x="97592" y="75976"/>
                </a:lnTo>
                <a:lnTo>
                  <a:pt x="99566" y="76144"/>
                </a:lnTo>
                <a:lnTo>
                  <a:pt x="101600" y="76200"/>
                </a:lnTo>
                <a:lnTo>
                  <a:pt x="103634" y="76144"/>
                </a:lnTo>
                <a:lnTo>
                  <a:pt x="105608" y="75976"/>
                </a:lnTo>
                <a:lnTo>
                  <a:pt x="107523" y="75694"/>
                </a:lnTo>
                <a:lnTo>
                  <a:pt x="109379" y="75301"/>
                </a:lnTo>
                <a:lnTo>
                  <a:pt x="111175" y="74795"/>
                </a:lnTo>
                <a:lnTo>
                  <a:pt x="112911" y="74176"/>
                </a:lnTo>
                <a:lnTo>
                  <a:pt x="114588" y="73446"/>
                </a:lnTo>
                <a:lnTo>
                  <a:pt x="116205" y="72602"/>
                </a:lnTo>
                <a:lnTo>
                  <a:pt x="117763" y="71646"/>
                </a:lnTo>
                <a:lnTo>
                  <a:pt x="119261" y="70578"/>
                </a:lnTo>
                <a:lnTo>
                  <a:pt x="120700" y="69397"/>
                </a:lnTo>
                <a:lnTo>
                  <a:pt x="122079" y="68104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블록 정리 (D+n)"/>
          <p:cNvSpPr/>
          <p:nvPr/>
        </p:nvSpPr>
        <p:spPr>
          <a:xfrm>
            <a:off x="8808720" y="5135880"/>
            <a:ext cx="2895600" cy="7924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733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정리 (D+n)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 스키마 DROP 여부 결정</a:t>
            </a:r>
          </a:p>
        </p:txBody>
      </p:sp>
      <p:sp>
        <p:nvSpPr>
          <p:cNvPr id="44" name="아이콘 task_alt"/>
          <p:cNvSpPr/>
          <p:nvPr/>
        </p:nvSpPr>
        <p:spPr>
          <a:xfrm>
            <a:off x="10129520" y="5184140"/>
            <a:ext cx="254318" cy="254000"/>
          </a:xfrm>
          <a:custGeom>
            <a:avLst/>
            <a:gdLst/>
            <a:ahLst/>
            <a:cxnLst/>
            <a:rect l="l" t="t" r="r" b="b"/>
            <a:pathLst>
              <a:path w="254318" h="254000">
                <a:moveTo>
                  <a:pt x="127000" y="254000"/>
                </a:moveTo>
                <a:lnTo>
                  <a:pt x="122529" y="253933"/>
                </a:lnTo>
                <a:lnTo>
                  <a:pt x="118110" y="253731"/>
                </a:lnTo>
                <a:lnTo>
                  <a:pt x="113744" y="253395"/>
                </a:lnTo>
                <a:lnTo>
                  <a:pt x="109432" y="252924"/>
                </a:lnTo>
                <a:lnTo>
                  <a:pt x="105172" y="252319"/>
                </a:lnTo>
                <a:lnTo>
                  <a:pt x="100965" y="251579"/>
                </a:lnTo>
                <a:lnTo>
                  <a:pt x="96811" y="250705"/>
                </a:lnTo>
                <a:lnTo>
                  <a:pt x="92710" y="249696"/>
                </a:lnTo>
                <a:lnTo>
                  <a:pt x="88662" y="248553"/>
                </a:lnTo>
                <a:lnTo>
                  <a:pt x="84667" y="247275"/>
                </a:lnTo>
                <a:lnTo>
                  <a:pt x="80724" y="245863"/>
                </a:lnTo>
                <a:lnTo>
                  <a:pt x="76835" y="244316"/>
                </a:lnTo>
                <a:lnTo>
                  <a:pt x="73014" y="242650"/>
                </a:lnTo>
                <a:lnTo>
                  <a:pt x="69277" y="240881"/>
                </a:lnTo>
                <a:lnTo>
                  <a:pt x="65623" y="239008"/>
                </a:lnTo>
                <a:lnTo>
                  <a:pt x="62054" y="237031"/>
                </a:lnTo>
                <a:lnTo>
                  <a:pt x="58568" y="234951"/>
                </a:lnTo>
                <a:lnTo>
                  <a:pt x="55166" y="232767"/>
                </a:lnTo>
                <a:lnTo>
                  <a:pt x="51847" y="230480"/>
                </a:lnTo>
                <a:lnTo>
                  <a:pt x="48613" y="228088"/>
                </a:lnTo>
                <a:lnTo>
                  <a:pt x="45462" y="225594"/>
                </a:lnTo>
                <a:lnTo>
                  <a:pt x="42395" y="222995"/>
                </a:lnTo>
                <a:lnTo>
                  <a:pt x="39412" y="220293"/>
                </a:lnTo>
                <a:lnTo>
                  <a:pt x="36512" y="217488"/>
                </a:lnTo>
                <a:lnTo>
                  <a:pt x="33707" y="214588"/>
                </a:lnTo>
                <a:lnTo>
                  <a:pt x="31005" y="211605"/>
                </a:lnTo>
                <a:lnTo>
                  <a:pt x="28406" y="208538"/>
                </a:lnTo>
                <a:lnTo>
                  <a:pt x="25912" y="205387"/>
                </a:lnTo>
                <a:lnTo>
                  <a:pt x="23520" y="202153"/>
                </a:lnTo>
                <a:lnTo>
                  <a:pt x="21233" y="198834"/>
                </a:lnTo>
                <a:lnTo>
                  <a:pt x="19049" y="195432"/>
                </a:lnTo>
                <a:lnTo>
                  <a:pt x="16969" y="191946"/>
                </a:lnTo>
                <a:lnTo>
                  <a:pt x="14992" y="188377"/>
                </a:lnTo>
                <a:lnTo>
                  <a:pt x="13119" y="184723"/>
                </a:lnTo>
                <a:lnTo>
                  <a:pt x="11350" y="180986"/>
                </a:lnTo>
                <a:lnTo>
                  <a:pt x="9684" y="177165"/>
                </a:lnTo>
                <a:lnTo>
                  <a:pt x="8137" y="173276"/>
                </a:lnTo>
                <a:lnTo>
                  <a:pt x="6725" y="169333"/>
                </a:lnTo>
                <a:lnTo>
                  <a:pt x="5447" y="165338"/>
                </a:lnTo>
                <a:lnTo>
                  <a:pt x="4304" y="161290"/>
                </a:lnTo>
                <a:lnTo>
                  <a:pt x="3295" y="157189"/>
                </a:lnTo>
                <a:lnTo>
                  <a:pt x="2421" y="153035"/>
                </a:lnTo>
                <a:lnTo>
                  <a:pt x="1681" y="148828"/>
                </a:lnTo>
                <a:lnTo>
                  <a:pt x="1076" y="144568"/>
                </a:lnTo>
                <a:lnTo>
                  <a:pt x="605" y="140256"/>
                </a:lnTo>
                <a:lnTo>
                  <a:pt x="269" y="135890"/>
                </a:lnTo>
                <a:lnTo>
                  <a:pt x="67" y="131471"/>
                </a:lnTo>
                <a:lnTo>
                  <a:pt x="0" y="127000"/>
                </a:lnTo>
                <a:lnTo>
                  <a:pt x="67" y="122579"/>
                </a:lnTo>
                <a:lnTo>
                  <a:pt x="269" y="118207"/>
                </a:lnTo>
                <a:lnTo>
                  <a:pt x="605" y="113883"/>
                </a:lnTo>
                <a:lnTo>
                  <a:pt x="1076" y="109608"/>
                </a:lnTo>
                <a:lnTo>
                  <a:pt x="1681" y="105381"/>
                </a:lnTo>
                <a:lnTo>
                  <a:pt x="2421" y="101203"/>
                </a:lnTo>
                <a:lnTo>
                  <a:pt x="3295" y="97073"/>
                </a:lnTo>
                <a:lnTo>
                  <a:pt x="4304" y="92992"/>
                </a:lnTo>
                <a:lnTo>
                  <a:pt x="5447" y="88960"/>
                </a:lnTo>
                <a:lnTo>
                  <a:pt x="6725" y="84975"/>
                </a:lnTo>
                <a:lnTo>
                  <a:pt x="8137" y="81040"/>
                </a:lnTo>
                <a:lnTo>
                  <a:pt x="9684" y="77152"/>
                </a:lnTo>
                <a:lnTo>
                  <a:pt x="11350" y="73331"/>
                </a:lnTo>
                <a:lnTo>
                  <a:pt x="13119" y="69594"/>
                </a:lnTo>
                <a:lnTo>
                  <a:pt x="14992" y="65941"/>
                </a:lnTo>
                <a:lnTo>
                  <a:pt x="16969" y="62371"/>
                </a:lnTo>
                <a:lnTo>
                  <a:pt x="19049" y="58885"/>
                </a:lnTo>
                <a:lnTo>
                  <a:pt x="21233" y="55483"/>
                </a:lnTo>
                <a:lnTo>
                  <a:pt x="23520" y="52165"/>
                </a:lnTo>
                <a:lnTo>
                  <a:pt x="25912" y="48930"/>
                </a:lnTo>
                <a:lnTo>
                  <a:pt x="28406" y="45780"/>
                </a:lnTo>
                <a:lnTo>
                  <a:pt x="31005" y="42713"/>
                </a:lnTo>
                <a:lnTo>
                  <a:pt x="33707" y="39729"/>
                </a:lnTo>
                <a:lnTo>
                  <a:pt x="36512" y="36830"/>
                </a:lnTo>
                <a:lnTo>
                  <a:pt x="39412" y="34023"/>
                </a:lnTo>
                <a:lnTo>
                  <a:pt x="42395" y="31318"/>
                </a:lnTo>
                <a:lnTo>
                  <a:pt x="45462" y="28714"/>
                </a:lnTo>
                <a:lnTo>
                  <a:pt x="48613" y="26211"/>
                </a:lnTo>
                <a:lnTo>
                  <a:pt x="51847" y="23810"/>
                </a:lnTo>
                <a:lnTo>
                  <a:pt x="55166" y="21511"/>
                </a:lnTo>
                <a:lnTo>
                  <a:pt x="58568" y="19312"/>
                </a:lnTo>
                <a:lnTo>
                  <a:pt x="62054" y="17216"/>
                </a:lnTo>
                <a:lnTo>
                  <a:pt x="65623" y="15220"/>
                </a:lnTo>
                <a:lnTo>
                  <a:pt x="69277" y="13326"/>
                </a:lnTo>
                <a:lnTo>
                  <a:pt x="73014" y="11534"/>
                </a:lnTo>
                <a:lnTo>
                  <a:pt x="76835" y="9842"/>
                </a:lnTo>
                <a:lnTo>
                  <a:pt x="80724" y="8270"/>
                </a:lnTo>
                <a:lnTo>
                  <a:pt x="84667" y="6835"/>
                </a:lnTo>
                <a:lnTo>
                  <a:pt x="88662" y="5536"/>
                </a:lnTo>
                <a:lnTo>
                  <a:pt x="92710" y="4374"/>
                </a:lnTo>
                <a:lnTo>
                  <a:pt x="96811" y="3349"/>
                </a:lnTo>
                <a:lnTo>
                  <a:pt x="100965" y="2461"/>
                </a:lnTo>
                <a:lnTo>
                  <a:pt x="105172" y="1709"/>
                </a:lnTo>
                <a:lnTo>
                  <a:pt x="109432" y="1094"/>
                </a:lnTo>
                <a:lnTo>
                  <a:pt x="113744" y="615"/>
                </a:lnTo>
                <a:lnTo>
                  <a:pt x="118110" y="273"/>
                </a:lnTo>
                <a:lnTo>
                  <a:pt x="122529" y="68"/>
                </a:lnTo>
                <a:lnTo>
                  <a:pt x="127000" y="0"/>
                </a:lnTo>
                <a:lnTo>
                  <a:pt x="130947" y="53"/>
                </a:lnTo>
                <a:lnTo>
                  <a:pt x="134849" y="212"/>
                </a:lnTo>
                <a:lnTo>
                  <a:pt x="138708" y="476"/>
                </a:lnTo>
                <a:lnTo>
                  <a:pt x="142522" y="847"/>
                </a:lnTo>
                <a:lnTo>
                  <a:pt x="146293" y="1323"/>
                </a:lnTo>
                <a:lnTo>
                  <a:pt x="150019" y="1905"/>
                </a:lnTo>
                <a:lnTo>
                  <a:pt x="153701" y="2593"/>
                </a:lnTo>
                <a:lnTo>
                  <a:pt x="157339" y="3387"/>
                </a:lnTo>
                <a:lnTo>
                  <a:pt x="160933" y="4286"/>
                </a:lnTo>
                <a:lnTo>
                  <a:pt x="164483" y="5292"/>
                </a:lnTo>
                <a:lnTo>
                  <a:pt x="167988" y="6403"/>
                </a:lnTo>
                <a:lnTo>
                  <a:pt x="171450" y="7620"/>
                </a:lnTo>
                <a:lnTo>
                  <a:pt x="174861" y="8930"/>
                </a:lnTo>
                <a:lnTo>
                  <a:pt x="178215" y="10319"/>
                </a:lnTo>
                <a:lnTo>
                  <a:pt x="181511" y="11787"/>
                </a:lnTo>
                <a:lnTo>
                  <a:pt x="184750" y="13335"/>
                </a:lnTo>
                <a:lnTo>
                  <a:pt x="187931" y="14962"/>
                </a:lnTo>
                <a:lnTo>
                  <a:pt x="191056" y="16669"/>
                </a:lnTo>
                <a:lnTo>
                  <a:pt x="194123" y="18455"/>
                </a:lnTo>
                <a:lnTo>
                  <a:pt x="197132" y="20320"/>
                </a:lnTo>
                <a:lnTo>
                  <a:pt x="200085" y="22265"/>
                </a:lnTo>
                <a:lnTo>
                  <a:pt x="202980" y="24289"/>
                </a:lnTo>
                <a:lnTo>
                  <a:pt x="205817" y="26392"/>
                </a:lnTo>
                <a:lnTo>
                  <a:pt x="208598" y="28575"/>
                </a:lnTo>
                <a:lnTo>
                  <a:pt x="194945" y="42228"/>
                </a:lnTo>
                <a:lnTo>
                  <a:pt x="192595" y="40411"/>
                </a:lnTo>
                <a:lnTo>
                  <a:pt x="190200" y="38664"/>
                </a:lnTo>
                <a:lnTo>
                  <a:pt x="187762" y="36989"/>
                </a:lnTo>
                <a:lnTo>
                  <a:pt x="185279" y="35384"/>
                </a:lnTo>
                <a:lnTo>
                  <a:pt x="182752" y="33849"/>
                </a:lnTo>
                <a:lnTo>
                  <a:pt x="180181" y="32385"/>
                </a:lnTo>
                <a:lnTo>
                  <a:pt x="177566" y="30992"/>
                </a:lnTo>
                <a:lnTo>
                  <a:pt x="174907" y="29669"/>
                </a:lnTo>
                <a:lnTo>
                  <a:pt x="172204" y="28416"/>
                </a:lnTo>
                <a:lnTo>
                  <a:pt x="169457" y="27234"/>
                </a:lnTo>
                <a:lnTo>
                  <a:pt x="166665" y="26123"/>
                </a:lnTo>
                <a:lnTo>
                  <a:pt x="163830" y="25082"/>
                </a:lnTo>
                <a:lnTo>
                  <a:pt x="160955" y="24119"/>
                </a:lnTo>
                <a:lnTo>
                  <a:pt x="158044" y="23239"/>
                </a:lnTo>
                <a:lnTo>
                  <a:pt x="155099" y="22443"/>
                </a:lnTo>
                <a:lnTo>
                  <a:pt x="152118" y="21731"/>
                </a:lnTo>
                <a:lnTo>
                  <a:pt x="149102" y="21103"/>
                </a:lnTo>
                <a:lnTo>
                  <a:pt x="146050" y="20558"/>
                </a:lnTo>
                <a:lnTo>
                  <a:pt x="142963" y="20097"/>
                </a:lnTo>
                <a:lnTo>
                  <a:pt x="139841" y="19720"/>
                </a:lnTo>
                <a:lnTo>
                  <a:pt x="136684" y="19427"/>
                </a:lnTo>
                <a:lnTo>
                  <a:pt x="133491" y="19218"/>
                </a:lnTo>
                <a:lnTo>
                  <a:pt x="130263" y="19092"/>
                </a:lnTo>
                <a:lnTo>
                  <a:pt x="127000" y="19050"/>
                </a:lnTo>
                <a:lnTo>
                  <a:pt x="119432" y="19265"/>
                </a:lnTo>
                <a:lnTo>
                  <a:pt x="112073" y="19910"/>
                </a:lnTo>
                <a:lnTo>
                  <a:pt x="104924" y="20985"/>
                </a:lnTo>
                <a:lnTo>
                  <a:pt x="97984" y="22490"/>
                </a:lnTo>
                <a:lnTo>
                  <a:pt x="91254" y="24424"/>
                </a:lnTo>
                <a:lnTo>
                  <a:pt x="84733" y="26789"/>
                </a:lnTo>
                <a:lnTo>
                  <a:pt x="78421" y="29584"/>
                </a:lnTo>
                <a:lnTo>
                  <a:pt x="72319" y="32808"/>
                </a:lnTo>
                <a:lnTo>
                  <a:pt x="66427" y="36463"/>
                </a:lnTo>
                <a:lnTo>
                  <a:pt x="60744" y="40547"/>
                </a:lnTo>
                <a:lnTo>
                  <a:pt x="55270" y="45062"/>
                </a:lnTo>
                <a:lnTo>
                  <a:pt x="50006" y="50006"/>
                </a:lnTo>
                <a:lnTo>
                  <a:pt x="45062" y="55270"/>
                </a:lnTo>
                <a:lnTo>
                  <a:pt x="40547" y="60744"/>
                </a:lnTo>
                <a:lnTo>
                  <a:pt x="36463" y="66427"/>
                </a:lnTo>
                <a:lnTo>
                  <a:pt x="32808" y="72319"/>
                </a:lnTo>
                <a:lnTo>
                  <a:pt x="29584" y="78421"/>
                </a:lnTo>
                <a:lnTo>
                  <a:pt x="26789" y="84733"/>
                </a:lnTo>
                <a:lnTo>
                  <a:pt x="24424" y="91254"/>
                </a:lnTo>
                <a:lnTo>
                  <a:pt x="22490" y="97984"/>
                </a:lnTo>
                <a:lnTo>
                  <a:pt x="20985" y="104924"/>
                </a:lnTo>
                <a:lnTo>
                  <a:pt x="19910" y="112073"/>
                </a:lnTo>
                <a:lnTo>
                  <a:pt x="19265" y="119432"/>
                </a:lnTo>
                <a:lnTo>
                  <a:pt x="19050" y="127000"/>
                </a:lnTo>
                <a:lnTo>
                  <a:pt x="19265" y="134568"/>
                </a:lnTo>
                <a:lnTo>
                  <a:pt x="19910" y="141927"/>
                </a:lnTo>
                <a:lnTo>
                  <a:pt x="20985" y="149076"/>
                </a:lnTo>
                <a:lnTo>
                  <a:pt x="22490" y="156016"/>
                </a:lnTo>
                <a:lnTo>
                  <a:pt x="24424" y="162746"/>
                </a:lnTo>
                <a:lnTo>
                  <a:pt x="26789" y="169267"/>
                </a:lnTo>
                <a:lnTo>
                  <a:pt x="29584" y="175579"/>
                </a:lnTo>
                <a:lnTo>
                  <a:pt x="32808" y="181681"/>
                </a:lnTo>
                <a:lnTo>
                  <a:pt x="36463" y="187573"/>
                </a:lnTo>
                <a:lnTo>
                  <a:pt x="40547" y="193256"/>
                </a:lnTo>
                <a:lnTo>
                  <a:pt x="45062" y="198730"/>
                </a:lnTo>
                <a:lnTo>
                  <a:pt x="50006" y="203994"/>
                </a:lnTo>
                <a:lnTo>
                  <a:pt x="55270" y="208938"/>
                </a:lnTo>
                <a:lnTo>
                  <a:pt x="60744" y="213453"/>
                </a:lnTo>
                <a:lnTo>
                  <a:pt x="66427" y="217537"/>
                </a:lnTo>
                <a:lnTo>
                  <a:pt x="72319" y="221192"/>
                </a:lnTo>
                <a:lnTo>
                  <a:pt x="78421" y="224416"/>
                </a:lnTo>
                <a:lnTo>
                  <a:pt x="84733" y="227211"/>
                </a:lnTo>
                <a:lnTo>
                  <a:pt x="91254" y="229576"/>
                </a:lnTo>
                <a:lnTo>
                  <a:pt x="97984" y="231510"/>
                </a:lnTo>
                <a:lnTo>
                  <a:pt x="104924" y="233015"/>
                </a:lnTo>
                <a:lnTo>
                  <a:pt x="112073" y="234090"/>
                </a:lnTo>
                <a:lnTo>
                  <a:pt x="119432" y="234735"/>
                </a:lnTo>
                <a:lnTo>
                  <a:pt x="127000" y="234950"/>
                </a:lnTo>
                <a:lnTo>
                  <a:pt x="134568" y="234735"/>
                </a:lnTo>
                <a:lnTo>
                  <a:pt x="141927" y="234090"/>
                </a:lnTo>
                <a:lnTo>
                  <a:pt x="149076" y="233015"/>
                </a:lnTo>
                <a:lnTo>
                  <a:pt x="156016" y="231510"/>
                </a:lnTo>
                <a:lnTo>
                  <a:pt x="162746" y="229576"/>
                </a:lnTo>
                <a:lnTo>
                  <a:pt x="169267" y="227211"/>
                </a:lnTo>
                <a:lnTo>
                  <a:pt x="175579" y="224416"/>
                </a:lnTo>
                <a:lnTo>
                  <a:pt x="181681" y="221192"/>
                </a:lnTo>
                <a:lnTo>
                  <a:pt x="187573" y="217537"/>
                </a:lnTo>
                <a:lnTo>
                  <a:pt x="193256" y="213453"/>
                </a:lnTo>
                <a:lnTo>
                  <a:pt x="198730" y="208938"/>
                </a:lnTo>
                <a:lnTo>
                  <a:pt x="203994" y="203994"/>
                </a:lnTo>
                <a:lnTo>
                  <a:pt x="208938" y="198730"/>
                </a:lnTo>
                <a:lnTo>
                  <a:pt x="213453" y="193256"/>
                </a:lnTo>
                <a:lnTo>
                  <a:pt x="217537" y="187573"/>
                </a:lnTo>
                <a:lnTo>
                  <a:pt x="221192" y="181681"/>
                </a:lnTo>
                <a:lnTo>
                  <a:pt x="224416" y="175579"/>
                </a:lnTo>
                <a:lnTo>
                  <a:pt x="227211" y="169267"/>
                </a:lnTo>
                <a:lnTo>
                  <a:pt x="229576" y="162746"/>
                </a:lnTo>
                <a:lnTo>
                  <a:pt x="231510" y="156016"/>
                </a:lnTo>
                <a:lnTo>
                  <a:pt x="233015" y="149076"/>
                </a:lnTo>
                <a:lnTo>
                  <a:pt x="234090" y="141927"/>
                </a:lnTo>
                <a:lnTo>
                  <a:pt x="234735" y="134568"/>
                </a:lnTo>
                <a:lnTo>
                  <a:pt x="234950" y="127000"/>
                </a:lnTo>
                <a:lnTo>
                  <a:pt x="234940" y="125416"/>
                </a:lnTo>
                <a:lnTo>
                  <a:pt x="234910" y="123838"/>
                </a:lnTo>
                <a:lnTo>
                  <a:pt x="234861" y="122267"/>
                </a:lnTo>
                <a:lnTo>
                  <a:pt x="234791" y="120703"/>
                </a:lnTo>
                <a:lnTo>
                  <a:pt x="234702" y="119145"/>
                </a:lnTo>
                <a:lnTo>
                  <a:pt x="234593" y="117594"/>
                </a:lnTo>
                <a:lnTo>
                  <a:pt x="234464" y="116050"/>
                </a:lnTo>
                <a:lnTo>
                  <a:pt x="234315" y="114512"/>
                </a:lnTo>
                <a:lnTo>
                  <a:pt x="234146" y="112980"/>
                </a:lnTo>
                <a:lnTo>
                  <a:pt x="233958" y="111456"/>
                </a:lnTo>
                <a:lnTo>
                  <a:pt x="233749" y="109938"/>
                </a:lnTo>
                <a:lnTo>
                  <a:pt x="233521" y="108426"/>
                </a:lnTo>
                <a:lnTo>
                  <a:pt x="233273" y="106921"/>
                </a:lnTo>
                <a:lnTo>
                  <a:pt x="233005" y="105423"/>
                </a:lnTo>
                <a:lnTo>
                  <a:pt x="232718" y="103932"/>
                </a:lnTo>
                <a:lnTo>
                  <a:pt x="232410" y="102447"/>
                </a:lnTo>
                <a:lnTo>
                  <a:pt x="232083" y="100968"/>
                </a:lnTo>
                <a:lnTo>
                  <a:pt x="231735" y="99497"/>
                </a:lnTo>
                <a:lnTo>
                  <a:pt x="231368" y="98031"/>
                </a:lnTo>
                <a:lnTo>
                  <a:pt x="230981" y="96573"/>
                </a:lnTo>
                <a:lnTo>
                  <a:pt x="230574" y="95121"/>
                </a:lnTo>
                <a:lnTo>
                  <a:pt x="230148" y="93676"/>
                </a:lnTo>
                <a:lnTo>
                  <a:pt x="229701" y="92237"/>
                </a:lnTo>
                <a:lnTo>
                  <a:pt x="229235" y="90805"/>
                </a:lnTo>
                <a:lnTo>
                  <a:pt x="243840" y="76200"/>
                </a:lnTo>
                <a:lnTo>
                  <a:pt x="244669" y="78165"/>
                </a:lnTo>
                <a:lnTo>
                  <a:pt x="245463" y="80142"/>
                </a:lnTo>
                <a:lnTo>
                  <a:pt x="246221" y="82133"/>
                </a:lnTo>
                <a:lnTo>
                  <a:pt x="246944" y="84138"/>
                </a:lnTo>
                <a:lnTo>
                  <a:pt x="247632" y="86155"/>
                </a:lnTo>
                <a:lnTo>
                  <a:pt x="248285" y="88186"/>
                </a:lnTo>
                <a:lnTo>
                  <a:pt x="248902" y="90230"/>
                </a:lnTo>
                <a:lnTo>
                  <a:pt x="249484" y="92287"/>
                </a:lnTo>
                <a:lnTo>
                  <a:pt x="250031" y="94357"/>
                </a:lnTo>
                <a:lnTo>
                  <a:pt x="250543" y="96441"/>
                </a:lnTo>
                <a:lnTo>
                  <a:pt x="251019" y="98537"/>
                </a:lnTo>
                <a:lnTo>
                  <a:pt x="251460" y="100648"/>
                </a:lnTo>
                <a:lnTo>
                  <a:pt x="251866" y="102771"/>
                </a:lnTo>
                <a:lnTo>
                  <a:pt x="252236" y="104907"/>
                </a:lnTo>
                <a:lnTo>
                  <a:pt x="252571" y="107057"/>
                </a:lnTo>
                <a:lnTo>
                  <a:pt x="252871" y="109220"/>
                </a:lnTo>
                <a:lnTo>
                  <a:pt x="253136" y="111396"/>
                </a:lnTo>
                <a:lnTo>
                  <a:pt x="253365" y="113586"/>
                </a:lnTo>
                <a:lnTo>
                  <a:pt x="253559" y="115788"/>
                </a:lnTo>
                <a:lnTo>
                  <a:pt x="253718" y="118004"/>
                </a:lnTo>
                <a:lnTo>
                  <a:pt x="253841" y="120233"/>
                </a:lnTo>
                <a:lnTo>
                  <a:pt x="253929" y="122476"/>
                </a:lnTo>
                <a:lnTo>
                  <a:pt x="253982" y="124731"/>
                </a:lnTo>
                <a:lnTo>
                  <a:pt x="254000" y="127000"/>
                </a:lnTo>
                <a:lnTo>
                  <a:pt x="253932" y="131471"/>
                </a:lnTo>
                <a:lnTo>
                  <a:pt x="253727" y="135890"/>
                </a:lnTo>
                <a:lnTo>
                  <a:pt x="253385" y="140256"/>
                </a:lnTo>
                <a:lnTo>
                  <a:pt x="252906" y="144568"/>
                </a:lnTo>
                <a:lnTo>
                  <a:pt x="252291" y="148828"/>
                </a:lnTo>
                <a:lnTo>
                  <a:pt x="251539" y="153035"/>
                </a:lnTo>
                <a:lnTo>
                  <a:pt x="250651" y="157189"/>
                </a:lnTo>
                <a:lnTo>
                  <a:pt x="249626" y="161290"/>
                </a:lnTo>
                <a:lnTo>
                  <a:pt x="248464" y="165338"/>
                </a:lnTo>
                <a:lnTo>
                  <a:pt x="247165" y="169333"/>
                </a:lnTo>
                <a:lnTo>
                  <a:pt x="245730" y="173276"/>
                </a:lnTo>
                <a:lnTo>
                  <a:pt x="244158" y="177165"/>
                </a:lnTo>
                <a:lnTo>
                  <a:pt x="242466" y="180986"/>
                </a:lnTo>
                <a:lnTo>
                  <a:pt x="240674" y="184723"/>
                </a:lnTo>
                <a:lnTo>
                  <a:pt x="238780" y="188377"/>
                </a:lnTo>
                <a:lnTo>
                  <a:pt x="236784" y="191946"/>
                </a:lnTo>
                <a:lnTo>
                  <a:pt x="234688" y="195432"/>
                </a:lnTo>
                <a:lnTo>
                  <a:pt x="232489" y="198834"/>
                </a:lnTo>
                <a:lnTo>
                  <a:pt x="230190" y="202153"/>
                </a:lnTo>
                <a:lnTo>
                  <a:pt x="227789" y="205387"/>
                </a:lnTo>
                <a:lnTo>
                  <a:pt x="225286" y="208538"/>
                </a:lnTo>
                <a:lnTo>
                  <a:pt x="222682" y="211605"/>
                </a:lnTo>
                <a:lnTo>
                  <a:pt x="219977" y="214588"/>
                </a:lnTo>
                <a:lnTo>
                  <a:pt x="217170" y="217488"/>
                </a:lnTo>
                <a:lnTo>
                  <a:pt x="214271" y="220293"/>
                </a:lnTo>
                <a:lnTo>
                  <a:pt x="211287" y="222995"/>
                </a:lnTo>
                <a:lnTo>
                  <a:pt x="208220" y="225594"/>
                </a:lnTo>
                <a:lnTo>
                  <a:pt x="205070" y="228088"/>
                </a:lnTo>
                <a:lnTo>
                  <a:pt x="201835" y="230480"/>
                </a:lnTo>
                <a:lnTo>
                  <a:pt x="198517" y="232767"/>
                </a:lnTo>
                <a:lnTo>
                  <a:pt x="195115" y="234951"/>
                </a:lnTo>
                <a:lnTo>
                  <a:pt x="191629" y="237031"/>
                </a:lnTo>
                <a:lnTo>
                  <a:pt x="188059" y="239008"/>
                </a:lnTo>
                <a:lnTo>
                  <a:pt x="184406" y="240881"/>
                </a:lnTo>
                <a:lnTo>
                  <a:pt x="180669" y="242650"/>
                </a:lnTo>
                <a:lnTo>
                  <a:pt x="176848" y="244316"/>
                </a:lnTo>
                <a:lnTo>
                  <a:pt x="172960" y="245863"/>
                </a:lnTo>
                <a:lnTo>
                  <a:pt x="169025" y="247275"/>
                </a:lnTo>
                <a:lnTo>
                  <a:pt x="165040" y="248553"/>
                </a:lnTo>
                <a:lnTo>
                  <a:pt x="161008" y="249696"/>
                </a:lnTo>
                <a:lnTo>
                  <a:pt x="156927" y="250705"/>
                </a:lnTo>
                <a:lnTo>
                  <a:pt x="152797" y="251579"/>
                </a:lnTo>
                <a:lnTo>
                  <a:pt x="148619" y="252319"/>
                </a:lnTo>
                <a:lnTo>
                  <a:pt x="144392" y="252924"/>
                </a:lnTo>
                <a:lnTo>
                  <a:pt x="140117" y="253395"/>
                </a:lnTo>
                <a:lnTo>
                  <a:pt x="135793" y="253731"/>
                </a:lnTo>
                <a:lnTo>
                  <a:pt x="131421" y="253933"/>
                </a:lnTo>
                <a:lnTo>
                  <a:pt x="127000" y="254000"/>
                </a:lnTo>
                <a:close/>
                <a:moveTo>
                  <a:pt x="108268" y="184785"/>
                </a:moveTo>
                <a:lnTo>
                  <a:pt x="55880" y="132080"/>
                </a:lnTo>
                <a:lnTo>
                  <a:pt x="70168" y="117792"/>
                </a:lnTo>
                <a:lnTo>
                  <a:pt x="108268" y="155892"/>
                </a:lnTo>
                <a:lnTo>
                  <a:pt x="239712" y="24448"/>
                </a:lnTo>
                <a:lnTo>
                  <a:pt x="254318" y="38735"/>
                </a:lnTo>
                <a:lnTo>
                  <a:pt x="108268" y="184785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5" name="연결 op→jar"/>
          <p:cNvCxnSpPr>
            <a:stCxn id="11" idx="2"/>
            <a:endCxn id="23" idx="0"/>
          </p:cNvCxnSpPr>
          <p:nvPr/>
        </p:nvCxnSpPr>
        <p:spPr>
          <a:xfrm>
            <a:off x="6096000" y="1325880"/>
            <a:ext cx="0" cy="67056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46" name="라벨 명령 · 브라우저"/>
          <p:cNvSpPr txBox="1"/>
          <p:nvPr/>
        </p:nvSpPr>
        <p:spPr>
          <a:xfrm>
            <a:off x="6141720" y="1465326"/>
            <a:ext cx="1082421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명령 · 브라우저</a:t>
            </a:r>
          </a:p>
        </p:txBody>
      </p:sp>
      <p:cxnSp>
        <p:nvCxnSpPr>
          <p:cNvPr id="47" name="연결 jar→login"/>
          <p:cNvCxnSpPr>
            <a:stCxn id="23" idx="1"/>
            <a:endCxn id="15" idx="3"/>
          </p:cNvCxnSpPr>
          <p:nvPr/>
        </p:nvCxnSpPr>
        <p:spPr>
          <a:xfrm flipH="1">
            <a:off x="3383280" y="2468880"/>
            <a:ext cx="50292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48" name="라벨 읽기"/>
          <p:cNvSpPr txBox="1"/>
          <p:nvPr/>
        </p:nvSpPr>
        <p:spPr>
          <a:xfrm>
            <a:off x="3459480" y="2247900"/>
            <a:ext cx="35052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cxnSp>
        <p:nvCxnSpPr>
          <p:cNvPr id="49" name="연결 jar→app"/>
          <p:cNvCxnSpPr>
            <a:stCxn id="23" idx="3"/>
            <a:endCxn id="37" idx="1"/>
          </p:cNvCxnSpPr>
          <p:nvPr/>
        </p:nvCxnSpPr>
        <p:spPr>
          <a:xfrm>
            <a:off x="8305800" y="2468880"/>
            <a:ext cx="50292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50" name="라벨 쓰기"/>
          <p:cNvSpPr txBox="1"/>
          <p:nvPr/>
        </p:nvSpPr>
        <p:spPr>
          <a:xfrm>
            <a:off x="8382000" y="2247900"/>
            <a:ext cx="35052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쓰기</a:t>
            </a:r>
          </a:p>
        </p:txBody>
      </p:sp>
      <p:cxnSp>
        <p:nvCxnSpPr>
          <p:cNvPr id="51" name="연결 dba_s→login"/>
          <p:cNvCxnSpPr/>
          <p:nvPr/>
        </p:nvCxnSpPr>
        <p:spPr>
          <a:xfrm>
            <a:off x="2773680" y="1325880"/>
            <a:ext cx="0" cy="67056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52" name="라벨 발급"/>
          <p:cNvSpPr txBox="1"/>
          <p:nvPr/>
        </p:nvSpPr>
        <p:spPr>
          <a:xfrm>
            <a:off x="2819400" y="1465326"/>
            <a:ext cx="35052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발급</a:t>
            </a:r>
          </a:p>
        </p:txBody>
      </p:sp>
      <p:cxnSp>
        <p:nvCxnSpPr>
          <p:cNvPr id="53" name="연결 dba_t→app"/>
          <p:cNvCxnSpPr/>
          <p:nvPr/>
        </p:nvCxnSpPr>
        <p:spPr>
          <a:xfrm>
            <a:off x="11094720" y="1325880"/>
            <a:ext cx="0" cy="67056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54" name="라벨 만들기"/>
          <p:cNvSpPr txBox="1"/>
          <p:nvPr/>
        </p:nvSpPr>
        <p:spPr>
          <a:xfrm>
            <a:off x="11140440" y="1465326"/>
            <a:ext cx="48006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만들기</a:t>
            </a:r>
          </a:p>
        </p:txBody>
      </p:sp>
      <p:sp>
        <p:nvSpPr>
          <p:cNvPr id="55" name="범례"/>
          <p:cNvSpPr/>
          <p:nvPr/>
        </p:nvSpPr>
        <p:spPr>
          <a:xfrm>
            <a:off x="381000" y="6309360"/>
            <a:ext cx="4345686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9D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57" name="범례 kdms 접속(JDBC·HTTP)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58" name="범례 글 kdms 접속(JDBC·HTTP)"/>
          <p:cNvSpPr txBox="1"/>
          <p:nvPr/>
        </p:nvSpPr>
        <p:spPr>
          <a:xfrm>
            <a:off x="1341120" y="6309360"/>
            <a:ext cx="1551432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kdms 접속(JDBC·HTTP)</a:t>
            </a:r>
          </a:p>
        </p:txBody>
      </p:sp>
      <p:cxnSp>
        <p:nvCxnSpPr>
          <p:cNvPr id="59" name="범례 사람이 권한을 준다"/>
          <p:cNvCxnSpPr/>
          <p:nvPr/>
        </p:nvCxnSpPr>
        <p:spPr>
          <a:xfrm>
            <a:off x="2968752" y="6507480"/>
            <a:ext cx="35052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60" name="범례 글 사람이 권한을 준다"/>
          <p:cNvSpPr txBox="1"/>
          <p:nvPr/>
        </p:nvSpPr>
        <p:spPr>
          <a:xfrm>
            <a:off x="3395472" y="6309360"/>
            <a:ext cx="1331214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사람이 권한을 준다</a:t>
            </a:r>
          </a:p>
        </p:txBody>
      </p:sp>
      <p:sp>
        <p:nvSpPr>
          <p:cNvPr id="61" name="설명"/>
          <p:cNvSpPr txBox="1"/>
          <p:nvPr/>
        </p:nvSpPr>
        <p:spPr>
          <a:xfrm>
            <a:off x="3856863" y="6347460"/>
            <a:ext cx="7954137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웹 화면은 인증이 없다 → 실행 PC 밖으로 열지 않는다(바인딩 변경은 명시적 설정) · 지우는 명령(reset 등)은 화면에 없다</a:t>
            </a:r>
          </a:p>
        </p:txBody>
      </p:sp>
      <p:sp>
        <p:nvSpPr>
          <p:cNvPr id="62" name="설명"/>
          <p:cNvSpPr txBox="1"/>
          <p:nvPr/>
        </p:nvSpPr>
        <p:spPr>
          <a:xfrm>
            <a:off x="5093970" y="6537960"/>
            <a:ext cx="6717030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투입 전 확인: 원천 인증서 검증 켜기, 대상 sslmode 값, 이관 로그인 권한 목록을 고객사 DBA 가 승인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KDMS 보안·권한 설계</dc:title>
  <dc:subject/>
  <dc:creator>KDMS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