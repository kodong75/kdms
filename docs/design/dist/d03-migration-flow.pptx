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89560"/>
            <a:ext cx="53340" cy="335280"/>
          </a:xfrm>
          <a:prstGeom prst="roundRect">
            <a:avLst>
              <a:gd name="adj" fmla="val 500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8956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이관 흐름도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24840"/>
            <a:ext cx="7620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6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워터마크 → 전체 적재 → 변경분 반영 → 쓰기 중지 → 마지막 반영 → 검증 → 전환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763000" y="426720"/>
            <a:ext cx="30480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KDMS-D03 · v0.1 · 2026-10-06</a:t>
            </a:r>
          </a:p>
        </p:txBody>
      </p:sp>
      <p:sp>
        <p:nvSpPr>
          <p:cNvPr id="6" name="영역 온라인 구간"/>
          <p:cNvSpPr/>
          <p:nvPr/>
        </p:nvSpPr>
        <p:spPr>
          <a:xfrm>
            <a:off x="335280" y="960120"/>
            <a:ext cx="4846320" cy="2971800"/>
          </a:xfrm>
          <a:prstGeom prst="roundRect">
            <a:avLst>
              <a:gd name="adj" fmla="val 4615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온라인 구간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업무는 평소처럼 계속 쓰인다</a:t>
            </a:r>
          </a:p>
        </p:txBody>
      </p:sp>
      <p:sp>
        <p:nvSpPr>
          <p:cNvPr id="7" name="영역 다운타임 구간"/>
          <p:cNvSpPr/>
          <p:nvPr/>
        </p:nvSpPr>
        <p:spPr>
          <a:xfrm>
            <a:off x="5364480" y="960120"/>
            <a:ext cx="6446520" cy="2971800"/>
          </a:xfrm>
          <a:prstGeom prst="roundRect">
            <a:avLst>
              <a:gd name="adj" fmla="val 4615"/>
            </a:avLst>
          </a:prstGeom>
          <a:solidFill>
            <a:srgbClr val="E8F1FB"/>
          </a:solidFill>
          <a:ln w="15240">
            <a:solidFill>
              <a:srgbClr val="164B8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다운타임 구간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쓰기를 멈춘 뒤 · 실제 다운타임 = ④ ~ ⑦</a:t>
            </a:r>
          </a:p>
        </p:txBody>
      </p:sp>
      <p:sp>
        <p:nvSpPr>
          <p:cNvPr id="8" name="영역 작업 상태 (kdms.job)"/>
          <p:cNvSpPr/>
          <p:nvPr/>
        </p:nvSpPr>
        <p:spPr>
          <a:xfrm>
            <a:off x="335280" y="4084320"/>
            <a:ext cx="11475720" cy="1569720"/>
          </a:xfrm>
          <a:prstGeom prst="roundRect">
            <a:avLst>
              <a:gd name="adj" fmla="val 8737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작업 상태 (kdms.job)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어느 단계에서 멈춰도 다시 실행하면 이어서 진행 · 오류는 FAILED 로 남고 원인 수정 후 재실행</a:t>
            </a:r>
          </a:p>
        </p:txBody>
      </p:sp>
      <p:sp>
        <p:nvSpPr>
          <p:cNvPr id="9" name="블록 워터마크 기록"/>
          <p:cNvSpPr/>
          <p:nvPr/>
        </p:nvSpPr>
        <p:spPr>
          <a:xfrm>
            <a:off x="457200" y="156210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워터마크 기록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시작 LSN 저장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적재보다 먼저</a:t>
            </a:r>
          </a:p>
        </p:txBody>
      </p:sp>
      <p:sp>
        <p:nvSpPr>
          <p:cNvPr id="10" name="아이콘 bookmark_flag"/>
          <p:cNvSpPr/>
          <p:nvPr/>
        </p:nvSpPr>
        <p:spPr>
          <a:xfrm>
            <a:off x="1076960" y="1743392"/>
            <a:ext cx="177800" cy="230188"/>
          </a:xfrm>
          <a:custGeom>
            <a:avLst/>
            <a:gdLst/>
            <a:ahLst/>
            <a:cxnLst/>
            <a:rect l="l" t="t" r="r" b="b"/>
            <a:pathLst>
              <a:path w="177800" h="230188">
                <a:moveTo>
                  <a:pt x="58738" y="139700"/>
                </a:moveTo>
                <a:lnTo>
                  <a:pt x="74612" y="139700"/>
                </a:lnTo>
                <a:lnTo>
                  <a:pt x="74612" y="101600"/>
                </a:lnTo>
                <a:lnTo>
                  <a:pt x="130175" y="101600"/>
                </a:lnTo>
                <a:lnTo>
                  <a:pt x="112316" y="77788"/>
                </a:lnTo>
                <a:lnTo>
                  <a:pt x="130175" y="53976"/>
                </a:lnTo>
                <a:lnTo>
                  <a:pt x="58738" y="53976"/>
                </a:lnTo>
                <a:lnTo>
                  <a:pt x="58738" y="139700"/>
                </a:lnTo>
                <a:close/>
                <a:moveTo>
                  <a:pt x="0" y="230188"/>
                </a:moveTo>
                <a:lnTo>
                  <a:pt x="0" y="19050"/>
                </a:lnTo>
                <a:lnTo>
                  <a:pt x="40" y="17794"/>
                </a:lnTo>
                <a:lnTo>
                  <a:pt x="159" y="16563"/>
                </a:lnTo>
                <a:lnTo>
                  <a:pt x="357" y="15360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7"/>
                </a:lnTo>
                <a:lnTo>
                  <a:pt x="1945" y="10809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6"/>
                </a:lnTo>
                <a:lnTo>
                  <a:pt x="6681" y="4803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3"/>
                </a:lnTo>
                <a:lnTo>
                  <a:pt x="14182" y="636"/>
                </a:lnTo>
                <a:lnTo>
                  <a:pt x="15359" y="358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158750" y="0"/>
                </a:lnTo>
                <a:lnTo>
                  <a:pt x="160007" y="40"/>
                </a:lnTo>
                <a:lnTo>
                  <a:pt x="161237" y="159"/>
                </a:lnTo>
                <a:lnTo>
                  <a:pt x="162441" y="358"/>
                </a:lnTo>
                <a:lnTo>
                  <a:pt x="163618" y="636"/>
                </a:lnTo>
                <a:lnTo>
                  <a:pt x="164769" y="993"/>
                </a:lnTo>
                <a:lnTo>
                  <a:pt x="165894" y="1429"/>
                </a:lnTo>
                <a:lnTo>
                  <a:pt x="166992" y="1945"/>
                </a:lnTo>
                <a:lnTo>
                  <a:pt x="168063" y="2540"/>
                </a:lnTo>
                <a:lnTo>
                  <a:pt x="169108" y="3215"/>
                </a:lnTo>
                <a:lnTo>
                  <a:pt x="170127" y="3969"/>
                </a:lnTo>
                <a:lnTo>
                  <a:pt x="171119" y="4803"/>
                </a:lnTo>
                <a:lnTo>
                  <a:pt x="172085" y="5716"/>
                </a:lnTo>
                <a:lnTo>
                  <a:pt x="172998" y="6681"/>
                </a:lnTo>
                <a:lnTo>
                  <a:pt x="173831" y="7673"/>
                </a:lnTo>
                <a:lnTo>
                  <a:pt x="174585" y="8692"/>
                </a:lnTo>
                <a:lnTo>
                  <a:pt x="175260" y="9737"/>
                </a:lnTo>
                <a:lnTo>
                  <a:pt x="175855" y="10809"/>
                </a:lnTo>
                <a:lnTo>
                  <a:pt x="176371" y="11907"/>
                </a:lnTo>
                <a:lnTo>
                  <a:pt x="176808" y="13031"/>
                </a:lnTo>
                <a:lnTo>
                  <a:pt x="177165" y="14182"/>
                </a:lnTo>
                <a:lnTo>
                  <a:pt x="177443" y="15360"/>
                </a:lnTo>
                <a:lnTo>
                  <a:pt x="177641" y="16563"/>
                </a:lnTo>
                <a:lnTo>
                  <a:pt x="177760" y="17794"/>
                </a:lnTo>
                <a:lnTo>
                  <a:pt x="177800" y="19050"/>
                </a:lnTo>
                <a:lnTo>
                  <a:pt x="177800" y="230188"/>
                </a:lnTo>
                <a:lnTo>
                  <a:pt x="88900" y="192088"/>
                </a:lnTo>
                <a:lnTo>
                  <a:pt x="0" y="230188"/>
                </a:lnTo>
                <a:close/>
                <a:moveTo>
                  <a:pt x="19050" y="201296"/>
                </a:moveTo>
                <a:lnTo>
                  <a:pt x="88900" y="171768"/>
                </a:lnTo>
                <a:lnTo>
                  <a:pt x="158750" y="201296"/>
                </a:lnTo>
                <a:lnTo>
                  <a:pt x="158750" y="19050"/>
                </a:lnTo>
                <a:lnTo>
                  <a:pt x="19050" y="19050"/>
                </a:lnTo>
                <a:lnTo>
                  <a:pt x="19050" y="201296"/>
                </a:lnTo>
                <a:close/>
                <a:moveTo>
                  <a:pt x="19050" y="19050"/>
                </a:moveTo>
                <a:lnTo>
                  <a:pt x="158750" y="19050"/>
                </a:lnTo>
                <a:lnTo>
                  <a:pt x="19050" y="190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1"/>
          <p:cNvSpPr/>
          <p:nvPr/>
        </p:nvSpPr>
        <p:spPr>
          <a:xfrm>
            <a:off x="510540" y="161544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블록 전체 적재"/>
          <p:cNvSpPr/>
          <p:nvPr/>
        </p:nvSpPr>
        <p:spPr>
          <a:xfrm>
            <a:off x="2042160" y="156210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전체 적재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SNAPSHOT · COPY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구간 병렬 · 수 시간</a:t>
            </a:r>
          </a:p>
        </p:txBody>
      </p:sp>
      <p:sp>
        <p:nvSpPr>
          <p:cNvPr id="13" name="아이콘 database_upload"/>
          <p:cNvSpPr/>
          <p:nvPr/>
        </p:nvSpPr>
        <p:spPr>
          <a:xfrm>
            <a:off x="2636520" y="17449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3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3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3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3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2095500" y="161544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블록 변경분 반영"/>
          <p:cNvSpPr/>
          <p:nvPr/>
        </p:nvSpPr>
        <p:spPr>
          <a:xfrm>
            <a:off x="3627120" y="156210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변경분 반영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이벤트 반복 적용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지연 수 초 ~ 수 분</a:t>
            </a:r>
          </a:p>
        </p:txBody>
      </p:sp>
      <p:sp>
        <p:nvSpPr>
          <p:cNvPr id="16" name="아이콘 sync"/>
          <p:cNvSpPr/>
          <p:nvPr/>
        </p:nvSpPr>
        <p:spPr>
          <a:xfrm>
            <a:off x="4234180" y="175768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8"/>
                </a:lnTo>
                <a:lnTo>
                  <a:pt x="56198" y="169545"/>
                </a:lnTo>
                <a:lnTo>
                  <a:pt x="56198" y="130175"/>
                </a:lnTo>
                <a:lnTo>
                  <a:pt x="75248" y="130175"/>
                </a:lnTo>
                <a:lnTo>
                  <a:pt x="75248" y="203200"/>
                </a:lnTo>
                <a:lnTo>
                  <a:pt x="2222" y="203200"/>
                </a:lnTo>
                <a:close/>
                <a:moveTo>
                  <a:pt x="131445" y="198437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2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7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3"/>
          <p:cNvSpPr/>
          <p:nvPr/>
        </p:nvSpPr>
        <p:spPr>
          <a:xfrm>
            <a:off x="3680460" y="161544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블록 원천 쓰기 중지"/>
          <p:cNvSpPr/>
          <p:nvPr/>
        </p:nvSpPr>
        <p:spPr>
          <a:xfrm>
            <a:off x="5501640" y="156210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원천 쓰기 중지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사람이 업무 중지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캡처 지연 확인</a:t>
            </a:r>
          </a:p>
        </p:txBody>
      </p:sp>
      <p:sp>
        <p:nvSpPr>
          <p:cNvPr id="19" name="아이콘 pause_circle"/>
          <p:cNvSpPr/>
          <p:nvPr/>
        </p:nvSpPr>
        <p:spPr>
          <a:xfrm>
            <a:off x="6083300" y="17322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2075" y="177800"/>
                </a:moveTo>
                <a:lnTo>
                  <a:pt x="111125" y="177800"/>
                </a:lnTo>
                <a:lnTo>
                  <a:pt x="111125" y="76200"/>
                </a:lnTo>
                <a:lnTo>
                  <a:pt x="92075" y="76200"/>
                </a:lnTo>
                <a:lnTo>
                  <a:pt x="92075" y="177800"/>
                </a:lnTo>
                <a:close/>
                <a:moveTo>
                  <a:pt x="142875" y="177800"/>
                </a:moveTo>
                <a:lnTo>
                  <a:pt x="161925" y="177800"/>
                </a:lnTo>
                <a:lnTo>
                  <a:pt x="161925" y="76200"/>
                </a:lnTo>
                <a:lnTo>
                  <a:pt x="142875" y="76200"/>
                </a:lnTo>
                <a:lnTo>
                  <a:pt x="142875" y="177800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30"/>
                </a:lnTo>
                <a:lnTo>
                  <a:pt x="278" y="118304"/>
                </a:lnTo>
                <a:lnTo>
                  <a:pt x="625" y="114022"/>
                </a:lnTo>
                <a:lnTo>
                  <a:pt x="1111" y="109784"/>
                </a:lnTo>
                <a:lnTo>
                  <a:pt x="1736" y="105591"/>
                </a:lnTo>
                <a:lnTo>
                  <a:pt x="2500" y="101441"/>
                </a:lnTo>
                <a:lnTo>
                  <a:pt x="3403" y="97336"/>
                </a:lnTo>
                <a:lnTo>
                  <a:pt x="4445" y="93274"/>
                </a:lnTo>
                <a:lnTo>
                  <a:pt x="5626" y="89257"/>
                </a:lnTo>
                <a:lnTo>
                  <a:pt x="6945" y="85284"/>
                </a:lnTo>
                <a:lnTo>
                  <a:pt x="8404" y="81355"/>
                </a:lnTo>
                <a:lnTo>
                  <a:pt x="10001" y="77470"/>
                </a:lnTo>
                <a:lnTo>
                  <a:pt x="11719" y="73649"/>
                </a:lnTo>
                <a:lnTo>
                  <a:pt x="13538" y="69912"/>
                </a:lnTo>
                <a:lnTo>
                  <a:pt x="15458" y="66258"/>
                </a:lnTo>
                <a:lnTo>
                  <a:pt x="17480" y="62689"/>
                </a:lnTo>
                <a:lnTo>
                  <a:pt x="19603" y="59203"/>
                </a:lnTo>
                <a:lnTo>
                  <a:pt x="21828" y="55801"/>
                </a:lnTo>
                <a:lnTo>
                  <a:pt x="24154" y="52482"/>
                </a:lnTo>
                <a:lnTo>
                  <a:pt x="26582" y="49248"/>
                </a:lnTo>
                <a:lnTo>
                  <a:pt x="29111" y="46097"/>
                </a:lnTo>
                <a:lnTo>
                  <a:pt x="31741" y="43030"/>
                </a:lnTo>
                <a:lnTo>
                  <a:pt x="34473" y="40047"/>
                </a:lnTo>
                <a:lnTo>
                  <a:pt x="37306" y="37148"/>
                </a:lnTo>
                <a:lnTo>
                  <a:pt x="40231" y="34340"/>
                </a:lnTo>
                <a:lnTo>
                  <a:pt x="43237" y="31631"/>
                </a:lnTo>
                <a:lnTo>
                  <a:pt x="46325" y="29021"/>
                </a:lnTo>
                <a:lnTo>
                  <a:pt x="49495" y="26511"/>
                </a:lnTo>
                <a:lnTo>
                  <a:pt x="52746" y="24100"/>
                </a:lnTo>
                <a:lnTo>
                  <a:pt x="56078" y="21788"/>
                </a:lnTo>
                <a:lnTo>
                  <a:pt x="59493" y="19576"/>
                </a:lnTo>
                <a:lnTo>
                  <a:pt x="62988" y="17462"/>
                </a:lnTo>
                <a:lnTo>
                  <a:pt x="66566" y="15448"/>
                </a:lnTo>
                <a:lnTo>
                  <a:pt x="70225" y="13533"/>
                </a:lnTo>
                <a:lnTo>
                  <a:pt x="73965" y="11718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70" y="69"/>
                </a:lnTo>
                <a:lnTo>
                  <a:pt x="135696" y="278"/>
                </a:lnTo>
                <a:lnTo>
                  <a:pt x="139978" y="625"/>
                </a:lnTo>
                <a:lnTo>
                  <a:pt x="144216" y="1111"/>
                </a:lnTo>
                <a:lnTo>
                  <a:pt x="148409" y="1736"/>
                </a:lnTo>
                <a:lnTo>
                  <a:pt x="152559" y="2500"/>
                </a:lnTo>
                <a:lnTo>
                  <a:pt x="156664" y="3403"/>
                </a:lnTo>
                <a:lnTo>
                  <a:pt x="160726" y="4445"/>
                </a:lnTo>
                <a:lnTo>
                  <a:pt x="164743" y="5626"/>
                </a:lnTo>
                <a:lnTo>
                  <a:pt x="168716" y="6945"/>
                </a:lnTo>
                <a:lnTo>
                  <a:pt x="172645" y="8404"/>
                </a:lnTo>
                <a:lnTo>
                  <a:pt x="176530" y="10001"/>
                </a:lnTo>
                <a:lnTo>
                  <a:pt x="180351" y="11718"/>
                </a:lnTo>
                <a:lnTo>
                  <a:pt x="184088" y="13533"/>
                </a:lnTo>
                <a:lnTo>
                  <a:pt x="187742" y="15448"/>
                </a:lnTo>
                <a:lnTo>
                  <a:pt x="191311" y="17462"/>
                </a:lnTo>
                <a:lnTo>
                  <a:pt x="194797" y="19576"/>
                </a:lnTo>
                <a:lnTo>
                  <a:pt x="198199" y="21788"/>
                </a:lnTo>
                <a:lnTo>
                  <a:pt x="201518" y="24100"/>
                </a:lnTo>
                <a:lnTo>
                  <a:pt x="204752" y="26511"/>
                </a:lnTo>
                <a:lnTo>
                  <a:pt x="207903" y="29021"/>
                </a:lnTo>
                <a:lnTo>
                  <a:pt x="210970" y="31631"/>
                </a:lnTo>
                <a:lnTo>
                  <a:pt x="213953" y="34340"/>
                </a:lnTo>
                <a:lnTo>
                  <a:pt x="216852" y="37148"/>
                </a:lnTo>
                <a:lnTo>
                  <a:pt x="219660" y="40047"/>
                </a:lnTo>
                <a:lnTo>
                  <a:pt x="222369" y="43030"/>
                </a:lnTo>
                <a:lnTo>
                  <a:pt x="224979" y="46097"/>
                </a:lnTo>
                <a:lnTo>
                  <a:pt x="227489" y="49248"/>
                </a:lnTo>
                <a:lnTo>
                  <a:pt x="229900" y="52482"/>
                </a:lnTo>
                <a:lnTo>
                  <a:pt x="232212" y="55801"/>
                </a:lnTo>
                <a:lnTo>
                  <a:pt x="234424" y="59203"/>
                </a:lnTo>
                <a:lnTo>
                  <a:pt x="236538" y="62689"/>
                </a:lnTo>
                <a:lnTo>
                  <a:pt x="238552" y="66258"/>
                </a:lnTo>
                <a:lnTo>
                  <a:pt x="240467" y="69912"/>
                </a:lnTo>
                <a:lnTo>
                  <a:pt x="242282" y="73649"/>
                </a:lnTo>
                <a:lnTo>
                  <a:pt x="243999" y="77470"/>
                </a:lnTo>
                <a:lnTo>
                  <a:pt x="245596" y="81355"/>
                </a:lnTo>
                <a:lnTo>
                  <a:pt x="247055" y="85284"/>
                </a:lnTo>
                <a:lnTo>
                  <a:pt x="248374" y="89257"/>
                </a:lnTo>
                <a:lnTo>
                  <a:pt x="249555" y="93274"/>
                </a:lnTo>
                <a:lnTo>
                  <a:pt x="250597" y="97336"/>
                </a:lnTo>
                <a:lnTo>
                  <a:pt x="251500" y="101441"/>
                </a:lnTo>
                <a:lnTo>
                  <a:pt x="252264" y="105591"/>
                </a:lnTo>
                <a:lnTo>
                  <a:pt x="252889" y="109784"/>
                </a:lnTo>
                <a:lnTo>
                  <a:pt x="253375" y="114022"/>
                </a:lnTo>
                <a:lnTo>
                  <a:pt x="253722" y="118304"/>
                </a:lnTo>
                <a:lnTo>
                  <a:pt x="253931" y="122630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2" y="180035"/>
                </a:lnTo>
                <a:lnTo>
                  <a:pt x="240467" y="183775"/>
                </a:lnTo>
                <a:lnTo>
                  <a:pt x="238552" y="187434"/>
                </a:lnTo>
                <a:lnTo>
                  <a:pt x="236538" y="191012"/>
                </a:lnTo>
                <a:lnTo>
                  <a:pt x="234424" y="194507"/>
                </a:lnTo>
                <a:lnTo>
                  <a:pt x="232212" y="197922"/>
                </a:lnTo>
                <a:lnTo>
                  <a:pt x="229900" y="201254"/>
                </a:lnTo>
                <a:lnTo>
                  <a:pt x="227489" y="204505"/>
                </a:lnTo>
                <a:lnTo>
                  <a:pt x="224979" y="207675"/>
                </a:lnTo>
                <a:lnTo>
                  <a:pt x="222369" y="210763"/>
                </a:lnTo>
                <a:lnTo>
                  <a:pt x="219660" y="213769"/>
                </a:lnTo>
                <a:lnTo>
                  <a:pt x="216852" y="216694"/>
                </a:lnTo>
                <a:lnTo>
                  <a:pt x="213953" y="219527"/>
                </a:lnTo>
                <a:lnTo>
                  <a:pt x="210970" y="222259"/>
                </a:lnTo>
                <a:lnTo>
                  <a:pt x="207903" y="224889"/>
                </a:lnTo>
                <a:lnTo>
                  <a:pt x="204752" y="227418"/>
                </a:lnTo>
                <a:lnTo>
                  <a:pt x="201518" y="229846"/>
                </a:lnTo>
                <a:lnTo>
                  <a:pt x="198199" y="232172"/>
                </a:lnTo>
                <a:lnTo>
                  <a:pt x="194797" y="234397"/>
                </a:lnTo>
                <a:lnTo>
                  <a:pt x="191311" y="236520"/>
                </a:lnTo>
                <a:lnTo>
                  <a:pt x="187742" y="238542"/>
                </a:lnTo>
                <a:lnTo>
                  <a:pt x="184088" y="240462"/>
                </a:lnTo>
                <a:lnTo>
                  <a:pt x="180351" y="242281"/>
                </a:lnTo>
                <a:lnTo>
                  <a:pt x="176530" y="243999"/>
                </a:lnTo>
                <a:lnTo>
                  <a:pt x="172645" y="245596"/>
                </a:lnTo>
                <a:lnTo>
                  <a:pt x="168716" y="247055"/>
                </a:lnTo>
                <a:lnTo>
                  <a:pt x="164743" y="248374"/>
                </a:lnTo>
                <a:lnTo>
                  <a:pt x="160726" y="249555"/>
                </a:lnTo>
                <a:lnTo>
                  <a:pt x="156664" y="250597"/>
                </a:lnTo>
                <a:lnTo>
                  <a:pt x="152559" y="251500"/>
                </a:lnTo>
                <a:lnTo>
                  <a:pt x="148409" y="252264"/>
                </a:lnTo>
                <a:lnTo>
                  <a:pt x="144216" y="252889"/>
                </a:lnTo>
                <a:lnTo>
                  <a:pt x="139978" y="253375"/>
                </a:lnTo>
                <a:lnTo>
                  <a:pt x="135696" y="253722"/>
                </a:lnTo>
                <a:lnTo>
                  <a:pt x="131370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419" y="234731"/>
                </a:lnTo>
                <a:lnTo>
                  <a:pt x="141649" y="234072"/>
                </a:lnTo>
                <a:lnTo>
                  <a:pt x="148689" y="232976"/>
                </a:lnTo>
                <a:lnTo>
                  <a:pt x="155540" y="231440"/>
                </a:lnTo>
                <a:lnTo>
                  <a:pt x="162201" y="229465"/>
                </a:lnTo>
                <a:lnTo>
                  <a:pt x="168672" y="227052"/>
                </a:lnTo>
                <a:lnTo>
                  <a:pt x="174954" y="224200"/>
                </a:lnTo>
                <a:lnTo>
                  <a:pt x="181046" y="220909"/>
                </a:lnTo>
                <a:lnTo>
                  <a:pt x="186948" y="217180"/>
                </a:lnTo>
                <a:lnTo>
                  <a:pt x="192661" y="213012"/>
                </a:lnTo>
                <a:lnTo>
                  <a:pt x="198184" y="208405"/>
                </a:lnTo>
                <a:lnTo>
                  <a:pt x="203518" y="203359"/>
                </a:lnTo>
                <a:lnTo>
                  <a:pt x="208538" y="198002"/>
                </a:lnTo>
                <a:lnTo>
                  <a:pt x="213122" y="192462"/>
                </a:lnTo>
                <a:lnTo>
                  <a:pt x="217269" y="186740"/>
                </a:lnTo>
                <a:lnTo>
                  <a:pt x="220980" y="180834"/>
                </a:lnTo>
                <a:lnTo>
                  <a:pt x="224254" y="174745"/>
                </a:lnTo>
                <a:lnTo>
                  <a:pt x="227092" y="168473"/>
                </a:lnTo>
                <a:lnTo>
                  <a:pt x="229493" y="162019"/>
                </a:lnTo>
                <a:lnTo>
                  <a:pt x="231458" y="155381"/>
                </a:lnTo>
                <a:lnTo>
                  <a:pt x="232985" y="148560"/>
                </a:lnTo>
                <a:lnTo>
                  <a:pt x="234077" y="141556"/>
                </a:lnTo>
                <a:lnTo>
                  <a:pt x="234732" y="134370"/>
                </a:lnTo>
                <a:lnTo>
                  <a:pt x="234950" y="127000"/>
                </a:lnTo>
                <a:lnTo>
                  <a:pt x="234732" y="119581"/>
                </a:lnTo>
                <a:lnTo>
                  <a:pt x="234077" y="112351"/>
                </a:lnTo>
                <a:lnTo>
                  <a:pt x="232985" y="105311"/>
                </a:lnTo>
                <a:lnTo>
                  <a:pt x="231458" y="98460"/>
                </a:lnTo>
                <a:lnTo>
                  <a:pt x="229493" y="91799"/>
                </a:lnTo>
                <a:lnTo>
                  <a:pt x="227092" y="85328"/>
                </a:lnTo>
                <a:lnTo>
                  <a:pt x="224254" y="79046"/>
                </a:lnTo>
                <a:lnTo>
                  <a:pt x="220980" y="72954"/>
                </a:lnTo>
                <a:lnTo>
                  <a:pt x="217269" y="67052"/>
                </a:lnTo>
                <a:lnTo>
                  <a:pt x="213122" y="61339"/>
                </a:lnTo>
                <a:lnTo>
                  <a:pt x="208538" y="55816"/>
                </a:lnTo>
                <a:lnTo>
                  <a:pt x="203518" y="50482"/>
                </a:lnTo>
                <a:lnTo>
                  <a:pt x="198184" y="45462"/>
                </a:lnTo>
                <a:lnTo>
                  <a:pt x="192661" y="40878"/>
                </a:lnTo>
                <a:lnTo>
                  <a:pt x="186948" y="36731"/>
                </a:lnTo>
                <a:lnTo>
                  <a:pt x="181046" y="33020"/>
                </a:lnTo>
                <a:lnTo>
                  <a:pt x="174954" y="29746"/>
                </a:lnTo>
                <a:lnTo>
                  <a:pt x="168672" y="26908"/>
                </a:lnTo>
                <a:lnTo>
                  <a:pt x="162201" y="24507"/>
                </a:lnTo>
                <a:lnTo>
                  <a:pt x="155540" y="22542"/>
                </a:lnTo>
                <a:lnTo>
                  <a:pt x="148689" y="21015"/>
                </a:lnTo>
                <a:lnTo>
                  <a:pt x="141649" y="19923"/>
                </a:lnTo>
                <a:lnTo>
                  <a:pt x="134419" y="19268"/>
                </a:lnTo>
                <a:lnTo>
                  <a:pt x="127000" y="19050"/>
                </a:lnTo>
                <a:lnTo>
                  <a:pt x="119630" y="19268"/>
                </a:lnTo>
                <a:lnTo>
                  <a:pt x="112444" y="19923"/>
                </a:lnTo>
                <a:lnTo>
                  <a:pt x="105440" y="21015"/>
                </a:lnTo>
                <a:lnTo>
                  <a:pt x="98619" y="22542"/>
                </a:lnTo>
                <a:lnTo>
                  <a:pt x="91981" y="24507"/>
                </a:lnTo>
                <a:lnTo>
                  <a:pt x="85527" y="26908"/>
                </a:lnTo>
                <a:lnTo>
                  <a:pt x="79255" y="29746"/>
                </a:lnTo>
                <a:lnTo>
                  <a:pt x="73166" y="33020"/>
                </a:lnTo>
                <a:lnTo>
                  <a:pt x="67260" y="36731"/>
                </a:lnTo>
                <a:lnTo>
                  <a:pt x="61538" y="40878"/>
                </a:lnTo>
                <a:lnTo>
                  <a:pt x="55998" y="45462"/>
                </a:lnTo>
                <a:lnTo>
                  <a:pt x="50641" y="50482"/>
                </a:lnTo>
                <a:lnTo>
                  <a:pt x="45595" y="55816"/>
                </a:lnTo>
                <a:lnTo>
                  <a:pt x="40988" y="61339"/>
                </a:lnTo>
                <a:lnTo>
                  <a:pt x="36820" y="67052"/>
                </a:lnTo>
                <a:lnTo>
                  <a:pt x="33091" y="72954"/>
                </a:lnTo>
                <a:lnTo>
                  <a:pt x="29800" y="79046"/>
                </a:lnTo>
                <a:lnTo>
                  <a:pt x="26948" y="85328"/>
                </a:lnTo>
                <a:lnTo>
                  <a:pt x="24535" y="91799"/>
                </a:lnTo>
                <a:lnTo>
                  <a:pt x="22560" y="98460"/>
                </a:lnTo>
                <a:lnTo>
                  <a:pt x="21024" y="105311"/>
                </a:lnTo>
                <a:lnTo>
                  <a:pt x="19928" y="112351"/>
                </a:lnTo>
                <a:lnTo>
                  <a:pt x="19269" y="119581"/>
                </a:lnTo>
                <a:lnTo>
                  <a:pt x="19050" y="127000"/>
                </a:lnTo>
                <a:lnTo>
                  <a:pt x="19269" y="134370"/>
                </a:lnTo>
                <a:lnTo>
                  <a:pt x="19928" y="141556"/>
                </a:lnTo>
                <a:lnTo>
                  <a:pt x="21024" y="148560"/>
                </a:lnTo>
                <a:lnTo>
                  <a:pt x="22560" y="155381"/>
                </a:lnTo>
                <a:lnTo>
                  <a:pt x="24535" y="162019"/>
                </a:lnTo>
                <a:lnTo>
                  <a:pt x="26948" y="168473"/>
                </a:lnTo>
                <a:lnTo>
                  <a:pt x="29800" y="174745"/>
                </a:lnTo>
                <a:lnTo>
                  <a:pt x="33091" y="180834"/>
                </a:lnTo>
                <a:lnTo>
                  <a:pt x="36820" y="186740"/>
                </a:lnTo>
                <a:lnTo>
                  <a:pt x="40988" y="192462"/>
                </a:lnTo>
                <a:lnTo>
                  <a:pt x="45595" y="198002"/>
                </a:lnTo>
                <a:lnTo>
                  <a:pt x="50641" y="203359"/>
                </a:lnTo>
                <a:lnTo>
                  <a:pt x="55998" y="208405"/>
                </a:lnTo>
                <a:lnTo>
                  <a:pt x="61538" y="213012"/>
                </a:lnTo>
                <a:lnTo>
                  <a:pt x="67260" y="217180"/>
                </a:lnTo>
                <a:lnTo>
                  <a:pt x="73166" y="220909"/>
                </a:lnTo>
                <a:lnTo>
                  <a:pt x="79255" y="224200"/>
                </a:lnTo>
                <a:lnTo>
                  <a:pt x="85527" y="227052"/>
                </a:lnTo>
                <a:lnTo>
                  <a:pt x="91981" y="229465"/>
                </a:lnTo>
                <a:lnTo>
                  <a:pt x="98619" y="231440"/>
                </a:lnTo>
                <a:lnTo>
                  <a:pt x="105440" y="232976"/>
                </a:lnTo>
                <a:lnTo>
                  <a:pt x="112444" y="234072"/>
                </a:lnTo>
                <a:lnTo>
                  <a:pt x="119630" y="234731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4"/>
          <p:cNvSpPr/>
          <p:nvPr/>
        </p:nvSpPr>
        <p:spPr>
          <a:xfrm>
            <a:off x="5554980" y="161544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1" name="블록 마지막 반영"/>
          <p:cNvSpPr/>
          <p:nvPr/>
        </p:nvSpPr>
        <p:spPr>
          <a:xfrm>
            <a:off x="7086600" y="156210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마지막 반영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반영 0건이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2회 연속될 때까지</a:t>
            </a:r>
          </a:p>
        </p:txBody>
      </p:sp>
      <p:sp>
        <p:nvSpPr>
          <p:cNvPr id="22" name="아이콘 published_with_changes"/>
          <p:cNvSpPr/>
          <p:nvPr/>
        </p:nvSpPr>
        <p:spPr>
          <a:xfrm>
            <a:off x="7671435" y="173291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8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3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7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2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5"/>
          <p:cNvSpPr/>
          <p:nvPr/>
        </p:nvSpPr>
        <p:spPr>
          <a:xfrm>
            <a:off x="7139940" y="161544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4" name="블록 검증"/>
          <p:cNvSpPr/>
          <p:nvPr/>
        </p:nvSpPr>
        <p:spPr>
          <a:xfrm>
            <a:off x="8671560" y="156210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검증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 · 합계 · 해시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= 대상</a:t>
            </a:r>
          </a:p>
        </p:txBody>
      </p:sp>
      <p:sp>
        <p:nvSpPr>
          <p:cNvPr id="25" name="아이콘 fact_check"/>
          <p:cNvSpPr/>
          <p:nvPr/>
        </p:nvSpPr>
        <p:spPr>
          <a:xfrm>
            <a:off x="9250680" y="174498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8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번호 6"/>
          <p:cNvSpPr/>
          <p:nvPr/>
        </p:nvSpPr>
        <p:spPr>
          <a:xfrm>
            <a:off x="8724900" y="161544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7" name="블록 전환"/>
          <p:cNvSpPr/>
          <p:nvPr/>
        </p:nvSpPr>
        <p:spPr>
          <a:xfrm>
            <a:off x="10256520" y="156210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전환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setval · FK 켜기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소요 시간 기록</a:t>
            </a:r>
          </a:p>
        </p:txBody>
      </p:sp>
      <p:sp>
        <p:nvSpPr>
          <p:cNvPr id="28" name="아이콘 swap_horiz"/>
          <p:cNvSpPr/>
          <p:nvPr/>
        </p:nvSpPr>
        <p:spPr>
          <a:xfrm>
            <a:off x="10838180" y="17576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번호 7"/>
          <p:cNvSpPr/>
          <p:nvPr/>
        </p:nvSpPr>
        <p:spPr>
          <a:xfrm>
            <a:off x="10309860" y="161544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0" name="블록 원천 업무 쓰기 계속"/>
          <p:cNvSpPr/>
          <p:nvPr/>
        </p:nvSpPr>
        <p:spPr>
          <a:xfrm>
            <a:off x="457200" y="3200400"/>
            <a:ext cx="4587240" cy="396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64B8C"/>
            </a:solidFill>
          </a:ln>
        </p:spPr>
        <p:txBody>
          <a:bodyPr rtlCol="0" anchor="ctr" lIns="1805750" tIns="0" rIns="0" bIns="0" wrap="none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원천 업무 쓰기 계속</a:t>
            </a:r>
          </a:p>
        </p:txBody>
      </p:sp>
      <p:sp>
        <p:nvSpPr>
          <p:cNvPr id="31" name="아이콘 edit_note"/>
          <p:cNvSpPr/>
          <p:nvPr/>
        </p:nvSpPr>
        <p:spPr>
          <a:xfrm>
            <a:off x="2021650" y="3332480"/>
            <a:ext cx="148590" cy="132080"/>
          </a:xfrm>
          <a:custGeom>
            <a:avLst/>
            <a:gdLst/>
            <a:ahLst/>
            <a:cxnLst/>
            <a:rect l="l" t="t" r="r" b="b"/>
            <a:pathLst>
              <a:path w="148590" h="132080">
                <a:moveTo>
                  <a:pt x="0" y="80486"/>
                </a:moveTo>
                <a:lnTo>
                  <a:pt x="0" y="68104"/>
                </a:lnTo>
                <a:lnTo>
                  <a:pt x="61912" y="68104"/>
                </a:lnTo>
                <a:lnTo>
                  <a:pt x="61912" y="80486"/>
                </a:lnTo>
                <a:lnTo>
                  <a:pt x="0" y="80486"/>
                </a:lnTo>
                <a:close/>
                <a:moveTo>
                  <a:pt x="0" y="46434"/>
                </a:moveTo>
                <a:lnTo>
                  <a:pt x="0" y="34052"/>
                </a:lnTo>
                <a:lnTo>
                  <a:pt x="96996" y="34052"/>
                </a:lnTo>
                <a:lnTo>
                  <a:pt x="96996" y="46434"/>
                </a:lnTo>
                <a:lnTo>
                  <a:pt x="0" y="46434"/>
                </a:lnTo>
                <a:close/>
                <a:moveTo>
                  <a:pt x="0" y="12382"/>
                </a:moveTo>
                <a:lnTo>
                  <a:pt x="0" y="0"/>
                </a:lnTo>
                <a:lnTo>
                  <a:pt x="96996" y="0"/>
                </a:lnTo>
                <a:lnTo>
                  <a:pt x="96996" y="12382"/>
                </a:lnTo>
                <a:lnTo>
                  <a:pt x="0" y="12382"/>
                </a:lnTo>
                <a:close/>
                <a:moveTo>
                  <a:pt x="74294" y="132080"/>
                </a:moveTo>
                <a:lnTo>
                  <a:pt x="74294" y="106696"/>
                </a:lnTo>
                <a:lnTo>
                  <a:pt x="119903" y="61293"/>
                </a:lnTo>
                <a:lnTo>
                  <a:pt x="120216" y="60991"/>
                </a:lnTo>
                <a:lnTo>
                  <a:pt x="120534" y="60703"/>
                </a:lnTo>
                <a:lnTo>
                  <a:pt x="120858" y="60429"/>
                </a:lnTo>
                <a:lnTo>
                  <a:pt x="121187" y="60170"/>
                </a:lnTo>
                <a:lnTo>
                  <a:pt x="121523" y="59925"/>
                </a:lnTo>
                <a:lnTo>
                  <a:pt x="121864" y="59694"/>
                </a:lnTo>
                <a:lnTo>
                  <a:pt x="122211" y="59478"/>
                </a:lnTo>
                <a:lnTo>
                  <a:pt x="122563" y="59275"/>
                </a:lnTo>
                <a:lnTo>
                  <a:pt x="122922" y="59088"/>
                </a:lnTo>
                <a:lnTo>
                  <a:pt x="123286" y="58914"/>
                </a:lnTo>
                <a:lnTo>
                  <a:pt x="123655" y="58755"/>
                </a:lnTo>
                <a:lnTo>
                  <a:pt x="124031" y="58610"/>
                </a:lnTo>
                <a:lnTo>
                  <a:pt x="124409" y="58479"/>
                </a:lnTo>
                <a:lnTo>
                  <a:pt x="124788" y="58358"/>
                </a:lnTo>
                <a:lnTo>
                  <a:pt x="125166" y="58249"/>
                </a:lnTo>
                <a:lnTo>
                  <a:pt x="125544" y="58152"/>
                </a:lnTo>
                <a:lnTo>
                  <a:pt x="125923" y="58066"/>
                </a:lnTo>
                <a:lnTo>
                  <a:pt x="126301" y="57991"/>
                </a:lnTo>
                <a:lnTo>
                  <a:pt x="126679" y="57928"/>
                </a:lnTo>
                <a:lnTo>
                  <a:pt x="127058" y="57877"/>
                </a:lnTo>
                <a:lnTo>
                  <a:pt x="127436" y="57837"/>
                </a:lnTo>
                <a:lnTo>
                  <a:pt x="127814" y="57808"/>
                </a:lnTo>
                <a:lnTo>
                  <a:pt x="128193" y="57791"/>
                </a:lnTo>
                <a:lnTo>
                  <a:pt x="128571" y="57785"/>
                </a:lnTo>
                <a:lnTo>
                  <a:pt x="128982" y="57791"/>
                </a:lnTo>
                <a:lnTo>
                  <a:pt x="129391" y="57811"/>
                </a:lnTo>
                <a:lnTo>
                  <a:pt x="129796" y="57843"/>
                </a:lnTo>
                <a:lnTo>
                  <a:pt x="130199" y="57888"/>
                </a:lnTo>
                <a:lnTo>
                  <a:pt x="130599" y="57946"/>
                </a:lnTo>
                <a:lnTo>
                  <a:pt x="130996" y="58017"/>
                </a:lnTo>
                <a:lnTo>
                  <a:pt x="131390" y="58101"/>
                </a:lnTo>
                <a:lnTo>
                  <a:pt x="131781" y="58198"/>
                </a:lnTo>
                <a:lnTo>
                  <a:pt x="132170" y="58307"/>
                </a:lnTo>
                <a:lnTo>
                  <a:pt x="132555" y="58430"/>
                </a:lnTo>
                <a:lnTo>
                  <a:pt x="132938" y="58565"/>
                </a:lnTo>
                <a:lnTo>
                  <a:pt x="133318" y="58714"/>
                </a:lnTo>
                <a:lnTo>
                  <a:pt x="133693" y="58875"/>
                </a:lnTo>
                <a:lnTo>
                  <a:pt x="134063" y="59049"/>
                </a:lnTo>
                <a:lnTo>
                  <a:pt x="134427" y="59236"/>
                </a:lnTo>
                <a:lnTo>
                  <a:pt x="134785" y="59436"/>
                </a:lnTo>
                <a:lnTo>
                  <a:pt x="135138" y="59649"/>
                </a:lnTo>
                <a:lnTo>
                  <a:pt x="135485" y="59875"/>
                </a:lnTo>
                <a:lnTo>
                  <a:pt x="135826" y="60113"/>
                </a:lnTo>
                <a:lnTo>
                  <a:pt x="136161" y="60365"/>
                </a:lnTo>
                <a:lnTo>
                  <a:pt x="136491" y="60629"/>
                </a:lnTo>
                <a:lnTo>
                  <a:pt x="136815" y="60906"/>
                </a:lnTo>
                <a:lnTo>
                  <a:pt x="137133" y="61197"/>
                </a:lnTo>
                <a:lnTo>
                  <a:pt x="137445" y="61500"/>
                </a:lnTo>
                <a:lnTo>
                  <a:pt x="145081" y="69136"/>
                </a:lnTo>
                <a:lnTo>
                  <a:pt x="145384" y="69448"/>
                </a:lnTo>
                <a:lnTo>
                  <a:pt x="145672" y="69766"/>
                </a:lnTo>
                <a:lnTo>
                  <a:pt x="145945" y="70090"/>
                </a:lnTo>
                <a:lnTo>
                  <a:pt x="146205" y="70420"/>
                </a:lnTo>
                <a:lnTo>
                  <a:pt x="146450" y="70755"/>
                </a:lnTo>
                <a:lnTo>
                  <a:pt x="146681" y="71096"/>
                </a:lnTo>
                <a:lnTo>
                  <a:pt x="146897" y="71443"/>
                </a:lnTo>
                <a:lnTo>
                  <a:pt x="147099" y="71796"/>
                </a:lnTo>
                <a:lnTo>
                  <a:pt x="147287" y="72154"/>
                </a:lnTo>
                <a:lnTo>
                  <a:pt x="147460" y="72518"/>
                </a:lnTo>
                <a:lnTo>
                  <a:pt x="147619" y="72888"/>
                </a:lnTo>
                <a:lnTo>
                  <a:pt x="147764" y="73263"/>
                </a:lnTo>
                <a:lnTo>
                  <a:pt x="147896" y="73641"/>
                </a:lnTo>
                <a:lnTo>
                  <a:pt x="148016" y="74020"/>
                </a:lnTo>
                <a:lnTo>
                  <a:pt x="148125" y="74398"/>
                </a:lnTo>
                <a:lnTo>
                  <a:pt x="148223" y="74777"/>
                </a:lnTo>
                <a:lnTo>
                  <a:pt x="148309" y="75155"/>
                </a:lnTo>
                <a:lnTo>
                  <a:pt x="148383" y="75533"/>
                </a:lnTo>
                <a:lnTo>
                  <a:pt x="148446" y="75912"/>
                </a:lnTo>
                <a:lnTo>
                  <a:pt x="148498" y="76290"/>
                </a:lnTo>
                <a:lnTo>
                  <a:pt x="148538" y="76668"/>
                </a:lnTo>
                <a:lnTo>
                  <a:pt x="148567" y="77047"/>
                </a:lnTo>
                <a:lnTo>
                  <a:pt x="148584" y="77425"/>
                </a:lnTo>
                <a:lnTo>
                  <a:pt x="148590" y="77803"/>
                </a:lnTo>
                <a:lnTo>
                  <a:pt x="148583" y="78182"/>
                </a:lnTo>
                <a:lnTo>
                  <a:pt x="148564" y="78563"/>
                </a:lnTo>
                <a:lnTo>
                  <a:pt x="148531" y="78945"/>
                </a:lnTo>
                <a:lnTo>
                  <a:pt x="148486" y="79328"/>
                </a:lnTo>
                <a:lnTo>
                  <a:pt x="148428" y="79713"/>
                </a:lnTo>
                <a:lnTo>
                  <a:pt x="148357" y="80099"/>
                </a:lnTo>
                <a:lnTo>
                  <a:pt x="148273" y="80487"/>
                </a:lnTo>
                <a:lnTo>
                  <a:pt x="148177" y="80876"/>
                </a:lnTo>
                <a:lnTo>
                  <a:pt x="148067" y="81267"/>
                </a:lnTo>
                <a:lnTo>
                  <a:pt x="147945" y="81659"/>
                </a:lnTo>
                <a:lnTo>
                  <a:pt x="147809" y="82052"/>
                </a:lnTo>
                <a:lnTo>
                  <a:pt x="147661" y="82447"/>
                </a:lnTo>
                <a:lnTo>
                  <a:pt x="147500" y="82839"/>
                </a:lnTo>
                <a:lnTo>
                  <a:pt x="147326" y="83224"/>
                </a:lnTo>
                <a:lnTo>
                  <a:pt x="147140" y="83601"/>
                </a:lnTo>
                <a:lnTo>
                  <a:pt x="146941" y="83972"/>
                </a:lnTo>
                <a:lnTo>
                  <a:pt x="146729" y="84335"/>
                </a:lnTo>
                <a:lnTo>
                  <a:pt x="146505" y="84691"/>
                </a:lnTo>
                <a:lnTo>
                  <a:pt x="146268" y="85040"/>
                </a:lnTo>
                <a:lnTo>
                  <a:pt x="146018" y="85382"/>
                </a:lnTo>
                <a:lnTo>
                  <a:pt x="145756" y="85717"/>
                </a:lnTo>
                <a:lnTo>
                  <a:pt x="145481" y="86044"/>
                </a:lnTo>
                <a:lnTo>
                  <a:pt x="145193" y="86364"/>
                </a:lnTo>
                <a:lnTo>
                  <a:pt x="144893" y="86678"/>
                </a:lnTo>
                <a:lnTo>
                  <a:pt x="99679" y="132080"/>
                </a:lnTo>
                <a:lnTo>
                  <a:pt x="74294" y="132080"/>
                </a:lnTo>
                <a:close/>
                <a:moveTo>
                  <a:pt x="136207" y="77803"/>
                </a:moveTo>
                <a:lnTo>
                  <a:pt x="128571" y="70168"/>
                </a:lnTo>
                <a:lnTo>
                  <a:pt x="136207" y="77803"/>
                </a:lnTo>
                <a:close/>
                <a:moveTo>
                  <a:pt x="86677" y="119698"/>
                </a:moveTo>
                <a:lnTo>
                  <a:pt x="94519" y="119698"/>
                </a:lnTo>
                <a:lnTo>
                  <a:pt x="119491" y="94520"/>
                </a:lnTo>
                <a:lnTo>
                  <a:pt x="115776" y="90599"/>
                </a:lnTo>
                <a:lnTo>
                  <a:pt x="111855" y="86884"/>
                </a:lnTo>
                <a:lnTo>
                  <a:pt x="86677" y="111855"/>
                </a:lnTo>
                <a:lnTo>
                  <a:pt x="86677" y="119698"/>
                </a:lnTo>
                <a:close/>
                <a:moveTo>
                  <a:pt x="115776" y="90599"/>
                </a:moveTo>
                <a:lnTo>
                  <a:pt x="111855" y="86884"/>
                </a:lnTo>
                <a:lnTo>
                  <a:pt x="119491" y="94520"/>
                </a:lnTo>
                <a:lnTo>
                  <a:pt x="115776" y="90599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블록 다운타임 측정: ④ 시작 ~ ⑦ 끝"/>
          <p:cNvSpPr/>
          <p:nvPr/>
        </p:nvSpPr>
        <p:spPr>
          <a:xfrm>
            <a:off x="5501640" y="3200400"/>
            <a:ext cx="3002280" cy="396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64B8C"/>
            </a:solidFill>
          </a:ln>
        </p:spPr>
        <p:txBody>
          <a:bodyPr rtlCol="0" anchor="ctr" lIns="699135" tIns="0" rIns="0" bIns="0" wrap="none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다운타임 측정: ④ 시작 ~ ⑦ 끝</a:t>
            </a:r>
          </a:p>
        </p:txBody>
      </p:sp>
      <p:sp>
        <p:nvSpPr>
          <p:cNvPr id="33" name="아이콘 timer"/>
          <p:cNvSpPr/>
          <p:nvPr/>
        </p:nvSpPr>
        <p:spPr>
          <a:xfrm>
            <a:off x="5951220" y="3307715"/>
            <a:ext cx="148590" cy="173149"/>
          </a:xfrm>
          <a:custGeom>
            <a:avLst/>
            <a:gdLst/>
            <a:ahLst/>
            <a:cxnLst/>
            <a:rect l="l" t="t" r="r" b="b"/>
            <a:pathLst>
              <a:path w="148590" h="173149">
                <a:moveTo>
                  <a:pt x="49530" y="12383"/>
                </a:moveTo>
                <a:lnTo>
                  <a:pt x="49530" y="0"/>
                </a:lnTo>
                <a:lnTo>
                  <a:pt x="99060" y="0"/>
                </a:lnTo>
                <a:lnTo>
                  <a:pt x="99060" y="12383"/>
                </a:lnTo>
                <a:lnTo>
                  <a:pt x="49530" y="12383"/>
                </a:lnTo>
                <a:close/>
                <a:moveTo>
                  <a:pt x="68104" y="104632"/>
                </a:moveTo>
                <a:lnTo>
                  <a:pt x="80486" y="104632"/>
                </a:lnTo>
                <a:lnTo>
                  <a:pt x="80486" y="57166"/>
                </a:lnTo>
                <a:lnTo>
                  <a:pt x="68104" y="57166"/>
                </a:lnTo>
                <a:lnTo>
                  <a:pt x="68104" y="104632"/>
                </a:lnTo>
                <a:close/>
                <a:moveTo>
                  <a:pt x="45506" y="167267"/>
                </a:moveTo>
                <a:lnTo>
                  <a:pt x="43276" y="166257"/>
                </a:lnTo>
                <a:lnTo>
                  <a:pt x="41094" y="165189"/>
                </a:lnTo>
                <a:lnTo>
                  <a:pt x="38960" y="164062"/>
                </a:lnTo>
                <a:lnTo>
                  <a:pt x="36872" y="162876"/>
                </a:lnTo>
                <a:lnTo>
                  <a:pt x="34832" y="161631"/>
                </a:lnTo>
                <a:lnTo>
                  <a:pt x="32839" y="160328"/>
                </a:lnTo>
                <a:lnTo>
                  <a:pt x="30894" y="158965"/>
                </a:lnTo>
                <a:lnTo>
                  <a:pt x="28996" y="157544"/>
                </a:lnTo>
                <a:lnTo>
                  <a:pt x="27145" y="156065"/>
                </a:lnTo>
                <a:lnTo>
                  <a:pt x="25341" y="154526"/>
                </a:lnTo>
                <a:lnTo>
                  <a:pt x="23585" y="152929"/>
                </a:lnTo>
                <a:lnTo>
                  <a:pt x="21876" y="151273"/>
                </a:lnTo>
                <a:lnTo>
                  <a:pt x="20220" y="149564"/>
                </a:lnTo>
                <a:lnTo>
                  <a:pt x="18622" y="147807"/>
                </a:lnTo>
                <a:lnTo>
                  <a:pt x="17084" y="146004"/>
                </a:lnTo>
                <a:lnTo>
                  <a:pt x="15604" y="144153"/>
                </a:lnTo>
                <a:lnTo>
                  <a:pt x="14183" y="142255"/>
                </a:lnTo>
                <a:lnTo>
                  <a:pt x="12821" y="140309"/>
                </a:lnTo>
                <a:lnTo>
                  <a:pt x="11518" y="138316"/>
                </a:lnTo>
                <a:lnTo>
                  <a:pt x="10273" y="136276"/>
                </a:lnTo>
                <a:lnTo>
                  <a:pt x="9087" y="134189"/>
                </a:lnTo>
                <a:lnTo>
                  <a:pt x="7960" y="132054"/>
                </a:lnTo>
                <a:lnTo>
                  <a:pt x="6891" y="129872"/>
                </a:lnTo>
                <a:lnTo>
                  <a:pt x="5882" y="127643"/>
                </a:lnTo>
                <a:lnTo>
                  <a:pt x="4942" y="125378"/>
                </a:lnTo>
                <a:lnTo>
                  <a:pt x="4085" y="123088"/>
                </a:lnTo>
                <a:lnTo>
                  <a:pt x="3308" y="120775"/>
                </a:lnTo>
                <a:lnTo>
                  <a:pt x="2614" y="118436"/>
                </a:lnTo>
                <a:lnTo>
                  <a:pt x="2001" y="116074"/>
                </a:lnTo>
                <a:lnTo>
                  <a:pt x="1470" y="113687"/>
                </a:lnTo>
                <a:lnTo>
                  <a:pt x="1021" y="111276"/>
                </a:lnTo>
                <a:lnTo>
                  <a:pt x="654" y="108840"/>
                </a:lnTo>
                <a:lnTo>
                  <a:pt x="368" y="106380"/>
                </a:lnTo>
                <a:lnTo>
                  <a:pt x="163" y="103895"/>
                </a:lnTo>
                <a:lnTo>
                  <a:pt x="41" y="101387"/>
                </a:lnTo>
                <a:lnTo>
                  <a:pt x="0" y="98854"/>
                </a:lnTo>
                <a:lnTo>
                  <a:pt x="41" y="96321"/>
                </a:lnTo>
                <a:lnTo>
                  <a:pt x="163" y="93812"/>
                </a:lnTo>
                <a:lnTo>
                  <a:pt x="368" y="91327"/>
                </a:lnTo>
                <a:lnTo>
                  <a:pt x="654" y="88867"/>
                </a:lnTo>
                <a:lnTo>
                  <a:pt x="1021" y="86432"/>
                </a:lnTo>
                <a:lnTo>
                  <a:pt x="1470" y="84020"/>
                </a:lnTo>
                <a:lnTo>
                  <a:pt x="2001" y="81633"/>
                </a:lnTo>
                <a:lnTo>
                  <a:pt x="2614" y="79271"/>
                </a:lnTo>
                <a:lnTo>
                  <a:pt x="3308" y="76933"/>
                </a:lnTo>
                <a:lnTo>
                  <a:pt x="4085" y="74619"/>
                </a:lnTo>
                <a:lnTo>
                  <a:pt x="4942" y="72329"/>
                </a:lnTo>
                <a:lnTo>
                  <a:pt x="5882" y="70064"/>
                </a:lnTo>
                <a:lnTo>
                  <a:pt x="6891" y="67835"/>
                </a:lnTo>
                <a:lnTo>
                  <a:pt x="7960" y="65653"/>
                </a:lnTo>
                <a:lnTo>
                  <a:pt x="9087" y="63518"/>
                </a:lnTo>
                <a:lnTo>
                  <a:pt x="10273" y="61431"/>
                </a:lnTo>
                <a:lnTo>
                  <a:pt x="11518" y="59391"/>
                </a:lnTo>
                <a:lnTo>
                  <a:pt x="12821" y="57398"/>
                </a:lnTo>
                <a:lnTo>
                  <a:pt x="14183" y="55453"/>
                </a:lnTo>
                <a:lnTo>
                  <a:pt x="15604" y="53554"/>
                </a:lnTo>
                <a:lnTo>
                  <a:pt x="17084" y="51703"/>
                </a:lnTo>
                <a:lnTo>
                  <a:pt x="18622" y="49900"/>
                </a:lnTo>
                <a:lnTo>
                  <a:pt x="20220" y="48143"/>
                </a:lnTo>
                <a:lnTo>
                  <a:pt x="21876" y="46434"/>
                </a:lnTo>
                <a:lnTo>
                  <a:pt x="23585" y="44778"/>
                </a:lnTo>
                <a:lnTo>
                  <a:pt x="25341" y="43181"/>
                </a:lnTo>
                <a:lnTo>
                  <a:pt x="27145" y="41643"/>
                </a:lnTo>
                <a:lnTo>
                  <a:pt x="28996" y="40163"/>
                </a:lnTo>
                <a:lnTo>
                  <a:pt x="30894" y="38742"/>
                </a:lnTo>
                <a:lnTo>
                  <a:pt x="32839" y="37380"/>
                </a:lnTo>
                <a:lnTo>
                  <a:pt x="34832" y="36076"/>
                </a:lnTo>
                <a:lnTo>
                  <a:pt x="36872" y="34832"/>
                </a:lnTo>
                <a:lnTo>
                  <a:pt x="38960" y="33646"/>
                </a:lnTo>
                <a:lnTo>
                  <a:pt x="41094" y="32518"/>
                </a:lnTo>
                <a:lnTo>
                  <a:pt x="43276" y="31450"/>
                </a:lnTo>
                <a:lnTo>
                  <a:pt x="45506" y="30440"/>
                </a:lnTo>
                <a:lnTo>
                  <a:pt x="47771" y="29501"/>
                </a:lnTo>
                <a:lnTo>
                  <a:pt x="50060" y="28643"/>
                </a:lnTo>
                <a:lnTo>
                  <a:pt x="52374" y="27867"/>
                </a:lnTo>
                <a:lnTo>
                  <a:pt x="54712" y="27173"/>
                </a:lnTo>
                <a:lnTo>
                  <a:pt x="57075" y="26560"/>
                </a:lnTo>
                <a:lnTo>
                  <a:pt x="59462" y="26029"/>
                </a:lnTo>
                <a:lnTo>
                  <a:pt x="61873" y="25580"/>
                </a:lnTo>
                <a:lnTo>
                  <a:pt x="64309" y="25212"/>
                </a:lnTo>
                <a:lnTo>
                  <a:pt x="66769" y="24926"/>
                </a:lnTo>
                <a:lnTo>
                  <a:pt x="69253" y="24722"/>
                </a:lnTo>
                <a:lnTo>
                  <a:pt x="71762" y="24599"/>
                </a:lnTo>
                <a:lnTo>
                  <a:pt x="74295" y="24559"/>
                </a:lnTo>
                <a:lnTo>
                  <a:pt x="76588" y="24591"/>
                </a:lnTo>
                <a:lnTo>
                  <a:pt x="78858" y="24688"/>
                </a:lnTo>
                <a:lnTo>
                  <a:pt x="81105" y="24849"/>
                </a:lnTo>
                <a:lnTo>
                  <a:pt x="83330" y="25075"/>
                </a:lnTo>
                <a:lnTo>
                  <a:pt x="85531" y="25365"/>
                </a:lnTo>
                <a:lnTo>
                  <a:pt x="87709" y="25719"/>
                </a:lnTo>
                <a:lnTo>
                  <a:pt x="89865" y="26139"/>
                </a:lnTo>
                <a:lnTo>
                  <a:pt x="91997" y="26622"/>
                </a:lnTo>
                <a:lnTo>
                  <a:pt x="94107" y="27171"/>
                </a:lnTo>
                <a:lnTo>
                  <a:pt x="96194" y="27783"/>
                </a:lnTo>
                <a:lnTo>
                  <a:pt x="98257" y="28460"/>
                </a:lnTo>
                <a:lnTo>
                  <a:pt x="100298" y="29202"/>
                </a:lnTo>
                <a:lnTo>
                  <a:pt x="102309" y="30001"/>
                </a:lnTo>
                <a:lnTo>
                  <a:pt x="104282" y="30850"/>
                </a:lnTo>
                <a:lnTo>
                  <a:pt x="106219" y="31750"/>
                </a:lnTo>
                <a:lnTo>
                  <a:pt x="108118" y="32699"/>
                </a:lnTo>
                <a:lnTo>
                  <a:pt x="109979" y="33699"/>
                </a:lnTo>
                <a:lnTo>
                  <a:pt x="111804" y="34748"/>
                </a:lnTo>
                <a:lnTo>
                  <a:pt x="113591" y="35848"/>
                </a:lnTo>
                <a:lnTo>
                  <a:pt x="115341" y="36998"/>
                </a:lnTo>
                <a:lnTo>
                  <a:pt x="117053" y="38199"/>
                </a:lnTo>
                <a:lnTo>
                  <a:pt x="118729" y="39449"/>
                </a:lnTo>
                <a:lnTo>
                  <a:pt x="120367" y="40750"/>
                </a:lnTo>
                <a:lnTo>
                  <a:pt x="121968" y="42101"/>
                </a:lnTo>
                <a:lnTo>
                  <a:pt x="132493" y="31575"/>
                </a:lnTo>
                <a:lnTo>
                  <a:pt x="141160" y="40243"/>
                </a:lnTo>
                <a:lnTo>
                  <a:pt x="130635" y="50768"/>
                </a:lnTo>
                <a:lnTo>
                  <a:pt x="131859" y="52168"/>
                </a:lnTo>
                <a:lnTo>
                  <a:pt x="133052" y="53617"/>
                </a:lnTo>
                <a:lnTo>
                  <a:pt x="134215" y="55115"/>
                </a:lnTo>
                <a:lnTo>
                  <a:pt x="135348" y="56661"/>
                </a:lnTo>
                <a:lnTo>
                  <a:pt x="136450" y="58257"/>
                </a:lnTo>
                <a:lnTo>
                  <a:pt x="137523" y="59900"/>
                </a:lnTo>
                <a:lnTo>
                  <a:pt x="138566" y="61593"/>
                </a:lnTo>
                <a:lnTo>
                  <a:pt x="139578" y="63334"/>
                </a:lnTo>
                <a:lnTo>
                  <a:pt x="140561" y="65124"/>
                </a:lnTo>
                <a:lnTo>
                  <a:pt x="141513" y="66963"/>
                </a:lnTo>
                <a:lnTo>
                  <a:pt x="142435" y="68850"/>
                </a:lnTo>
                <a:lnTo>
                  <a:pt x="143327" y="70787"/>
                </a:lnTo>
                <a:lnTo>
                  <a:pt x="144168" y="72779"/>
                </a:lnTo>
                <a:lnTo>
                  <a:pt x="144935" y="74834"/>
                </a:lnTo>
                <a:lnTo>
                  <a:pt x="145630" y="76952"/>
                </a:lnTo>
                <a:lnTo>
                  <a:pt x="146251" y="79133"/>
                </a:lnTo>
                <a:lnTo>
                  <a:pt x="146799" y="81378"/>
                </a:lnTo>
                <a:lnTo>
                  <a:pt x="147274" y="83685"/>
                </a:lnTo>
                <a:lnTo>
                  <a:pt x="147676" y="86056"/>
                </a:lnTo>
                <a:lnTo>
                  <a:pt x="148005" y="88489"/>
                </a:lnTo>
                <a:lnTo>
                  <a:pt x="148261" y="90986"/>
                </a:lnTo>
                <a:lnTo>
                  <a:pt x="148444" y="93545"/>
                </a:lnTo>
                <a:lnTo>
                  <a:pt x="148553" y="96168"/>
                </a:lnTo>
                <a:lnTo>
                  <a:pt x="148590" y="98854"/>
                </a:lnTo>
                <a:lnTo>
                  <a:pt x="148549" y="101387"/>
                </a:lnTo>
                <a:lnTo>
                  <a:pt x="148427" y="103895"/>
                </a:lnTo>
                <a:lnTo>
                  <a:pt x="148222" y="106380"/>
                </a:lnTo>
                <a:lnTo>
                  <a:pt x="147936" y="108840"/>
                </a:lnTo>
                <a:lnTo>
                  <a:pt x="147569" y="111276"/>
                </a:lnTo>
                <a:lnTo>
                  <a:pt x="147120" y="113687"/>
                </a:lnTo>
                <a:lnTo>
                  <a:pt x="146589" y="116074"/>
                </a:lnTo>
                <a:lnTo>
                  <a:pt x="145976" y="118436"/>
                </a:lnTo>
                <a:lnTo>
                  <a:pt x="145282" y="120775"/>
                </a:lnTo>
                <a:lnTo>
                  <a:pt x="144505" y="123088"/>
                </a:lnTo>
                <a:lnTo>
                  <a:pt x="143648" y="125378"/>
                </a:lnTo>
                <a:lnTo>
                  <a:pt x="142708" y="127643"/>
                </a:lnTo>
                <a:lnTo>
                  <a:pt x="141699" y="129872"/>
                </a:lnTo>
                <a:lnTo>
                  <a:pt x="140630" y="132054"/>
                </a:lnTo>
                <a:lnTo>
                  <a:pt x="139503" y="134189"/>
                </a:lnTo>
                <a:lnTo>
                  <a:pt x="138317" y="136276"/>
                </a:lnTo>
                <a:lnTo>
                  <a:pt x="137072" y="138316"/>
                </a:lnTo>
                <a:lnTo>
                  <a:pt x="135769" y="140309"/>
                </a:lnTo>
                <a:lnTo>
                  <a:pt x="134407" y="142255"/>
                </a:lnTo>
                <a:lnTo>
                  <a:pt x="132986" y="144153"/>
                </a:lnTo>
                <a:lnTo>
                  <a:pt x="131506" y="146004"/>
                </a:lnTo>
                <a:lnTo>
                  <a:pt x="129968" y="147807"/>
                </a:lnTo>
                <a:lnTo>
                  <a:pt x="128370" y="149564"/>
                </a:lnTo>
                <a:lnTo>
                  <a:pt x="126714" y="151273"/>
                </a:lnTo>
                <a:lnTo>
                  <a:pt x="125005" y="152929"/>
                </a:lnTo>
                <a:lnTo>
                  <a:pt x="123249" y="154526"/>
                </a:lnTo>
                <a:lnTo>
                  <a:pt x="121445" y="156065"/>
                </a:lnTo>
                <a:lnTo>
                  <a:pt x="119594" y="157544"/>
                </a:lnTo>
                <a:lnTo>
                  <a:pt x="117696" y="158965"/>
                </a:lnTo>
                <a:lnTo>
                  <a:pt x="115751" y="160328"/>
                </a:lnTo>
                <a:lnTo>
                  <a:pt x="113758" y="161631"/>
                </a:lnTo>
                <a:lnTo>
                  <a:pt x="111718" y="162876"/>
                </a:lnTo>
                <a:lnTo>
                  <a:pt x="109630" y="164062"/>
                </a:lnTo>
                <a:lnTo>
                  <a:pt x="107496" y="165189"/>
                </a:lnTo>
                <a:lnTo>
                  <a:pt x="105314" y="166257"/>
                </a:lnTo>
                <a:lnTo>
                  <a:pt x="103084" y="167267"/>
                </a:lnTo>
                <a:lnTo>
                  <a:pt x="100819" y="168206"/>
                </a:lnTo>
                <a:lnTo>
                  <a:pt x="98530" y="169064"/>
                </a:lnTo>
                <a:lnTo>
                  <a:pt x="96216" y="169840"/>
                </a:lnTo>
                <a:lnTo>
                  <a:pt x="93878" y="170535"/>
                </a:lnTo>
                <a:lnTo>
                  <a:pt x="91515" y="171147"/>
                </a:lnTo>
                <a:lnTo>
                  <a:pt x="89128" y="171678"/>
                </a:lnTo>
                <a:lnTo>
                  <a:pt x="86717" y="172127"/>
                </a:lnTo>
                <a:lnTo>
                  <a:pt x="84281" y="172495"/>
                </a:lnTo>
                <a:lnTo>
                  <a:pt x="81821" y="172781"/>
                </a:lnTo>
                <a:lnTo>
                  <a:pt x="79337" y="172985"/>
                </a:lnTo>
                <a:lnTo>
                  <a:pt x="76828" y="173108"/>
                </a:lnTo>
                <a:lnTo>
                  <a:pt x="74295" y="173149"/>
                </a:lnTo>
                <a:lnTo>
                  <a:pt x="71762" y="173108"/>
                </a:lnTo>
                <a:lnTo>
                  <a:pt x="69253" y="172985"/>
                </a:lnTo>
                <a:lnTo>
                  <a:pt x="66769" y="172781"/>
                </a:lnTo>
                <a:lnTo>
                  <a:pt x="64309" y="172495"/>
                </a:lnTo>
                <a:lnTo>
                  <a:pt x="61873" y="172127"/>
                </a:lnTo>
                <a:lnTo>
                  <a:pt x="59462" y="171678"/>
                </a:lnTo>
                <a:lnTo>
                  <a:pt x="57075" y="171147"/>
                </a:lnTo>
                <a:lnTo>
                  <a:pt x="54712" y="170535"/>
                </a:lnTo>
                <a:lnTo>
                  <a:pt x="52374" y="169840"/>
                </a:lnTo>
                <a:lnTo>
                  <a:pt x="50060" y="169064"/>
                </a:lnTo>
                <a:lnTo>
                  <a:pt x="47771" y="168206"/>
                </a:lnTo>
                <a:lnTo>
                  <a:pt x="45506" y="167267"/>
                </a:lnTo>
                <a:close/>
                <a:moveTo>
                  <a:pt x="118150" y="142708"/>
                </a:moveTo>
                <a:lnTo>
                  <a:pt x="121034" y="139645"/>
                </a:lnTo>
                <a:lnTo>
                  <a:pt x="123667" y="136474"/>
                </a:lnTo>
                <a:lnTo>
                  <a:pt x="126050" y="133196"/>
                </a:lnTo>
                <a:lnTo>
                  <a:pt x="128182" y="129810"/>
                </a:lnTo>
                <a:lnTo>
                  <a:pt x="130063" y="126317"/>
                </a:lnTo>
                <a:lnTo>
                  <a:pt x="131693" y="122716"/>
                </a:lnTo>
                <a:lnTo>
                  <a:pt x="133072" y="119007"/>
                </a:lnTo>
                <a:lnTo>
                  <a:pt x="134201" y="115192"/>
                </a:lnTo>
                <a:lnTo>
                  <a:pt x="135079" y="111268"/>
                </a:lnTo>
                <a:lnTo>
                  <a:pt x="135706" y="107238"/>
                </a:lnTo>
                <a:lnTo>
                  <a:pt x="136082" y="103099"/>
                </a:lnTo>
                <a:lnTo>
                  <a:pt x="136208" y="98854"/>
                </a:lnTo>
                <a:lnTo>
                  <a:pt x="136082" y="94608"/>
                </a:lnTo>
                <a:lnTo>
                  <a:pt x="135706" y="90470"/>
                </a:lnTo>
                <a:lnTo>
                  <a:pt x="135079" y="86439"/>
                </a:lnTo>
                <a:lnTo>
                  <a:pt x="134201" y="82516"/>
                </a:lnTo>
                <a:lnTo>
                  <a:pt x="133072" y="78700"/>
                </a:lnTo>
                <a:lnTo>
                  <a:pt x="131693" y="74992"/>
                </a:lnTo>
                <a:lnTo>
                  <a:pt x="130063" y="71391"/>
                </a:lnTo>
                <a:lnTo>
                  <a:pt x="128182" y="67897"/>
                </a:lnTo>
                <a:lnTo>
                  <a:pt x="126050" y="64512"/>
                </a:lnTo>
                <a:lnTo>
                  <a:pt x="123667" y="61233"/>
                </a:lnTo>
                <a:lnTo>
                  <a:pt x="121034" y="58062"/>
                </a:lnTo>
                <a:lnTo>
                  <a:pt x="118150" y="54999"/>
                </a:lnTo>
                <a:lnTo>
                  <a:pt x="115086" y="52115"/>
                </a:lnTo>
                <a:lnTo>
                  <a:pt x="111915" y="49481"/>
                </a:lnTo>
                <a:lnTo>
                  <a:pt x="108637" y="47099"/>
                </a:lnTo>
                <a:lnTo>
                  <a:pt x="105251" y="44967"/>
                </a:lnTo>
                <a:lnTo>
                  <a:pt x="101758" y="43086"/>
                </a:lnTo>
                <a:lnTo>
                  <a:pt x="98157" y="41456"/>
                </a:lnTo>
                <a:lnTo>
                  <a:pt x="94449" y="40076"/>
                </a:lnTo>
                <a:lnTo>
                  <a:pt x="90633" y="38948"/>
                </a:lnTo>
                <a:lnTo>
                  <a:pt x="86710" y="38070"/>
                </a:lnTo>
                <a:lnTo>
                  <a:pt x="82679" y="37443"/>
                </a:lnTo>
                <a:lnTo>
                  <a:pt x="78541" y="37067"/>
                </a:lnTo>
                <a:lnTo>
                  <a:pt x="74295" y="36941"/>
                </a:lnTo>
                <a:lnTo>
                  <a:pt x="70049" y="37067"/>
                </a:lnTo>
                <a:lnTo>
                  <a:pt x="65911" y="37443"/>
                </a:lnTo>
                <a:lnTo>
                  <a:pt x="61880" y="38070"/>
                </a:lnTo>
                <a:lnTo>
                  <a:pt x="57957" y="38948"/>
                </a:lnTo>
                <a:lnTo>
                  <a:pt x="54141" y="40076"/>
                </a:lnTo>
                <a:lnTo>
                  <a:pt x="50433" y="41456"/>
                </a:lnTo>
                <a:lnTo>
                  <a:pt x="46832" y="43086"/>
                </a:lnTo>
                <a:lnTo>
                  <a:pt x="43339" y="44967"/>
                </a:lnTo>
                <a:lnTo>
                  <a:pt x="39953" y="47099"/>
                </a:lnTo>
                <a:lnTo>
                  <a:pt x="36675" y="49481"/>
                </a:lnTo>
                <a:lnTo>
                  <a:pt x="33504" y="52115"/>
                </a:lnTo>
                <a:lnTo>
                  <a:pt x="30440" y="54999"/>
                </a:lnTo>
                <a:lnTo>
                  <a:pt x="27556" y="58062"/>
                </a:lnTo>
                <a:lnTo>
                  <a:pt x="24923" y="61233"/>
                </a:lnTo>
                <a:lnTo>
                  <a:pt x="22540" y="64512"/>
                </a:lnTo>
                <a:lnTo>
                  <a:pt x="20408" y="67897"/>
                </a:lnTo>
                <a:lnTo>
                  <a:pt x="18527" y="71391"/>
                </a:lnTo>
                <a:lnTo>
                  <a:pt x="16897" y="74992"/>
                </a:lnTo>
                <a:lnTo>
                  <a:pt x="15518" y="78700"/>
                </a:lnTo>
                <a:lnTo>
                  <a:pt x="14389" y="82516"/>
                </a:lnTo>
                <a:lnTo>
                  <a:pt x="13511" y="86439"/>
                </a:lnTo>
                <a:lnTo>
                  <a:pt x="12884" y="90470"/>
                </a:lnTo>
                <a:lnTo>
                  <a:pt x="12508" y="94608"/>
                </a:lnTo>
                <a:lnTo>
                  <a:pt x="12382" y="98854"/>
                </a:lnTo>
                <a:lnTo>
                  <a:pt x="12508" y="103099"/>
                </a:lnTo>
                <a:lnTo>
                  <a:pt x="12884" y="107238"/>
                </a:lnTo>
                <a:lnTo>
                  <a:pt x="13511" y="111268"/>
                </a:lnTo>
                <a:lnTo>
                  <a:pt x="14389" y="115192"/>
                </a:lnTo>
                <a:lnTo>
                  <a:pt x="15518" y="119007"/>
                </a:lnTo>
                <a:lnTo>
                  <a:pt x="16897" y="122716"/>
                </a:lnTo>
                <a:lnTo>
                  <a:pt x="18527" y="126317"/>
                </a:lnTo>
                <a:lnTo>
                  <a:pt x="20408" y="129810"/>
                </a:lnTo>
                <a:lnTo>
                  <a:pt x="22540" y="133196"/>
                </a:lnTo>
                <a:lnTo>
                  <a:pt x="24923" y="136474"/>
                </a:lnTo>
                <a:lnTo>
                  <a:pt x="27556" y="139645"/>
                </a:lnTo>
                <a:lnTo>
                  <a:pt x="30440" y="142708"/>
                </a:lnTo>
                <a:lnTo>
                  <a:pt x="33504" y="145593"/>
                </a:lnTo>
                <a:lnTo>
                  <a:pt x="36675" y="148226"/>
                </a:lnTo>
                <a:lnTo>
                  <a:pt x="39953" y="150609"/>
                </a:lnTo>
                <a:lnTo>
                  <a:pt x="43339" y="152740"/>
                </a:lnTo>
                <a:lnTo>
                  <a:pt x="46832" y="154621"/>
                </a:lnTo>
                <a:lnTo>
                  <a:pt x="50433" y="156252"/>
                </a:lnTo>
                <a:lnTo>
                  <a:pt x="54141" y="157631"/>
                </a:lnTo>
                <a:lnTo>
                  <a:pt x="57957" y="158760"/>
                </a:lnTo>
                <a:lnTo>
                  <a:pt x="61880" y="159638"/>
                </a:lnTo>
                <a:lnTo>
                  <a:pt x="65911" y="160265"/>
                </a:lnTo>
                <a:lnTo>
                  <a:pt x="70049" y="160641"/>
                </a:lnTo>
                <a:lnTo>
                  <a:pt x="74295" y="160766"/>
                </a:lnTo>
                <a:lnTo>
                  <a:pt x="78541" y="160641"/>
                </a:lnTo>
                <a:lnTo>
                  <a:pt x="82679" y="160265"/>
                </a:lnTo>
                <a:lnTo>
                  <a:pt x="86710" y="159638"/>
                </a:lnTo>
                <a:lnTo>
                  <a:pt x="90633" y="158760"/>
                </a:lnTo>
                <a:lnTo>
                  <a:pt x="94449" y="157631"/>
                </a:lnTo>
                <a:lnTo>
                  <a:pt x="98157" y="156252"/>
                </a:lnTo>
                <a:lnTo>
                  <a:pt x="101758" y="154621"/>
                </a:lnTo>
                <a:lnTo>
                  <a:pt x="105251" y="152740"/>
                </a:lnTo>
                <a:lnTo>
                  <a:pt x="108637" y="150609"/>
                </a:lnTo>
                <a:lnTo>
                  <a:pt x="111915" y="148226"/>
                </a:lnTo>
                <a:lnTo>
                  <a:pt x="115086" y="145593"/>
                </a:lnTo>
                <a:lnTo>
                  <a:pt x="118150" y="14270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블록 불일치 시 멈춤"/>
          <p:cNvSpPr/>
          <p:nvPr/>
        </p:nvSpPr>
        <p:spPr>
          <a:xfrm>
            <a:off x="8671560" y="2926080"/>
            <a:ext cx="1417320" cy="883920"/>
          </a:xfrm>
          <a:prstGeom prst="roundRect">
            <a:avLst>
              <a:gd name="adj" fmla="val 10344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6576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불일치 시 멈춤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전환하지 않음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차이 목록</a:t>
            </a:r>
          </a:p>
        </p:txBody>
      </p:sp>
      <p:sp>
        <p:nvSpPr>
          <p:cNvPr id="35" name="아이콘 report"/>
          <p:cNvSpPr/>
          <p:nvPr/>
        </p:nvSpPr>
        <p:spPr>
          <a:xfrm>
            <a:off x="9265920" y="29794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177482"/>
                </a:moveTo>
                <a:lnTo>
                  <a:pt x="115033" y="177459"/>
                </a:lnTo>
                <a:lnTo>
                  <a:pt x="115751" y="177390"/>
                </a:lnTo>
                <a:lnTo>
                  <a:pt x="116453" y="177274"/>
                </a:lnTo>
                <a:lnTo>
                  <a:pt x="117140" y="177112"/>
                </a:lnTo>
                <a:lnTo>
                  <a:pt x="117811" y="176904"/>
                </a:lnTo>
                <a:lnTo>
                  <a:pt x="118467" y="176649"/>
                </a:lnTo>
                <a:lnTo>
                  <a:pt x="119108" y="176348"/>
                </a:lnTo>
                <a:lnTo>
                  <a:pt x="119733" y="176001"/>
                </a:lnTo>
                <a:lnTo>
                  <a:pt x="120342" y="175607"/>
                </a:lnTo>
                <a:lnTo>
                  <a:pt x="120937" y="175167"/>
                </a:lnTo>
                <a:lnTo>
                  <a:pt x="121515" y="174681"/>
                </a:lnTo>
                <a:lnTo>
                  <a:pt x="122079" y="174149"/>
                </a:lnTo>
                <a:lnTo>
                  <a:pt x="122611" y="173585"/>
                </a:lnTo>
                <a:lnTo>
                  <a:pt x="123097" y="173007"/>
                </a:lnTo>
                <a:lnTo>
                  <a:pt x="123537" y="172412"/>
                </a:lnTo>
                <a:lnTo>
                  <a:pt x="123931" y="171803"/>
                </a:lnTo>
                <a:lnTo>
                  <a:pt x="124278" y="171178"/>
                </a:lnTo>
                <a:lnTo>
                  <a:pt x="124579" y="170537"/>
                </a:lnTo>
                <a:lnTo>
                  <a:pt x="124834" y="169881"/>
                </a:lnTo>
                <a:lnTo>
                  <a:pt x="125042" y="169210"/>
                </a:lnTo>
                <a:lnTo>
                  <a:pt x="125204" y="168523"/>
                </a:lnTo>
                <a:lnTo>
                  <a:pt x="125320" y="167821"/>
                </a:lnTo>
                <a:lnTo>
                  <a:pt x="125389" y="167103"/>
                </a:lnTo>
                <a:lnTo>
                  <a:pt x="125412" y="166370"/>
                </a:lnTo>
                <a:lnTo>
                  <a:pt x="125389" y="165637"/>
                </a:lnTo>
                <a:lnTo>
                  <a:pt x="125320" y="164919"/>
                </a:lnTo>
                <a:lnTo>
                  <a:pt x="125204" y="164217"/>
                </a:lnTo>
                <a:lnTo>
                  <a:pt x="125042" y="163530"/>
                </a:lnTo>
                <a:lnTo>
                  <a:pt x="124834" y="162859"/>
                </a:lnTo>
                <a:lnTo>
                  <a:pt x="124579" y="162203"/>
                </a:lnTo>
                <a:lnTo>
                  <a:pt x="124278" y="161562"/>
                </a:lnTo>
                <a:lnTo>
                  <a:pt x="123931" y="160937"/>
                </a:lnTo>
                <a:lnTo>
                  <a:pt x="123537" y="160328"/>
                </a:lnTo>
                <a:lnTo>
                  <a:pt x="123097" y="159733"/>
                </a:lnTo>
                <a:lnTo>
                  <a:pt x="122611" y="159155"/>
                </a:lnTo>
                <a:lnTo>
                  <a:pt x="122079" y="158591"/>
                </a:lnTo>
                <a:lnTo>
                  <a:pt x="121515" y="158059"/>
                </a:lnTo>
                <a:lnTo>
                  <a:pt x="120937" y="157573"/>
                </a:lnTo>
                <a:lnTo>
                  <a:pt x="120342" y="157133"/>
                </a:lnTo>
                <a:lnTo>
                  <a:pt x="119733" y="156739"/>
                </a:lnTo>
                <a:lnTo>
                  <a:pt x="119108" y="156392"/>
                </a:lnTo>
                <a:lnTo>
                  <a:pt x="118467" y="156091"/>
                </a:lnTo>
                <a:lnTo>
                  <a:pt x="117811" y="155836"/>
                </a:lnTo>
                <a:lnTo>
                  <a:pt x="117140" y="155628"/>
                </a:lnTo>
                <a:lnTo>
                  <a:pt x="116453" y="155466"/>
                </a:lnTo>
                <a:lnTo>
                  <a:pt x="115751" y="155350"/>
                </a:lnTo>
                <a:lnTo>
                  <a:pt x="115033" y="155281"/>
                </a:lnTo>
                <a:lnTo>
                  <a:pt x="114300" y="155258"/>
                </a:lnTo>
                <a:lnTo>
                  <a:pt x="113567" y="155281"/>
                </a:lnTo>
                <a:lnTo>
                  <a:pt x="112849" y="155350"/>
                </a:lnTo>
                <a:lnTo>
                  <a:pt x="112147" y="155466"/>
                </a:lnTo>
                <a:lnTo>
                  <a:pt x="111460" y="155628"/>
                </a:lnTo>
                <a:lnTo>
                  <a:pt x="110789" y="155836"/>
                </a:lnTo>
                <a:lnTo>
                  <a:pt x="110133" y="156091"/>
                </a:lnTo>
                <a:lnTo>
                  <a:pt x="109492" y="156392"/>
                </a:lnTo>
                <a:lnTo>
                  <a:pt x="108867" y="156739"/>
                </a:lnTo>
                <a:lnTo>
                  <a:pt x="108258" y="157133"/>
                </a:lnTo>
                <a:lnTo>
                  <a:pt x="107663" y="157573"/>
                </a:lnTo>
                <a:lnTo>
                  <a:pt x="107085" y="158059"/>
                </a:lnTo>
                <a:lnTo>
                  <a:pt x="106521" y="158591"/>
                </a:lnTo>
                <a:lnTo>
                  <a:pt x="105989" y="159155"/>
                </a:lnTo>
                <a:lnTo>
                  <a:pt x="105503" y="159733"/>
                </a:lnTo>
                <a:lnTo>
                  <a:pt x="105063" y="160328"/>
                </a:lnTo>
                <a:lnTo>
                  <a:pt x="104669" y="160937"/>
                </a:lnTo>
                <a:lnTo>
                  <a:pt x="104322" y="161562"/>
                </a:lnTo>
                <a:lnTo>
                  <a:pt x="104021" y="162203"/>
                </a:lnTo>
                <a:lnTo>
                  <a:pt x="103766" y="162859"/>
                </a:lnTo>
                <a:lnTo>
                  <a:pt x="103558" y="163530"/>
                </a:lnTo>
                <a:lnTo>
                  <a:pt x="103396" y="164217"/>
                </a:lnTo>
                <a:lnTo>
                  <a:pt x="103280" y="164919"/>
                </a:lnTo>
                <a:lnTo>
                  <a:pt x="103211" y="165637"/>
                </a:lnTo>
                <a:lnTo>
                  <a:pt x="103188" y="166370"/>
                </a:lnTo>
                <a:lnTo>
                  <a:pt x="103211" y="167103"/>
                </a:lnTo>
                <a:lnTo>
                  <a:pt x="103280" y="167821"/>
                </a:lnTo>
                <a:lnTo>
                  <a:pt x="103396" y="168523"/>
                </a:lnTo>
                <a:lnTo>
                  <a:pt x="103558" y="169210"/>
                </a:lnTo>
                <a:lnTo>
                  <a:pt x="103766" y="169881"/>
                </a:lnTo>
                <a:lnTo>
                  <a:pt x="104021" y="170537"/>
                </a:lnTo>
                <a:lnTo>
                  <a:pt x="104322" y="171178"/>
                </a:lnTo>
                <a:lnTo>
                  <a:pt x="104669" y="171803"/>
                </a:lnTo>
                <a:lnTo>
                  <a:pt x="105063" y="172412"/>
                </a:lnTo>
                <a:lnTo>
                  <a:pt x="105503" y="173007"/>
                </a:lnTo>
                <a:lnTo>
                  <a:pt x="105989" y="173585"/>
                </a:lnTo>
                <a:lnTo>
                  <a:pt x="106521" y="174149"/>
                </a:lnTo>
                <a:lnTo>
                  <a:pt x="107085" y="174681"/>
                </a:lnTo>
                <a:lnTo>
                  <a:pt x="107663" y="175167"/>
                </a:lnTo>
                <a:lnTo>
                  <a:pt x="108258" y="175607"/>
                </a:lnTo>
                <a:lnTo>
                  <a:pt x="108867" y="176001"/>
                </a:lnTo>
                <a:lnTo>
                  <a:pt x="109492" y="176348"/>
                </a:lnTo>
                <a:lnTo>
                  <a:pt x="110133" y="176649"/>
                </a:lnTo>
                <a:lnTo>
                  <a:pt x="110789" y="176904"/>
                </a:lnTo>
                <a:lnTo>
                  <a:pt x="111460" y="177112"/>
                </a:lnTo>
                <a:lnTo>
                  <a:pt x="112147" y="177274"/>
                </a:lnTo>
                <a:lnTo>
                  <a:pt x="112849" y="177390"/>
                </a:lnTo>
                <a:lnTo>
                  <a:pt x="113567" y="177459"/>
                </a:lnTo>
                <a:lnTo>
                  <a:pt x="114300" y="177482"/>
                </a:lnTo>
                <a:close/>
                <a:moveTo>
                  <a:pt x="104775" y="131762"/>
                </a:moveTo>
                <a:lnTo>
                  <a:pt x="123825" y="131762"/>
                </a:lnTo>
                <a:lnTo>
                  <a:pt x="123825" y="48260"/>
                </a:lnTo>
                <a:lnTo>
                  <a:pt x="104775" y="48260"/>
                </a:lnTo>
                <a:lnTo>
                  <a:pt x="104775" y="131762"/>
                </a:lnTo>
                <a:close/>
                <a:moveTo>
                  <a:pt x="66675" y="228600"/>
                </a:moveTo>
                <a:lnTo>
                  <a:pt x="0" y="161925"/>
                </a:lnTo>
                <a:lnTo>
                  <a:pt x="0" y="66675"/>
                </a:lnTo>
                <a:lnTo>
                  <a:pt x="66675" y="0"/>
                </a:lnTo>
                <a:lnTo>
                  <a:pt x="161925" y="0"/>
                </a:lnTo>
                <a:lnTo>
                  <a:pt x="228600" y="66675"/>
                </a:lnTo>
                <a:lnTo>
                  <a:pt x="228600" y="161925"/>
                </a:lnTo>
                <a:lnTo>
                  <a:pt x="161925" y="228600"/>
                </a:lnTo>
                <a:lnTo>
                  <a:pt x="66675" y="228600"/>
                </a:lnTo>
                <a:close/>
                <a:moveTo>
                  <a:pt x="74612" y="209550"/>
                </a:moveTo>
                <a:lnTo>
                  <a:pt x="153988" y="209550"/>
                </a:lnTo>
                <a:lnTo>
                  <a:pt x="209550" y="153988"/>
                </a:lnTo>
                <a:lnTo>
                  <a:pt x="209550" y="74612"/>
                </a:lnTo>
                <a:lnTo>
                  <a:pt x="153988" y="19050"/>
                </a:lnTo>
                <a:lnTo>
                  <a:pt x="74612" y="19050"/>
                </a:lnTo>
                <a:lnTo>
                  <a:pt x="19050" y="74612"/>
                </a:lnTo>
                <a:lnTo>
                  <a:pt x="19050" y="153988"/>
                </a:lnTo>
                <a:lnTo>
                  <a:pt x="74612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블록 PLANNED"/>
          <p:cNvSpPr/>
          <p:nvPr/>
        </p:nvSpPr>
        <p:spPr>
          <a:xfrm>
            <a:off x="716280" y="4739640"/>
            <a:ext cx="1295400" cy="57912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9525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PLANNED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7" name="블록 SCHEMA_DONE"/>
          <p:cNvSpPr/>
          <p:nvPr/>
        </p:nvSpPr>
        <p:spPr>
          <a:xfrm>
            <a:off x="2286000" y="4739640"/>
            <a:ext cx="1295400" cy="57912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9525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SCHEMA_DONE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스키마 생성</a:t>
            </a:r>
          </a:p>
        </p:txBody>
      </p:sp>
      <p:sp>
        <p:nvSpPr>
          <p:cNvPr id="38" name="블록 LOADING"/>
          <p:cNvSpPr/>
          <p:nvPr/>
        </p:nvSpPr>
        <p:spPr>
          <a:xfrm>
            <a:off x="3855720" y="4739640"/>
            <a:ext cx="1295400" cy="57912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9525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LOADING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전체 적재 중</a:t>
            </a:r>
          </a:p>
        </p:txBody>
      </p:sp>
      <p:sp>
        <p:nvSpPr>
          <p:cNvPr id="39" name="블록 SYNCING"/>
          <p:cNvSpPr/>
          <p:nvPr/>
        </p:nvSpPr>
        <p:spPr>
          <a:xfrm>
            <a:off x="5425440" y="4739640"/>
            <a:ext cx="1295400" cy="579120"/>
          </a:xfrm>
          <a:prstGeom prst="roundRect">
            <a:avLst>
              <a:gd name="adj" fmla="val 15789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9525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SYNCING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변경분 반영 중</a:t>
            </a:r>
          </a:p>
        </p:txBody>
      </p:sp>
      <p:sp>
        <p:nvSpPr>
          <p:cNvPr id="40" name="블록 CUTOVER"/>
          <p:cNvSpPr/>
          <p:nvPr/>
        </p:nvSpPr>
        <p:spPr>
          <a:xfrm>
            <a:off x="6995160" y="4739640"/>
            <a:ext cx="1295400" cy="579120"/>
          </a:xfrm>
          <a:prstGeom prst="roundRect">
            <a:avLst>
              <a:gd name="adj" fmla="val 15789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9525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CUTOVER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중</a:t>
            </a:r>
          </a:p>
        </p:txBody>
      </p:sp>
      <p:sp>
        <p:nvSpPr>
          <p:cNvPr id="41" name="블록 VERIFIED"/>
          <p:cNvSpPr/>
          <p:nvPr/>
        </p:nvSpPr>
        <p:spPr>
          <a:xfrm>
            <a:off x="8564880" y="4739640"/>
            <a:ext cx="1295400" cy="57912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9525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VERIFIED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검증 일치</a:t>
            </a:r>
          </a:p>
        </p:txBody>
      </p:sp>
      <p:sp>
        <p:nvSpPr>
          <p:cNvPr id="42" name="블록 DONE"/>
          <p:cNvSpPr/>
          <p:nvPr/>
        </p:nvSpPr>
        <p:spPr>
          <a:xfrm>
            <a:off x="10134600" y="4739640"/>
            <a:ext cx="1295400" cy="57912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9525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DONE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완료</a:t>
            </a:r>
          </a:p>
        </p:txBody>
      </p:sp>
      <p:cxnSp>
        <p:nvCxnSpPr>
          <p:cNvPr id="43" name="연결 s1→s2"/>
          <p:cNvCxnSpPr>
            <a:stCxn id="9" idx="3"/>
            <a:endCxn id="12" idx="1"/>
          </p:cNvCxnSpPr>
          <p:nvPr/>
        </p:nvCxnSpPr>
        <p:spPr>
          <a:xfrm>
            <a:off x="1874520" y="2133600"/>
            <a:ext cx="16764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44" name="연결 s2→s3"/>
          <p:cNvCxnSpPr>
            <a:stCxn id="12" idx="3"/>
            <a:endCxn id="15" idx="1"/>
          </p:cNvCxnSpPr>
          <p:nvPr/>
        </p:nvCxnSpPr>
        <p:spPr>
          <a:xfrm>
            <a:off x="3459480" y="2133600"/>
            <a:ext cx="16764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45" name="연결 s3→s4"/>
          <p:cNvCxnSpPr>
            <a:stCxn id="15" idx="3"/>
            <a:endCxn id="18" idx="1"/>
          </p:cNvCxnSpPr>
          <p:nvPr/>
        </p:nvCxnSpPr>
        <p:spPr>
          <a:xfrm>
            <a:off x="5044440" y="2133600"/>
            <a:ext cx="4572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46" name="연결 s4→s5"/>
          <p:cNvCxnSpPr>
            <a:stCxn id="18" idx="3"/>
            <a:endCxn id="21" idx="1"/>
          </p:cNvCxnSpPr>
          <p:nvPr/>
        </p:nvCxnSpPr>
        <p:spPr>
          <a:xfrm>
            <a:off x="6918960" y="2133600"/>
            <a:ext cx="16764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47" name="연결 s5→s6"/>
          <p:cNvCxnSpPr>
            <a:stCxn id="21" idx="3"/>
            <a:endCxn id="24" idx="1"/>
          </p:cNvCxnSpPr>
          <p:nvPr/>
        </p:nvCxnSpPr>
        <p:spPr>
          <a:xfrm>
            <a:off x="8503920" y="2133600"/>
            <a:ext cx="16764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48" name="연결 s6→s7"/>
          <p:cNvCxnSpPr>
            <a:stCxn id="24" idx="3"/>
            <a:endCxn id="27" idx="1"/>
          </p:cNvCxnSpPr>
          <p:nvPr/>
        </p:nvCxnSpPr>
        <p:spPr>
          <a:xfrm>
            <a:off x="10088880" y="2133600"/>
            <a:ext cx="16764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49" name="연결 writes→s3"/>
          <p:cNvCxnSpPr>
            <a:endCxn id="15" idx="2"/>
          </p:cNvCxnSpPr>
          <p:nvPr/>
        </p:nvCxnSpPr>
        <p:spPr>
          <a:xfrm flipV="1">
            <a:off x="4335780" y="2705100"/>
            <a:ext cx="0" cy="49530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50" name="라벨 CDC 로 따라감"/>
          <p:cNvSpPr txBox="1"/>
          <p:nvPr/>
        </p:nvSpPr>
        <p:spPr>
          <a:xfrm>
            <a:off x="4381500" y="2868930"/>
            <a:ext cx="811530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F74C4"/>
                </a:solidFill>
                <a:latin typeface="Pretendard"/>
                <a:ea typeface="Pretendard"/>
                <a:cs typeface="Pretendard"/>
              </a:rPr>
              <a:t>CDC 로 따라감</a:t>
            </a:r>
          </a:p>
        </p:txBody>
      </p:sp>
      <p:cxnSp>
        <p:nvCxnSpPr>
          <p:cNvPr id="51" name="연결 s6→stop"/>
          <p:cNvCxnSpPr>
            <a:stCxn id="24" idx="2"/>
            <a:endCxn id="34" idx="0"/>
          </p:cNvCxnSpPr>
          <p:nvPr/>
        </p:nvCxnSpPr>
        <p:spPr>
          <a:xfrm>
            <a:off x="9380220" y="2705100"/>
            <a:ext cx="0" cy="22098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2" name="라벨 불일치"/>
          <p:cNvSpPr txBox="1"/>
          <p:nvPr/>
        </p:nvSpPr>
        <p:spPr>
          <a:xfrm>
            <a:off x="9425940" y="2731770"/>
            <a:ext cx="411480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불일치</a:t>
            </a:r>
          </a:p>
        </p:txBody>
      </p:sp>
      <p:cxnSp>
        <p:nvCxnSpPr>
          <p:cNvPr id="53" name="연결 st0→st1"/>
          <p:cNvCxnSpPr>
            <a:stCxn id="36" idx="3"/>
            <a:endCxn id="37" idx="1"/>
          </p:cNvCxnSpPr>
          <p:nvPr/>
        </p:nvCxnSpPr>
        <p:spPr>
          <a:xfrm>
            <a:off x="2011680" y="5029200"/>
            <a:ext cx="2743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54" name="연결 st1→st2"/>
          <p:cNvCxnSpPr>
            <a:stCxn id="37" idx="3"/>
            <a:endCxn id="38" idx="1"/>
          </p:cNvCxnSpPr>
          <p:nvPr/>
        </p:nvCxnSpPr>
        <p:spPr>
          <a:xfrm>
            <a:off x="3581400" y="5029200"/>
            <a:ext cx="2743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55" name="연결 st2→st3"/>
          <p:cNvCxnSpPr>
            <a:stCxn id="38" idx="3"/>
            <a:endCxn id="39" idx="1"/>
          </p:cNvCxnSpPr>
          <p:nvPr/>
        </p:nvCxnSpPr>
        <p:spPr>
          <a:xfrm>
            <a:off x="5151120" y="5029200"/>
            <a:ext cx="2743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56" name="연결 st3→st4"/>
          <p:cNvCxnSpPr>
            <a:stCxn id="39" idx="3"/>
            <a:endCxn id="40" idx="1"/>
          </p:cNvCxnSpPr>
          <p:nvPr/>
        </p:nvCxnSpPr>
        <p:spPr>
          <a:xfrm>
            <a:off x="6720840" y="5029200"/>
            <a:ext cx="2743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57" name="연결 st4→st5"/>
          <p:cNvCxnSpPr>
            <a:stCxn id="40" idx="3"/>
            <a:endCxn id="41" idx="1"/>
          </p:cNvCxnSpPr>
          <p:nvPr/>
        </p:nvCxnSpPr>
        <p:spPr>
          <a:xfrm>
            <a:off x="8290560" y="5029200"/>
            <a:ext cx="2743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58" name="연결 st5→st6"/>
          <p:cNvCxnSpPr>
            <a:stCxn id="41" idx="3"/>
            <a:endCxn id="42" idx="1"/>
          </p:cNvCxnSpPr>
          <p:nvPr/>
        </p:nvCxnSpPr>
        <p:spPr>
          <a:xfrm>
            <a:off x="9860280" y="5029200"/>
            <a:ext cx="2743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9" name="범례"/>
          <p:cNvSpPr/>
          <p:nvPr/>
        </p:nvSpPr>
        <p:spPr>
          <a:xfrm>
            <a:off x="381000" y="6309360"/>
            <a:ext cx="3442335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A9C3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61" name="범례 실시간 질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62" name="범례 글 실시간 질의"/>
          <p:cNvSpPr txBox="1"/>
          <p:nvPr/>
        </p:nvSpPr>
        <p:spPr>
          <a:xfrm>
            <a:off x="1341120" y="6309360"/>
            <a:ext cx="786765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실시간 질의</a:t>
            </a:r>
          </a:p>
        </p:txBody>
      </p:sp>
      <p:cxnSp>
        <p:nvCxnSpPr>
          <p:cNvPr id="63" name="범례 비동기 데이터 흐름"/>
          <p:cNvCxnSpPr/>
          <p:nvPr/>
        </p:nvCxnSpPr>
        <p:spPr>
          <a:xfrm>
            <a:off x="2204085" y="6507480"/>
            <a:ext cx="3505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64" name="범례 글 비동기 데이터 흐름"/>
          <p:cNvSpPr txBox="1"/>
          <p:nvPr/>
        </p:nvSpPr>
        <p:spPr>
          <a:xfrm>
            <a:off x="2630805" y="6309360"/>
            <a:ext cx="119253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비동기 데이터 흐름</a:t>
            </a:r>
          </a:p>
        </p:txBody>
      </p:sp>
      <p:sp>
        <p:nvSpPr>
          <p:cNvPr id="65" name="설명"/>
          <p:cNvSpPr txBox="1"/>
          <p:nvPr/>
        </p:nvSpPr>
        <p:spPr>
          <a:xfrm>
            <a:off x="5926836" y="6385560"/>
            <a:ext cx="5884164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④ 쓰기 중지는 사람이 한다(KDMS 는 업무 중지를 대신하지 않는다) · ⑥ 이 맞지 않으면 전환하지 않고 멈춘다</a:t>
            </a:r>
          </a:p>
        </p:txBody>
      </p:sp>
      <p:sp>
        <p:nvSpPr>
          <p:cNvPr id="66" name="설명"/>
          <p:cNvSpPr txBox="1"/>
          <p:nvPr/>
        </p:nvSpPr>
        <p:spPr>
          <a:xfrm>
            <a:off x="5478780" y="6553200"/>
            <a:ext cx="633222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③ 은 테이블별 전체 적재가 끝난 뒤부터 반영한다 · 적재 중 들어온 변경은 워터마크 이후라 모두 change_log 에 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이관 흐름도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