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89560"/>
            <a:ext cx="53340" cy="335280"/>
          </a:xfrm>
          <a:prstGeom prst="roundRect">
            <a:avLst>
              <a:gd name="adj" fmla="val 50000"/>
            </a:avLst>
          </a:pr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8956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KDMS 이관 흐름도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24840"/>
            <a:ext cx="7620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6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워터마크 → 전체 적재 → 변경분 반영 → 쓰기 중지 → 마지막 반영 → 검증 → 전환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763000" y="42672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KDMS-D03 · v0.1 · 2026-10-06</a:t>
            </a:r>
          </a:p>
        </p:txBody>
      </p:sp>
      <p:sp>
        <p:nvSpPr>
          <p:cNvPr id="6" name="영역 온라인 구간"/>
          <p:cNvSpPr/>
          <p:nvPr/>
        </p:nvSpPr>
        <p:spPr>
          <a:xfrm>
            <a:off x="335280" y="960120"/>
            <a:ext cx="4846320" cy="2971800"/>
          </a:xfrm>
          <a:prstGeom prst="roundRect">
            <a:avLst>
              <a:gd name="adj" fmla="val 4615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온라인 구간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 업무는 평소처럼 계속 쓰인다</a:t>
            </a:r>
          </a:p>
        </p:txBody>
      </p:sp>
      <p:sp>
        <p:nvSpPr>
          <p:cNvPr id="7" name="영역 다운타임 구간"/>
          <p:cNvSpPr/>
          <p:nvPr/>
        </p:nvSpPr>
        <p:spPr>
          <a:xfrm>
            <a:off x="5364480" y="960120"/>
            <a:ext cx="6446520" cy="2971800"/>
          </a:xfrm>
          <a:prstGeom prst="roundRect">
            <a:avLst>
              <a:gd name="adj" fmla="val 4615"/>
            </a:avLst>
          </a:prstGeom>
          <a:solidFill>
            <a:srgbClr val="E8F1FB"/>
          </a:solidFill>
          <a:ln w="15240">
            <a:solidFill>
              <a:srgbClr val="164B8C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다운타임 구간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 쓰기를 멈춘 뒤 · 실제 다운타임 = ④ ~ ⑦</a:t>
            </a:r>
          </a:p>
        </p:txBody>
      </p:sp>
      <p:sp>
        <p:nvSpPr>
          <p:cNvPr id="8" name="영역 작업 상태 (kdms.job)"/>
          <p:cNvSpPr/>
          <p:nvPr/>
        </p:nvSpPr>
        <p:spPr>
          <a:xfrm>
            <a:off x="335280" y="4084320"/>
            <a:ext cx="11475720" cy="1569720"/>
          </a:xfrm>
          <a:prstGeom prst="roundRect">
            <a:avLst>
              <a:gd name="adj" fmla="val 8737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작업 상태 (kdms.job)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어느 단계에서 멈춰도 다시 실행하면 이어서 진행 · 오류는 FAILED 로 남고 원인 수정 후 재실행</a:t>
            </a:r>
          </a:p>
        </p:txBody>
      </p:sp>
      <p:sp>
        <p:nvSpPr>
          <p:cNvPr id="9" name="블록 워터마크 기록"/>
          <p:cNvSpPr/>
          <p:nvPr/>
        </p:nvSpPr>
        <p:spPr>
          <a:xfrm>
            <a:off x="45720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워터마크 기록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시작 LSN 저장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적재보다 먼저</a:t>
            </a:r>
          </a:p>
        </p:txBody>
      </p:sp>
      <p:sp>
        <p:nvSpPr>
          <p:cNvPr id="10" name="아이콘 bookmark_flag"/>
          <p:cNvSpPr/>
          <p:nvPr/>
        </p:nvSpPr>
        <p:spPr>
          <a:xfrm>
            <a:off x="1076960" y="1743392"/>
            <a:ext cx="177800" cy="230188"/>
          </a:xfrm>
          <a:custGeom>
            <a:avLst/>
            <a:gdLst/>
            <a:ahLst/>
            <a:cxnLst/>
            <a:rect l="l" t="t" r="r" b="b"/>
            <a:pathLst>
              <a:path w="177800" h="230188">
                <a:moveTo>
                  <a:pt x="58738" y="139700"/>
                </a:moveTo>
                <a:lnTo>
                  <a:pt x="74612" y="139700"/>
                </a:lnTo>
                <a:lnTo>
                  <a:pt x="74612" y="101600"/>
                </a:lnTo>
                <a:lnTo>
                  <a:pt x="130175" y="101600"/>
                </a:lnTo>
                <a:lnTo>
                  <a:pt x="112316" y="77788"/>
                </a:lnTo>
                <a:lnTo>
                  <a:pt x="130175" y="53976"/>
                </a:lnTo>
                <a:lnTo>
                  <a:pt x="58738" y="53976"/>
                </a:lnTo>
                <a:lnTo>
                  <a:pt x="58738" y="139700"/>
                </a:lnTo>
                <a:close/>
                <a:moveTo>
                  <a:pt x="0" y="230188"/>
                </a:moveTo>
                <a:lnTo>
                  <a:pt x="0" y="19050"/>
                </a:lnTo>
                <a:lnTo>
                  <a:pt x="40" y="17794"/>
                </a:lnTo>
                <a:lnTo>
                  <a:pt x="159" y="16563"/>
                </a:lnTo>
                <a:lnTo>
                  <a:pt x="357" y="15360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7"/>
                </a:lnTo>
                <a:lnTo>
                  <a:pt x="1945" y="10809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6"/>
                </a:lnTo>
                <a:lnTo>
                  <a:pt x="6681" y="4803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3"/>
                </a:lnTo>
                <a:lnTo>
                  <a:pt x="14182" y="636"/>
                </a:lnTo>
                <a:lnTo>
                  <a:pt x="15359" y="358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158750" y="0"/>
                </a:lnTo>
                <a:lnTo>
                  <a:pt x="160007" y="40"/>
                </a:lnTo>
                <a:lnTo>
                  <a:pt x="161237" y="159"/>
                </a:lnTo>
                <a:lnTo>
                  <a:pt x="162441" y="358"/>
                </a:lnTo>
                <a:lnTo>
                  <a:pt x="163618" y="636"/>
                </a:lnTo>
                <a:lnTo>
                  <a:pt x="164769" y="993"/>
                </a:lnTo>
                <a:lnTo>
                  <a:pt x="165894" y="1429"/>
                </a:lnTo>
                <a:lnTo>
                  <a:pt x="166992" y="1945"/>
                </a:lnTo>
                <a:lnTo>
                  <a:pt x="168063" y="2540"/>
                </a:lnTo>
                <a:lnTo>
                  <a:pt x="169108" y="3215"/>
                </a:lnTo>
                <a:lnTo>
                  <a:pt x="170127" y="3969"/>
                </a:lnTo>
                <a:lnTo>
                  <a:pt x="171119" y="4803"/>
                </a:lnTo>
                <a:lnTo>
                  <a:pt x="172085" y="5716"/>
                </a:lnTo>
                <a:lnTo>
                  <a:pt x="172998" y="6681"/>
                </a:lnTo>
                <a:lnTo>
                  <a:pt x="173831" y="7673"/>
                </a:lnTo>
                <a:lnTo>
                  <a:pt x="174585" y="8692"/>
                </a:lnTo>
                <a:lnTo>
                  <a:pt x="175260" y="9737"/>
                </a:lnTo>
                <a:lnTo>
                  <a:pt x="175855" y="10809"/>
                </a:lnTo>
                <a:lnTo>
                  <a:pt x="176371" y="11907"/>
                </a:lnTo>
                <a:lnTo>
                  <a:pt x="176808" y="13031"/>
                </a:lnTo>
                <a:lnTo>
                  <a:pt x="177165" y="14182"/>
                </a:lnTo>
                <a:lnTo>
                  <a:pt x="177443" y="15360"/>
                </a:lnTo>
                <a:lnTo>
                  <a:pt x="177641" y="16563"/>
                </a:lnTo>
                <a:lnTo>
                  <a:pt x="177760" y="17794"/>
                </a:lnTo>
                <a:lnTo>
                  <a:pt x="177800" y="19050"/>
                </a:lnTo>
                <a:lnTo>
                  <a:pt x="177800" y="230188"/>
                </a:lnTo>
                <a:lnTo>
                  <a:pt x="88900" y="192088"/>
                </a:lnTo>
                <a:lnTo>
                  <a:pt x="0" y="230188"/>
                </a:lnTo>
                <a:close/>
                <a:moveTo>
                  <a:pt x="19050" y="201296"/>
                </a:moveTo>
                <a:lnTo>
                  <a:pt x="88900" y="171768"/>
                </a:lnTo>
                <a:lnTo>
                  <a:pt x="158750" y="201296"/>
                </a:lnTo>
                <a:lnTo>
                  <a:pt x="158750" y="19050"/>
                </a:lnTo>
                <a:lnTo>
                  <a:pt x="19050" y="19050"/>
                </a:lnTo>
                <a:lnTo>
                  <a:pt x="19050" y="201296"/>
                </a:lnTo>
                <a:close/>
                <a:moveTo>
                  <a:pt x="19050" y="19050"/>
                </a:moveTo>
                <a:lnTo>
                  <a:pt x="158750" y="1905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51054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블록 전체 적재"/>
          <p:cNvSpPr/>
          <p:nvPr/>
        </p:nvSpPr>
        <p:spPr>
          <a:xfrm>
            <a:off x="204216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전체 적재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SNAPSHOT · COPY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구간 병렬 · 수 시간</a:t>
            </a:r>
          </a:p>
        </p:txBody>
      </p:sp>
      <p:sp>
        <p:nvSpPr>
          <p:cNvPr id="13" name="아이콘 database_upload"/>
          <p:cNvSpPr/>
          <p:nvPr/>
        </p:nvSpPr>
        <p:spPr>
          <a:xfrm>
            <a:off x="2636520" y="17449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2555" y="228600"/>
                </a:moveTo>
                <a:lnTo>
                  <a:pt x="122555" y="228441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3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106" y="180456"/>
                </a:lnTo>
                <a:lnTo>
                  <a:pt x="423" y="183026"/>
                </a:lnTo>
                <a:lnTo>
                  <a:pt x="952" y="185509"/>
                </a:lnTo>
                <a:lnTo>
                  <a:pt x="1693" y="187907"/>
                </a:lnTo>
                <a:lnTo>
                  <a:pt x="2646" y="190219"/>
                </a:lnTo>
                <a:lnTo>
                  <a:pt x="3810" y="192445"/>
                </a:lnTo>
                <a:lnTo>
                  <a:pt x="5186" y="194585"/>
                </a:lnTo>
                <a:lnTo>
                  <a:pt x="6773" y="196638"/>
                </a:lnTo>
                <a:lnTo>
                  <a:pt x="8572" y="198606"/>
                </a:lnTo>
                <a:lnTo>
                  <a:pt x="10583" y="200488"/>
                </a:lnTo>
                <a:lnTo>
                  <a:pt x="12806" y="202284"/>
                </a:lnTo>
                <a:lnTo>
                  <a:pt x="15240" y="203994"/>
                </a:lnTo>
                <a:lnTo>
                  <a:pt x="17815" y="205630"/>
                </a:lnTo>
                <a:lnTo>
                  <a:pt x="20461" y="207204"/>
                </a:lnTo>
                <a:lnTo>
                  <a:pt x="23178" y="208717"/>
                </a:lnTo>
                <a:lnTo>
                  <a:pt x="25964" y="210167"/>
                </a:lnTo>
                <a:lnTo>
                  <a:pt x="28822" y="211556"/>
                </a:lnTo>
                <a:lnTo>
                  <a:pt x="31750" y="212884"/>
                </a:lnTo>
                <a:lnTo>
                  <a:pt x="34749" y="214149"/>
                </a:lnTo>
                <a:lnTo>
                  <a:pt x="37818" y="215353"/>
                </a:lnTo>
                <a:lnTo>
                  <a:pt x="40958" y="216495"/>
                </a:lnTo>
                <a:lnTo>
                  <a:pt x="44168" y="217576"/>
                </a:lnTo>
                <a:lnTo>
                  <a:pt x="47449" y="218594"/>
                </a:lnTo>
                <a:lnTo>
                  <a:pt x="50800" y="219551"/>
                </a:lnTo>
                <a:lnTo>
                  <a:pt x="54188" y="220452"/>
                </a:lnTo>
                <a:lnTo>
                  <a:pt x="57578" y="221302"/>
                </a:lnTo>
                <a:lnTo>
                  <a:pt x="60970" y="222101"/>
                </a:lnTo>
                <a:lnTo>
                  <a:pt x="64364" y="222850"/>
                </a:lnTo>
                <a:lnTo>
                  <a:pt x="67761" y="223548"/>
                </a:lnTo>
                <a:lnTo>
                  <a:pt x="71160" y="224195"/>
                </a:lnTo>
                <a:lnTo>
                  <a:pt x="74561" y="224791"/>
                </a:lnTo>
                <a:lnTo>
                  <a:pt x="77964" y="225337"/>
                </a:lnTo>
                <a:lnTo>
                  <a:pt x="81369" y="225832"/>
                </a:lnTo>
                <a:lnTo>
                  <a:pt x="84777" y="226276"/>
                </a:lnTo>
                <a:lnTo>
                  <a:pt x="88187" y="226670"/>
                </a:lnTo>
                <a:lnTo>
                  <a:pt x="91599" y="227013"/>
                </a:lnTo>
                <a:lnTo>
                  <a:pt x="94942" y="227315"/>
                </a:lnTo>
                <a:lnTo>
                  <a:pt x="98147" y="227586"/>
                </a:lnTo>
                <a:lnTo>
                  <a:pt x="101213" y="227826"/>
                </a:lnTo>
                <a:lnTo>
                  <a:pt x="104140" y="228036"/>
                </a:lnTo>
                <a:lnTo>
                  <a:pt x="106928" y="228214"/>
                </a:lnTo>
                <a:lnTo>
                  <a:pt x="109577" y="228362"/>
                </a:lnTo>
                <a:lnTo>
                  <a:pt x="112087" y="228479"/>
                </a:lnTo>
                <a:lnTo>
                  <a:pt x="114459" y="228565"/>
                </a:lnTo>
                <a:lnTo>
                  <a:pt x="116691" y="228620"/>
                </a:lnTo>
                <a:lnTo>
                  <a:pt x="118785" y="228644"/>
                </a:lnTo>
                <a:lnTo>
                  <a:pt x="120739" y="228637"/>
                </a:lnTo>
                <a:lnTo>
                  <a:pt x="122555" y="228600"/>
                </a:lnTo>
                <a:close/>
                <a:moveTo>
                  <a:pt x="113982" y="160655"/>
                </a:moveTo>
                <a:lnTo>
                  <a:pt x="113982" y="160338"/>
                </a:lnTo>
                <a:lnTo>
                  <a:pt x="113982" y="160655"/>
                </a:lnTo>
                <a:lnTo>
                  <a:pt x="111251" y="160645"/>
                </a:lnTo>
                <a:lnTo>
                  <a:pt x="108559" y="160615"/>
                </a:lnTo>
                <a:lnTo>
                  <a:pt x="105906" y="160566"/>
                </a:lnTo>
                <a:lnTo>
                  <a:pt x="103293" y="160496"/>
                </a:lnTo>
                <a:lnTo>
                  <a:pt x="100720" y="160407"/>
                </a:lnTo>
                <a:lnTo>
                  <a:pt x="98187" y="160298"/>
                </a:lnTo>
                <a:lnTo>
                  <a:pt x="95693" y="160169"/>
                </a:lnTo>
                <a:lnTo>
                  <a:pt x="93239" y="160020"/>
                </a:lnTo>
                <a:lnTo>
                  <a:pt x="90825" y="159851"/>
                </a:lnTo>
                <a:lnTo>
                  <a:pt x="88450" y="159663"/>
                </a:lnTo>
                <a:lnTo>
                  <a:pt x="86115" y="159454"/>
                </a:lnTo>
                <a:lnTo>
                  <a:pt x="83820" y="159226"/>
                </a:lnTo>
                <a:lnTo>
                  <a:pt x="81560" y="158978"/>
                </a:lnTo>
                <a:lnTo>
                  <a:pt x="79331" y="158710"/>
                </a:lnTo>
                <a:lnTo>
                  <a:pt x="77133" y="158423"/>
                </a:lnTo>
                <a:lnTo>
                  <a:pt x="74965" y="158115"/>
                </a:lnTo>
                <a:lnTo>
                  <a:pt x="72829" y="157788"/>
                </a:lnTo>
                <a:lnTo>
                  <a:pt x="70723" y="157440"/>
                </a:lnTo>
                <a:lnTo>
                  <a:pt x="68648" y="157073"/>
                </a:lnTo>
                <a:lnTo>
                  <a:pt x="66604" y="156686"/>
                </a:lnTo>
                <a:lnTo>
                  <a:pt x="64591" y="156279"/>
                </a:lnTo>
                <a:lnTo>
                  <a:pt x="62609" y="155853"/>
                </a:lnTo>
                <a:lnTo>
                  <a:pt x="60658" y="155406"/>
                </a:lnTo>
                <a:lnTo>
                  <a:pt x="58738" y="154940"/>
                </a:lnTo>
                <a:lnTo>
                  <a:pt x="56844" y="154456"/>
                </a:lnTo>
                <a:lnTo>
                  <a:pt x="54972" y="153957"/>
                </a:lnTo>
                <a:lnTo>
                  <a:pt x="53122" y="153442"/>
                </a:lnTo>
                <a:lnTo>
                  <a:pt x="51294" y="152912"/>
                </a:lnTo>
                <a:lnTo>
                  <a:pt x="49488" y="152366"/>
                </a:lnTo>
                <a:lnTo>
                  <a:pt x="47704" y="151805"/>
                </a:lnTo>
                <a:lnTo>
                  <a:pt x="45943" y="151228"/>
                </a:lnTo>
                <a:lnTo>
                  <a:pt x="44203" y="150636"/>
                </a:lnTo>
                <a:lnTo>
                  <a:pt x="42485" y="150029"/>
                </a:lnTo>
                <a:lnTo>
                  <a:pt x="40790" y="149406"/>
                </a:lnTo>
                <a:lnTo>
                  <a:pt x="39116" y="148767"/>
                </a:lnTo>
                <a:lnTo>
                  <a:pt x="37465" y="148114"/>
                </a:lnTo>
                <a:lnTo>
                  <a:pt x="35833" y="147445"/>
                </a:lnTo>
                <a:lnTo>
                  <a:pt x="34219" y="146760"/>
                </a:lnTo>
                <a:lnTo>
                  <a:pt x="32623" y="146060"/>
                </a:lnTo>
                <a:lnTo>
                  <a:pt x="31044" y="145344"/>
                </a:lnTo>
                <a:lnTo>
                  <a:pt x="29483" y="144614"/>
                </a:lnTo>
                <a:lnTo>
                  <a:pt x="27940" y="143867"/>
                </a:lnTo>
                <a:lnTo>
                  <a:pt x="26414" y="143105"/>
                </a:lnTo>
                <a:lnTo>
                  <a:pt x="24906" y="142328"/>
                </a:lnTo>
                <a:lnTo>
                  <a:pt x="23416" y="141536"/>
                </a:lnTo>
                <a:lnTo>
                  <a:pt x="21943" y="140727"/>
                </a:lnTo>
                <a:lnTo>
                  <a:pt x="20488" y="139904"/>
                </a:lnTo>
                <a:lnTo>
                  <a:pt x="19050" y="139065"/>
                </a:lnTo>
                <a:lnTo>
                  <a:pt x="20488" y="139904"/>
                </a:lnTo>
                <a:lnTo>
                  <a:pt x="21943" y="140727"/>
                </a:lnTo>
                <a:lnTo>
                  <a:pt x="23416" y="141536"/>
                </a:lnTo>
                <a:lnTo>
                  <a:pt x="24906" y="142328"/>
                </a:lnTo>
                <a:lnTo>
                  <a:pt x="26414" y="143105"/>
                </a:lnTo>
                <a:lnTo>
                  <a:pt x="27940" y="143867"/>
                </a:lnTo>
                <a:lnTo>
                  <a:pt x="29483" y="144614"/>
                </a:lnTo>
                <a:lnTo>
                  <a:pt x="31044" y="145344"/>
                </a:lnTo>
                <a:lnTo>
                  <a:pt x="32623" y="146060"/>
                </a:lnTo>
                <a:lnTo>
                  <a:pt x="34219" y="146760"/>
                </a:lnTo>
                <a:lnTo>
                  <a:pt x="35833" y="147445"/>
                </a:lnTo>
                <a:lnTo>
                  <a:pt x="37465" y="148114"/>
                </a:lnTo>
                <a:lnTo>
                  <a:pt x="39116" y="148767"/>
                </a:lnTo>
                <a:lnTo>
                  <a:pt x="40790" y="149406"/>
                </a:lnTo>
                <a:lnTo>
                  <a:pt x="42485" y="150029"/>
                </a:lnTo>
                <a:lnTo>
                  <a:pt x="44203" y="150636"/>
                </a:lnTo>
                <a:lnTo>
                  <a:pt x="45943" y="151228"/>
                </a:lnTo>
                <a:lnTo>
                  <a:pt x="47704" y="151805"/>
                </a:lnTo>
                <a:lnTo>
                  <a:pt x="49488" y="152366"/>
                </a:lnTo>
                <a:lnTo>
                  <a:pt x="51294" y="152912"/>
                </a:lnTo>
                <a:lnTo>
                  <a:pt x="53122" y="153442"/>
                </a:lnTo>
                <a:lnTo>
                  <a:pt x="54972" y="153957"/>
                </a:lnTo>
                <a:lnTo>
                  <a:pt x="56844" y="154456"/>
                </a:lnTo>
                <a:lnTo>
                  <a:pt x="58738" y="154940"/>
                </a:lnTo>
                <a:lnTo>
                  <a:pt x="60658" y="155406"/>
                </a:lnTo>
                <a:lnTo>
                  <a:pt x="62609" y="155853"/>
                </a:lnTo>
                <a:lnTo>
                  <a:pt x="64591" y="156279"/>
                </a:lnTo>
                <a:lnTo>
                  <a:pt x="66604" y="156686"/>
                </a:lnTo>
                <a:lnTo>
                  <a:pt x="68648" y="157073"/>
                </a:lnTo>
                <a:lnTo>
                  <a:pt x="70723" y="157440"/>
                </a:lnTo>
                <a:lnTo>
                  <a:pt x="72829" y="157788"/>
                </a:lnTo>
                <a:lnTo>
                  <a:pt x="74965" y="158115"/>
                </a:lnTo>
                <a:lnTo>
                  <a:pt x="77133" y="158423"/>
                </a:lnTo>
                <a:lnTo>
                  <a:pt x="79331" y="158710"/>
                </a:lnTo>
                <a:lnTo>
                  <a:pt x="81560" y="158978"/>
                </a:lnTo>
                <a:lnTo>
                  <a:pt x="83820" y="159226"/>
                </a:lnTo>
                <a:lnTo>
                  <a:pt x="86115" y="159454"/>
                </a:lnTo>
                <a:lnTo>
                  <a:pt x="88450" y="159663"/>
                </a:lnTo>
                <a:lnTo>
                  <a:pt x="90825" y="159851"/>
                </a:lnTo>
                <a:lnTo>
                  <a:pt x="93239" y="160020"/>
                </a:lnTo>
                <a:lnTo>
                  <a:pt x="95693" y="160169"/>
                </a:lnTo>
                <a:lnTo>
                  <a:pt x="98187" y="160298"/>
                </a:lnTo>
                <a:lnTo>
                  <a:pt x="100720" y="160407"/>
                </a:lnTo>
                <a:lnTo>
                  <a:pt x="103293" y="160496"/>
                </a:lnTo>
                <a:lnTo>
                  <a:pt x="105906" y="160566"/>
                </a:lnTo>
                <a:lnTo>
                  <a:pt x="108559" y="160615"/>
                </a:lnTo>
                <a:lnTo>
                  <a:pt x="111251" y="160645"/>
                </a:lnTo>
                <a:lnTo>
                  <a:pt x="113982" y="160655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88912" y="229870"/>
                </a:moveTo>
                <a:lnTo>
                  <a:pt x="198438" y="229870"/>
                </a:lnTo>
                <a:lnTo>
                  <a:pt x="198438" y="175578"/>
                </a:lnTo>
                <a:lnTo>
                  <a:pt x="222885" y="200025"/>
                </a:lnTo>
                <a:lnTo>
                  <a:pt x="229552" y="193358"/>
                </a:lnTo>
                <a:lnTo>
                  <a:pt x="193675" y="157480"/>
                </a:lnTo>
                <a:lnTo>
                  <a:pt x="157798" y="193358"/>
                </a:lnTo>
                <a:lnTo>
                  <a:pt x="164465" y="200025"/>
                </a:lnTo>
                <a:lnTo>
                  <a:pt x="188912" y="175578"/>
                </a:lnTo>
                <a:lnTo>
                  <a:pt x="188912" y="229870"/>
                </a:lnTo>
                <a:close/>
                <a:moveTo>
                  <a:pt x="151130" y="236379"/>
                </a:moveTo>
                <a:lnTo>
                  <a:pt x="148290" y="233392"/>
                </a:lnTo>
                <a:lnTo>
                  <a:pt x="145697" y="230307"/>
                </a:lnTo>
                <a:lnTo>
                  <a:pt x="143351" y="227122"/>
                </a:lnTo>
                <a:lnTo>
                  <a:pt x="141252" y="223838"/>
                </a:lnTo>
                <a:lnTo>
                  <a:pt x="139400" y="220454"/>
                </a:lnTo>
                <a:lnTo>
                  <a:pt x="137795" y="216972"/>
                </a:lnTo>
                <a:lnTo>
                  <a:pt x="136437" y="213390"/>
                </a:lnTo>
                <a:lnTo>
                  <a:pt x="135326" y="209709"/>
                </a:lnTo>
                <a:lnTo>
                  <a:pt x="134461" y="205929"/>
                </a:lnTo>
                <a:lnTo>
                  <a:pt x="133844" y="202049"/>
                </a:lnTo>
                <a:lnTo>
                  <a:pt x="133473" y="198070"/>
                </a:lnTo>
                <a:lnTo>
                  <a:pt x="133350" y="193992"/>
                </a:lnTo>
                <a:lnTo>
                  <a:pt x="133473" y="189863"/>
                </a:lnTo>
                <a:lnTo>
                  <a:pt x="133844" y="185835"/>
                </a:lnTo>
                <a:lnTo>
                  <a:pt x="134461" y="181908"/>
                </a:lnTo>
                <a:lnTo>
                  <a:pt x="135326" y="178082"/>
                </a:lnTo>
                <a:lnTo>
                  <a:pt x="136437" y="174358"/>
                </a:lnTo>
                <a:lnTo>
                  <a:pt x="137795" y="170736"/>
                </a:lnTo>
                <a:lnTo>
                  <a:pt x="139400" y="167214"/>
                </a:lnTo>
                <a:lnTo>
                  <a:pt x="141252" y="163795"/>
                </a:lnTo>
                <a:lnTo>
                  <a:pt x="143351" y="160476"/>
                </a:lnTo>
                <a:lnTo>
                  <a:pt x="145697" y="157260"/>
                </a:lnTo>
                <a:lnTo>
                  <a:pt x="148290" y="154144"/>
                </a:lnTo>
                <a:lnTo>
                  <a:pt x="151130" y="151130"/>
                </a:lnTo>
                <a:lnTo>
                  <a:pt x="154142" y="148290"/>
                </a:lnTo>
                <a:lnTo>
                  <a:pt x="157251" y="145697"/>
                </a:lnTo>
                <a:lnTo>
                  <a:pt x="160457" y="143351"/>
                </a:lnTo>
                <a:lnTo>
                  <a:pt x="163759" y="141252"/>
                </a:lnTo>
                <a:lnTo>
                  <a:pt x="167159" y="139400"/>
                </a:lnTo>
                <a:lnTo>
                  <a:pt x="170656" y="137795"/>
                </a:lnTo>
                <a:lnTo>
                  <a:pt x="174250" y="136437"/>
                </a:lnTo>
                <a:lnTo>
                  <a:pt x="177941" y="135326"/>
                </a:lnTo>
                <a:lnTo>
                  <a:pt x="181729" y="134461"/>
                </a:lnTo>
                <a:lnTo>
                  <a:pt x="185614" y="133844"/>
                </a:lnTo>
                <a:lnTo>
                  <a:pt x="189596" y="133473"/>
                </a:lnTo>
                <a:lnTo>
                  <a:pt x="193675" y="133350"/>
                </a:lnTo>
                <a:lnTo>
                  <a:pt x="197754" y="133473"/>
                </a:lnTo>
                <a:lnTo>
                  <a:pt x="201736" y="133844"/>
                </a:lnTo>
                <a:lnTo>
                  <a:pt x="205621" y="134461"/>
                </a:lnTo>
                <a:lnTo>
                  <a:pt x="209409" y="135326"/>
                </a:lnTo>
                <a:lnTo>
                  <a:pt x="213100" y="136437"/>
                </a:lnTo>
                <a:lnTo>
                  <a:pt x="216694" y="137795"/>
                </a:lnTo>
                <a:lnTo>
                  <a:pt x="220191" y="139400"/>
                </a:lnTo>
                <a:lnTo>
                  <a:pt x="223591" y="141252"/>
                </a:lnTo>
                <a:lnTo>
                  <a:pt x="226893" y="143351"/>
                </a:lnTo>
                <a:lnTo>
                  <a:pt x="230099" y="145697"/>
                </a:lnTo>
                <a:lnTo>
                  <a:pt x="233208" y="148290"/>
                </a:lnTo>
                <a:lnTo>
                  <a:pt x="236220" y="151130"/>
                </a:lnTo>
                <a:lnTo>
                  <a:pt x="239060" y="154144"/>
                </a:lnTo>
                <a:lnTo>
                  <a:pt x="241653" y="157260"/>
                </a:lnTo>
                <a:lnTo>
                  <a:pt x="243999" y="160476"/>
                </a:lnTo>
                <a:lnTo>
                  <a:pt x="246098" y="163795"/>
                </a:lnTo>
                <a:lnTo>
                  <a:pt x="247950" y="167214"/>
                </a:lnTo>
                <a:lnTo>
                  <a:pt x="249555" y="170736"/>
                </a:lnTo>
                <a:lnTo>
                  <a:pt x="250913" y="174358"/>
                </a:lnTo>
                <a:lnTo>
                  <a:pt x="252024" y="178082"/>
                </a:lnTo>
                <a:lnTo>
                  <a:pt x="252889" y="181908"/>
                </a:lnTo>
                <a:lnTo>
                  <a:pt x="253506" y="185835"/>
                </a:lnTo>
                <a:lnTo>
                  <a:pt x="253877" y="189863"/>
                </a:lnTo>
                <a:lnTo>
                  <a:pt x="254000" y="193992"/>
                </a:lnTo>
                <a:lnTo>
                  <a:pt x="253877" y="198070"/>
                </a:lnTo>
                <a:lnTo>
                  <a:pt x="253506" y="202049"/>
                </a:lnTo>
                <a:lnTo>
                  <a:pt x="252889" y="205929"/>
                </a:lnTo>
                <a:lnTo>
                  <a:pt x="252024" y="209709"/>
                </a:lnTo>
                <a:lnTo>
                  <a:pt x="250913" y="213390"/>
                </a:lnTo>
                <a:lnTo>
                  <a:pt x="249555" y="216972"/>
                </a:lnTo>
                <a:lnTo>
                  <a:pt x="247950" y="220454"/>
                </a:lnTo>
                <a:lnTo>
                  <a:pt x="246098" y="223838"/>
                </a:lnTo>
                <a:lnTo>
                  <a:pt x="243999" y="227122"/>
                </a:lnTo>
                <a:lnTo>
                  <a:pt x="241653" y="230307"/>
                </a:lnTo>
                <a:lnTo>
                  <a:pt x="239060" y="233392"/>
                </a:lnTo>
                <a:lnTo>
                  <a:pt x="236220" y="236379"/>
                </a:lnTo>
                <a:lnTo>
                  <a:pt x="233208" y="239193"/>
                </a:lnTo>
                <a:lnTo>
                  <a:pt x="230099" y="241763"/>
                </a:lnTo>
                <a:lnTo>
                  <a:pt x="226893" y="244088"/>
                </a:lnTo>
                <a:lnTo>
                  <a:pt x="223591" y="246168"/>
                </a:lnTo>
                <a:lnTo>
                  <a:pt x="220191" y="248004"/>
                </a:lnTo>
                <a:lnTo>
                  <a:pt x="216694" y="249595"/>
                </a:lnTo>
                <a:lnTo>
                  <a:pt x="213100" y="250941"/>
                </a:lnTo>
                <a:lnTo>
                  <a:pt x="209409" y="252042"/>
                </a:lnTo>
                <a:lnTo>
                  <a:pt x="205621" y="252899"/>
                </a:lnTo>
                <a:lnTo>
                  <a:pt x="201736" y="253511"/>
                </a:lnTo>
                <a:lnTo>
                  <a:pt x="197754" y="253878"/>
                </a:lnTo>
                <a:lnTo>
                  <a:pt x="193675" y="254000"/>
                </a:lnTo>
                <a:lnTo>
                  <a:pt x="189596" y="253878"/>
                </a:lnTo>
                <a:lnTo>
                  <a:pt x="185614" y="253511"/>
                </a:lnTo>
                <a:lnTo>
                  <a:pt x="181729" y="252899"/>
                </a:lnTo>
                <a:lnTo>
                  <a:pt x="177941" y="252042"/>
                </a:lnTo>
                <a:lnTo>
                  <a:pt x="174250" y="250941"/>
                </a:lnTo>
                <a:lnTo>
                  <a:pt x="170656" y="249595"/>
                </a:lnTo>
                <a:lnTo>
                  <a:pt x="167159" y="248004"/>
                </a:lnTo>
                <a:lnTo>
                  <a:pt x="163759" y="246168"/>
                </a:lnTo>
                <a:lnTo>
                  <a:pt x="160457" y="244088"/>
                </a:lnTo>
                <a:lnTo>
                  <a:pt x="157251" y="241763"/>
                </a:lnTo>
                <a:lnTo>
                  <a:pt x="154142" y="239193"/>
                </a:lnTo>
                <a:lnTo>
                  <a:pt x="151130" y="236379"/>
                </a:lnTo>
                <a:close/>
                <a:moveTo>
                  <a:pt x="115888" y="209550"/>
                </a:moveTo>
                <a:lnTo>
                  <a:pt x="116052" y="210394"/>
                </a:lnTo>
                <a:lnTo>
                  <a:pt x="116227" y="211235"/>
                </a:lnTo>
                <a:lnTo>
                  <a:pt x="116413" y="212070"/>
                </a:lnTo>
                <a:lnTo>
                  <a:pt x="116611" y="212901"/>
                </a:lnTo>
                <a:lnTo>
                  <a:pt x="116819" y="213728"/>
                </a:lnTo>
                <a:lnTo>
                  <a:pt x="117038" y="214551"/>
                </a:lnTo>
                <a:lnTo>
                  <a:pt x="117269" y="215369"/>
                </a:lnTo>
                <a:lnTo>
                  <a:pt x="117510" y="216182"/>
                </a:lnTo>
                <a:lnTo>
                  <a:pt x="117763" y="216991"/>
                </a:lnTo>
                <a:lnTo>
                  <a:pt x="118026" y="217796"/>
                </a:lnTo>
                <a:lnTo>
                  <a:pt x="118301" y="218597"/>
                </a:lnTo>
                <a:lnTo>
                  <a:pt x="118586" y="219393"/>
                </a:lnTo>
                <a:lnTo>
                  <a:pt x="118881" y="220184"/>
                </a:lnTo>
                <a:lnTo>
                  <a:pt x="119182" y="220971"/>
                </a:lnTo>
                <a:lnTo>
                  <a:pt x="119489" y="221754"/>
                </a:lnTo>
                <a:lnTo>
                  <a:pt x="119803" y="222532"/>
                </a:lnTo>
                <a:lnTo>
                  <a:pt x="120124" y="223306"/>
                </a:lnTo>
                <a:lnTo>
                  <a:pt x="120452" y="224076"/>
                </a:lnTo>
                <a:lnTo>
                  <a:pt x="120786" y="224841"/>
                </a:lnTo>
                <a:lnTo>
                  <a:pt x="121126" y="225601"/>
                </a:lnTo>
                <a:lnTo>
                  <a:pt x="121474" y="226358"/>
                </a:lnTo>
                <a:lnTo>
                  <a:pt x="121827" y="227110"/>
                </a:lnTo>
                <a:lnTo>
                  <a:pt x="122188" y="227857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3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22555"/>
                </a:lnTo>
                <a:lnTo>
                  <a:pt x="227857" y="122188"/>
                </a:lnTo>
                <a:lnTo>
                  <a:pt x="227110" y="121827"/>
                </a:lnTo>
                <a:lnTo>
                  <a:pt x="226358" y="121474"/>
                </a:lnTo>
                <a:lnTo>
                  <a:pt x="225601" y="121126"/>
                </a:lnTo>
                <a:lnTo>
                  <a:pt x="224841" y="120786"/>
                </a:lnTo>
                <a:lnTo>
                  <a:pt x="224076" y="120452"/>
                </a:lnTo>
                <a:lnTo>
                  <a:pt x="223306" y="120124"/>
                </a:lnTo>
                <a:lnTo>
                  <a:pt x="222532" y="119803"/>
                </a:lnTo>
                <a:lnTo>
                  <a:pt x="221754" y="119489"/>
                </a:lnTo>
                <a:lnTo>
                  <a:pt x="220971" y="119182"/>
                </a:lnTo>
                <a:lnTo>
                  <a:pt x="220184" y="118881"/>
                </a:lnTo>
                <a:lnTo>
                  <a:pt x="219392" y="118586"/>
                </a:lnTo>
                <a:lnTo>
                  <a:pt x="218597" y="118301"/>
                </a:lnTo>
                <a:lnTo>
                  <a:pt x="217796" y="118026"/>
                </a:lnTo>
                <a:lnTo>
                  <a:pt x="216991" y="117763"/>
                </a:lnTo>
                <a:lnTo>
                  <a:pt x="216182" y="117510"/>
                </a:lnTo>
                <a:lnTo>
                  <a:pt x="215369" y="117269"/>
                </a:lnTo>
                <a:lnTo>
                  <a:pt x="214551" y="117038"/>
                </a:lnTo>
                <a:lnTo>
                  <a:pt x="213728" y="116819"/>
                </a:lnTo>
                <a:lnTo>
                  <a:pt x="212901" y="116611"/>
                </a:lnTo>
                <a:lnTo>
                  <a:pt x="212070" y="116413"/>
                </a:lnTo>
                <a:lnTo>
                  <a:pt x="211235" y="116227"/>
                </a:lnTo>
                <a:lnTo>
                  <a:pt x="210394" y="116052"/>
                </a:lnTo>
                <a:lnTo>
                  <a:pt x="209550" y="115888"/>
                </a:lnTo>
                <a:lnTo>
                  <a:pt x="209550" y="70485"/>
                </a:lnTo>
                <a:lnTo>
                  <a:pt x="206384" y="72199"/>
                </a:lnTo>
                <a:lnTo>
                  <a:pt x="203129" y="73850"/>
                </a:lnTo>
                <a:lnTo>
                  <a:pt x="199787" y="75436"/>
                </a:lnTo>
                <a:lnTo>
                  <a:pt x="196356" y="76958"/>
                </a:lnTo>
                <a:lnTo>
                  <a:pt x="192837" y="78417"/>
                </a:lnTo>
                <a:lnTo>
                  <a:pt x="189230" y="79812"/>
                </a:lnTo>
                <a:lnTo>
                  <a:pt x="185535" y="81142"/>
                </a:lnTo>
                <a:lnTo>
                  <a:pt x="181751" y="82409"/>
                </a:lnTo>
                <a:lnTo>
                  <a:pt x="177879" y="83612"/>
                </a:lnTo>
                <a:lnTo>
                  <a:pt x="173919" y="84750"/>
                </a:lnTo>
                <a:lnTo>
                  <a:pt x="169871" y="85825"/>
                </a:lnTo>
                <a:lnTo>
                  <a:pt x="165735" y="86836"/>
                </a:lnTo>
                <a:lnTo>
                  <a:pt x="161544" y="87774"/>
                </a:lnTo>
                <a:lnTo>
                  <a:pt x="157330" y="88631"/>
                </a:lnTo>
                <a:lnTo>
                  <a:pt x="153095" y="89406"/>
                </a:lnTo>
                <a:lnTo>
                  <a:pt x="148837" y="90099"/>
                </a:lnTo>
                <a:lnTo>
                  <a:pt x="144557" y="90711"/>
                </a:lnTo>
                <a:lnTo>
                  <a:pt x="140256" y="91242"/>
                </a:lnTo>
                <a:lnTo>
                  <a:pt x="135932" y="91690"/>
                </a:lnTo>
                <a:lnTo>
                  <a:pt x="131586" y="92057"/>
                </a:lnTo>
                <a:lnTo>
                  <a:pt x="127218" y="92343"/>
                </a:lnTo>
                <a:lnTo>
                  <a:pt x="122828" y="92547"/>
                </a:lnTo>
                <a:lnTo>
                  <a:pt x="118416" y="92669"/>
                </a:lnTo>
                <a:lnTo>
                  <a:pt x="113982" y="92710"/>
                </a:lnTo>
                <a:lnTo>
                  <a:pt x="109497" y="92669"/>
                </a:lnTo>
                <a:lnTo>
                  <a:pt x="105035" y="92547"/>
                </a:lnTo>
                <a:lnTo>
                  <a:pt x="100598" y="92343"/>
                </a:lnTo>
                <a:lnTo>
                  <a:pt x="96185" y="92057"/>
                </a:lnTo>
                <a:lnTo>
                  <a:pt x="91796" y="91690"/>
                </a:lnTo>
                <a:lnTo>
                  <a:pt x="87432" y="91242"/>
                </a:lnTo>
                <a:lnTo>
                  <a:pt x="83091" y="90711"/>
                </a:lnTo>
                <a:lnTo>
                  <a:pt x="78775" y="90099"/>
                </a:lnTo>
                <a:lnTo>
                  <a:pt x="74484" y="89406"/>
                </a:lnTo>
                <a:lnTo>
                  <a:pt x="70216" y="88631"/>
                </a:lnTo>
                <a:lnTo>
                  <a:pt x="65973" y="87774"/>
                </a:lnTo>
                <a:lnTo>
                  <a:pt x="61754" y="86836"/>
                </a:lnTo>
                <a:lnTo>
                  <a:pt x="57601" y="85825"/>
                </a:lnTo>
                <a:lnTo>
                  <a:pt x="53556" y="84750"/>
                </a:lnTo>
                <a:lnTo>
                  <a:pt x="49619" y="83612"/>
                </a:lnTo>
                <a:lnTo>
                  <a:pt x="45791" y="82409"/>
                </a:lnTo>
                <a:lnTo>
                  <a:pt x="42070" y="81142"/>
                </a:lnTo>
                <a:lnTo>
                  <a:pt x="38457" y="79812"/>
                </a:lnTo>
                <a:lnTo>
                  <a:pt x="34953" y="78417"/>
                </a:lnTo>
                <a:lnTo>
                  <a:pt x="31556" y="76958"/>
                </a:lnTo>
                <a:lnTo>
                  <a:pt x="28267" y="75436"/>
                </a:lnTo>
                <a:lnTo>
                  <a:pt x="25087" y="73850"/>
                </a:lnTo>
                <a:lnTo>
                  <a:pt x="22014" y="72199"/>
                </a:lnTo>
                <a:lnTo>
                  <a:pt x="19050" y="70485"/>
                </a:lnTo>
                <a:lnTo>
                  <a:pt x="19050" y="119698"/>
                </a:lnTo>
                <a:lnTo>
                  <a:pt x="21963" y="121361"/>
                </a:lnTo>
                <a:lnTo>
                  <a:pt x="24985" y="122965"/>
                </a:lnTo>
                <a:lnTo>
                  <a:pt x="28119" y="124510"/>
                </a:lnTo>
                <a:lnTo>
                  <a:pt x="31362" y="125995"/>
                </a:lnTo>
                <a:lnTo>
                  <a:pt x="34716" y="127420"/>
                </a:lnTo>
                <a:lnTo>
                  <a:pt x="38179" y="128786"/>
                </a:lnTo>
                <a:lnTo>
                  <a:pt x="41753" y="130092"/>
                </a:lnTo>
                <a:lnTo>
                  <a:pt x="45438" y="131339"/>
                </a:lnTo>
                <a:lnTo>
                  <a:pt x="49232" y="132526"/>
                </a:lnTo>
                <a:lnTo>
                  <a:pt x="53137" y="133654"/>
                </a:lnTo>
                <a:lnTo>
                  <a:pt x="57152" y="134723"/>
                </a:lnTo>
                <a:lnTo>
                  <a:pt x="61278" y="135731"/>
                </a:lnTo>
                <a:lnTo>
                  <a:pt x="65476" y="136669"/>
                </a:lnTo>
                <a:lnTo>
                  <a:pt x="69709" y="137526"/>
                </a:lnTo>
                <a:lnTo>
                  <a:pt x="73978" y="138301"/>
                </a:lnTo>
                <a:lnTo>
                  <a:pt x="78281" y="138994"/>
                </a:lnTo>
                <a:lnTo>
                  <a:pt x="82621" y="139606"/>
                </a:lnTo>
                <a:lnTo>
                  <a:pt x="86995" y="140137"/>
                </a:lnTo>
                <a:lnTo>
                  <a:pt x="91405" y="140585"/>
                </a:lnTo>
                <a:lnTo>
                  <a:pt x="95850" y="140952"/>
                </a:lnTo>
                <a:lnTo>
                  <a:pt x="100330" y="141238"/>
                </a:lnTo>
                <a:lnTo>
                  <a:pt x="104846" y="141442"/>
                </a:lnTo>
                <a:lnTo>
                  <a:pt x="109396" y="141564"/>
                </a:lnTo>
                <a:lnTo>
                  <a:pt x="113982" y="141605"/>
                </a:lnTo>
                <a:lnTo>
                  <a:pt x="114880" y="141604"/>
                </a:lnTo>
                <a:lnTo>
                  <a:pt x="115773" y="141601"/>
                </a:lnTo>
                <a:lnTo>
                  <a:pt x="116661" y="141595"/>
                </a:lnTo>
                <a:lnTo>
                  <a:pt x="117546" y="141587"/>
                </a:lnTo>
                <a:lnTo>
                  <a:pt x="118425" y="141577"/>
                </a:lnTo>
                <a:lnTo>
                  <a:pt x="119301" y="141565"/>
                </a:lnTo>
                <a:lnTo>
                  <a:pt x="120172" y="141551"/>
                </a:lnTo>
                <a:lnTo>
                  <a:pt x="121038" y="141534"/>
                </a:lnTo>
                <a:lnTo>
                  <a:pt x="121900" y="141516"/>
                </a:lnTo>
                <a:lnTo>
                  <a:pt x="122758" y="141495"/>
                </a:lnTo>
                <a:lnTo>
                  <a:pt x="123611" y="141472"/>
                </a:lnTo>
                <a:lnTo>
                  <a:pt x="124460" y="141446"/>
                </a:lnTo>
                <a:lnTo>
                  <a:pt x="125309" y="141416"/>
                </a:lnTo>
                <a:lnTo>
                  <a:pt x="126162" y="141380"/>
                </a:lnTo>
                <a:lnTo>
                  <a:pt x="127020" y="141337"/>
                </a:lnTo>
                <a:lnTo>
                  <a:pt x="127882" y="141288"/>
                </a:lnTo>
                <a:lnTo>
                  <a:pt x="128748" y="141231"/>
                </a:lnTo>
                <a:lnTo>
                  <a:pt x="129619" y="141168"/>
                </a:lnTo>
                <a:lnTo>
                  <a:pt x="130495" y="141099"/>
                </a:lnTo>
                <a:lnTo>
                  <a:pt x="131374" y="141023"/>
                </a:lnTo>
                <a:lnTo>
                  <a:pt x="132259" y="140940"/>
                </a:lnTo>
                <a:lnTo>
                  <a:pt x="133147" y="140851"/>
                </a:lnTo>
                <a:lnTo>
                  <a:pt x="134040" y="140755"/>
                </a:lnTo>
                <a:lnTo>
                  <a:pt x="134938" y="140652"/>
                </a:lnTo>
                <a:lnTo>
                  <a:pt x="134256" y="141398"/>
                </a:lnTo>
                <a:lnTo>
                  <a:pt x="133588" y="142152"/>
                </a:lnTo>
                <a:lnTo>
                  <a:pt x="132933" y="142915"/>
                </a:lnTo>
                <a:lnTo>
                  <a:pt x="132292" y="143686"/>
                </a:lnTo>
                <a:lnTo>
                  <a:pt x="131663" y="144467"/>
                </a:lnTo>
                <a:lnTo>
                  <a:pt x="131048" y="145256"/>
                </a:lnTo>
                <a:lnTo>
                  <a:pt x="130446" y="146054"/>
                </a:lnTo>
                <a:lnTo>
                  <a:pt x="129858" y="146861"/>
                </a:lnTo>
                <a:lnTo>
                  <a:pt x="129282" y="147677"/>
                </a:lnTo>
                <a:lnTo>
                  <a:pt x="128720" y="148502"/>
                </a:lnTo>
                <a:lnTo>
                  <a:pt x="128171" y="149335"/>
                </a:lnTo>
                <a:lnTo>
                  <a:pt x="127635" y="150178"/>
                </a:lnTo>
                <a:lnTo>
                  <a:pt x="127110" y="151026"/>
                </a:lnTo>
                <a:lnTo>
                  <a:pt x="126594" y="151880"/>
                </a:lnTo>
                <a:lnTo>
                  <a:pt x="126087" y="152737"/>
                </a:lnTo>
                <a:lnTo>
                  <a:pt x="125589" y="153599"/>
                </a:lnTo>
                <a:lnTo>
                  <a:pt x="125099" y="154466"/>
                </a:lnTo>
                <a:lnTo>
                  <a:pt x="124619" y="155337"/>
                </a:lnTo>
                <a:lnTo>
                  <a:pt x="124147" y="156212"/>
                </a:lnTo>
                <a:lnTo>
                  <a:pt x="123684" y="157092"/>
                </a:lnTo>
                <a:lnTo>
                  <a:pt x="123230" y="157976"/>
                </a:lnTo>
                <a:lnTo>
                  <a:pt x="122784" y="158865"/>
                </a:lnTo>
                <a:lnTo>
                  <a:pt x="122348" y="159758"/>
                </a:lnTo>
                <a:lnTo>
                  <a:pt x="121920" y="160655"/>
                </a:lnTo>
                <a:lnTo>
                  <a:pt x="113982" y="160655"/>
                </a:lnTo>
                <a:lnTo>
                  <a:pt x="108505" y="160615"/>
                </a:lnTo>
                <a:lnTo>
                  <a:pt x="103183" y="160496"/>
                </a:lnTo>
                <a:lnTo>
                  <a:pt x="98018" y="160298"/>
                </a:lnTo>
                <a:lnTo>
                  <a:pt x="93010" y="160020"/>
                </a:lnTo>
                <a:lnTo>
                  <a:pt x="88158" y="159663"/>
                </a:lnTo>
                <a:lnTo>
                  <a:pt x="83463" y="159226"/>
                </a:lnTo>
                <a:lnTo>
                  <a:pt x="78924" y="158710"/>
                </a:lnTo>
                <a:lnTo>
                  <a:pt x="74542" y="158115"/>
                </a:lnTo>
                <a:lnTo>
                  <a:pt x="70316" y="157440"/>
                </a:lnTo>
                <a:lnTo>
                  <a:pt x="66247" y="156686"/>
                </a:lnTo>
                <a:lnTo>
                  <a:pt x="62335" y="155853"/>
                </a:lnTo>
                <a:lnTo>
                  <a:pt x="58579" y="154940"/>
                </a:lnTo>
                <a:lnTo>
                  <a:pt x="54933" y="153957"/>
                </a:lnTo>
                <a:lnTo>
                  <a:pt x="51351" y="152912"/>
                </a:lnTo>
                <a:lnTo>
                  <a:pt x="47833" y="151805"/>
                </a:lnTo>
                <a:lnTo>
                  <a:pt x="44379" y="150636"/>
                </a:lnTo>
                <a:lnTo>
                  <a:pt x="40989" y="149406"/>
                </a:lnTo>
                <a:lnTo>
                  <a:pt x="37663" y="148114"/>
                </a:lnTo>
                <a:lnTo>
                  <a:pt x="34401" y="146760"/>
                </a:lnTo>
                <a:lnTo>
                  <a:pt x="31203" y="145344"/>
                </a:lnTo>
                <a:lnTo>
                  <a:pt x="28069" y="143867"/>
                </a:lnTo>
                <a:lnTo>
                  <a:pt x="24999" y="142328"/>
                </a:lnTo>
                <a:lnTo>
                  <a:pt x="21992" y="140727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70" y="179971"/>
                </a:lnTo>
                <a:lnTo>
                  <a:pt x="19800" y="180874"/>
                </a:lnTo>
                <a:lnTo>
                  <a:pt x="20340" y="181779"/>
                </a:lnTo>
                <a:lnTo>
                  <a:pt x="20990" y="182686"/>
                </a:lnTo>
                <a:lnTo>
                  <a:pt x="21751" y="183595"/>
                </a:lnTo>
                <a:lnTo>
                  <a:pt x="22622" y="184507"/>
                </a:lnTo>
                <a:lnTo>
                  <a:pt x="23603" y="185421"/>
                </a:lnTo>
                <a:lnTo>
                  <a:pt x="24694" y="186337"/>
                </a:lnTo>
                <a:lnTo>
                  <a:pt x="25896" y="187256"/>
                </a:lnTo>
                <a:lnTo>
                  <a:pt x="27208" y="188176"/>
                </a:lnTo>
                <a:lnTo>
                  <a:pt x="28630" y="189099"/>
                </a:lnTo>
                <a:lnTo>
                  <a:pt x="30162" y="190024"/>
                </a:lnTo>
                <a:lnTo>
                  <a:pt x="31780" y="190941"/>
                </a:lnTo>
                <a:lnTo>
                  <a:pt x="33457" y="191841"/>
                </a:lnTo>
                <a:lnTo>
                  <a:pt x="35193" y="192722"/>
                </a:lnTo>
                <a:lnTo>
                  <a:pt x="36989" y="193587"/>
                </a:lnTo>
                <a:lnTo>
                  <a:pt x="38844" y="194433"/>
                </a:lnTo>
                <a:lnTo>
                  <a:pt x="40759" y="195262"/>
                </a:lnTo>
                <a:lnTo>
                  <a:pt x="42734" y="196074"/>
                </a:lnTo>
                <a:lnTo>
                  <a:pt x="44768" y="196868"/>
                </a:lnTo>
                <a:lnTo>
                  <a:pt x="46861" y="197644"/>
                </a:lnTo>
                <a:lnTo>
                  <a:pt x="49014" y="198402"/>
                </a:lnTo>
                <a:lnTo>
                  <a:pt x="51227" y="199143"/>
                </a:lnTo>
                <a:lnTo>
                  <a:pt x="53499" y="199866"/>
                </a:lnTo>
                <a:lnTo>
                  <a:pt x="55819" y="200570"/>
                </a:lnTo>
                <a:lnTo>
                  <a:pt x="58177" y="201251"/>
                </a:lnTo>
                <a:lnTo>
                  <a:pt x="60573" y="201910"/>
                </a:lnTo>
                <a:lnTo>
                  <a:pt x="63006" y="202547"/>
                </a:lnTo>
                <a:lnTo>
                  <a:pt x="65477" y="203163"/>
                </a:lnTo>
                <a:lnTo>
                  <a:pt x="67985" y="203756"/>
                </a:lnTo>
                <a:lnTo>
                  <a:pt x="70530" y="204327"/>
                </a:lnTo>
                <a:lnTo>
                  <a:pt x="73113" y="204876"/>
                </a:lnTo>
                <a:lnTo>
                  <a:pt x="75734" y="205403"/>
                </a:lnTo>
                <a:lnTo>
                  <a:pt x="78392" y="205908"/>
                </a:lnTo>
                <a:lnTo>
                  <a:pt x="81087" y="206390"/>
                </a:lnTo>
                <a:lnTo>
                  <a:pt x="83820" y="206851"/>
                </a:lnTo>
                <a:lnTo>
                  <a:pt x="86565" y="207282"/>
                </a:lnTo>
                <a:lnTo>
                  <a:pt x="89297" y="207676"/>
                </a:lnTo>
                <a:lnTo>
                  <a:pt x="92015" y="208032"/>
                </a:lnTo>
                <a:lnTo>
                  <a:pt x="94721" y="208351"/>
                </a:lnTo>
                <a:lnTo>
                  <a:pt x="97413" y="208632"/>
                </a:lnTo>
                <a:lnTo>
                  <a:pt x="100092" y="208875"/>
                </a:lnTo>
                <a:lnTo>
                  <a:pt x="102758" y="209081"/>
                </a:lnTo>
                <a:lnTo>
                  <a:pt x="105410" y="209250"/>
                </a:lnTo>
                <a:lnTo>
                  <a:pt x="108049" y="209381"/>
                </a:lnTo>
                <a:lnTo>
                  <a:pt x="110675" y="209475"/>
                </a:lnTo>
                <a:lnTo>
                  <a:pt x="113288" y="209531"/>
                </a:lnTo>
                <a:lnTo>
                  <a:pt x="115888" y="2095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209550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블록 변경분 반영"/>
          <p:cNvSpPr/>
          <p:nvPr/>
        </p:nvSpPr>
        <p:spPr>
          <a:xfrm>
            <a:off x="362712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변경분 반영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이벤트 반복 적용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지연 수 초 ~ 수 분</a:t>
            </a:r>
          </a:p>
        </p:txBody>
      </p:sp>
      <p:sp>
        <p:nvSpPr>
          <p:cNvPr id="16" name="아이콘 sync"/>
          <p:cNvSpPr/>
          <p:nvPr/>
        </p:nvSpPr>
        <p:spPr>
          <a:xfrm>
            <a:off x="4234180" y="175768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222" y="203200"/>
                </a:moveTo>
                <a:lnTo>
                  <a:pt x="2222" y="184150"/>
                </a:lnTo>
                <a:lnTo>
                  <a:pt x="43498" y="184150"/>
                </a:lnTo>
                <a:lnTo>
                  <a:pt x="38735" y="180340"/>
                </a:lnTo>
                <a:lnTo>
                  <a:pt x="35426" y="177621"/>
                </a:lnTo>
                <a:lnTo>
                  <a:pt x="32270" y="174863"/>
                </a:lnTo>
                <a:lnTo>
                  <a:pt x="29270" y="172065"/>
                </a:lnTo>
                <a:lnTo>
                  <a:pt x="26423" y="169228"/>
                </a:lnTo>
                <a:lnTo>
                  <a:pt x="23731" y="166350"/>
                </a:lnTo>
                <a:lnTo>
                  <a:pt x="21193" y="163433"/>
                </a:lnTo>
                <a:lnTo>
                  <a:pt x="18810" y="160476"/>
                </a:lnTo>
                <a:lnTo>
                  <a:pt x="16581" y="157480"/>
                </a:lnTo>
                <a:lnTo>
                  <a:pt x="14506" y="154444"/>
                </a:lnTo>
                <a:lnTo>
                  <a:pt x="12585" y="151368"/>
                </a:lnTo>
                <a:lnTo>
                  <a:pt x="10819" y="148253"/>
                </a:lnTo>
                <a:lnTo>
                  <a:pt x="9208" y="145098"/>
                </a:lnTo>
                <a:lnTo>
                  <a:pt x="7737" y="141892"/>
                </a:lnTo>
                <a:lnTo>
                  <a:pt x="6394" y="138624"/>
                </a:lnTo>
                <a:lnTo>
                  <a:pt x="5179" y="135295"/>
                </a:lnTo>
                <a:lnTo>
                  <a:pt x="4092" y="131904"/>
                </a:lnTo>
                <a:lnTo>
                  <a:pt x="3133" y="128451"/>
                </a:lnTo>
                <a:lnTo>
                  <a:pt x="2302" y="124936"/>
                </a:lnTo>
                <a:lnTo>
                  <a:pt x="1599" y="121360"/>
                </a:lnTo>
                <a:lnTo>
                  <a:pt x="1023" y="117722"/>
                </a:lnTo>
                <a:lnTo>
                  <a:pt x="575" y="114022"/>
                </a:lnTo>
                <a:lnTo>
                  <a:pt x="256" y="110261"/>
                </a:lnTo>
                <a:lnTo>
                  <a:pt x="64" y="106437"/>
                </a:lnTo>
                <a:lnTo>
                  <a:pt x="0" y="102552"/>
                </a:lnTo>
                <a:lnTo>
                  <a:pt x="138" y="96991"/>
                </a:lnTo>
                <a:lnTo>
                  <a:pt x="551" y="91524"/>
                </a:lnTo>
                <a:lnTo>
                  <a:pt x="1240" y="86152"/>
                </a:lnTo>
                <a:lnTo>
                  <a:pt x="2205" y="80874"/>
                </a:lnTo>
                <a:lnTo>
                  <a:pt x="3445" y="75692"/>
                </a:lnTo>
                <a:lnTo>
                  <a:pt x="4961" y="70604"/>
                </a:lnTo>
                <a:lnTo>
                  <a:pt x="6752" y="65611"/>
                </a:lnTo>
                <a:lnTo>
                  <a:pt x="8819" y="60713"/>
                </a:lnTo>
                <a:lnTo>
                  <a:pt x="11162" y="55910"/>
                </a:lnTo>
                <a:lnTo>
                  <a:pt x="13780" y="51201"/>
                </a:lnTo>
                <a:lnTo>
                  <a:pt x="16674" y="46588"/>
                </a:lnTo>
                <a:lnTo>
                  <a:pt x="19844" y="42069"/>
                </a:lnTo>
                <a:lnTo>
                  <a:pt x="23238" y="37713"/>
                </a:lnTo>
                <a:lnTo>
                  <a:pt x="26807" y="33589"/>
                </a:lnTo>
                <a:lnTo>
                  <a:pt x="30549" y="29696"/>
                </a:lnTo>
                <a:lnTo>
                  <a:pt x="34466" y="26035"/>
                </a:lnTo>
                <a:lnTo>
                  <a:pt x="38558" y="22605"/>
                </a:lnTo>
                <a:lnTo>
                  <a:pt x="42823" y="19407"/>
                </a:lnTo>
                <a:lnTo>
                  <a:pt x="47262" y="16441"/>
                </a:lnTo>
                <a:lnTo>
                  <a:pt x="51876" y="13705"/>
                </a:lnTo>
                <a:lnTo>
                  <a:pt x="56664" y="11202"/>
                </a:lnTo>
                <a:lnTo>
                  <a:pt x="61626" y="8930"/>
                </a:lnTo>
                <a:lnTo>
                  <a:pt x="66762" y="6889"/>
                </a:lnTo>
                <a:lnTo>
                  <a:pt x="72072" y="5080"/>
                </a:lnTo>
                <a:lnTo>
                  <a:pt x="72072" y="24765"/>
                </a:lnTo>
                <a:lnTo>
                  <a:pt x="68168" y="26384"/>
                </a:lnTo>
                <a:lnTo>
                  <a:pt x="64391" y="28174"/>
                </a:lnTo>
                <a:lnTo>
                  <a:pt x="60742" y="30133"/>
                </a:lnTo>
                <a:lnTo>
                  <a:pt x="57221" y="32262"/>
                </a:lnTo>
                <a:lnTo>
                  <a:pt x="53827" y="34560"/>
                </a:lnTo>
                <a:lnTo>
                  <a:pt x="50562" y="37028"/>
                </a:lnTo>
                <a:lnTo>
                  <a:pt x="47424" y="39667"/>
                </a:lnTo>
                <a:lnTo>
                  <a:pt x="44415" y="42474"/>
                </a:lnTo>
                <a:lnTo>
                  <a:pt x="41533" y="45452"/>
                </a:lnTo>
                <a:lnTo>
                  <a:pt x="38779" y="48600"/>
                </a:lnTo>
                <a:lnTo>
                  <a:pt x="36153" y="51917"/>
                </a:lnTo>
                <a:lnTo>
                  <a:pt x="33655" y="55404"/>
                </a:lnTo>
                <a:lnTo>
                  <a:pt x="31322" y="59005"/>
                </a:lnTo>
                <a:lnTo>
                  <a:pt x="29192" y="62667"/>
                </a:lnTo>
                <a:lnTo>
                  <a:pt x="27265" y="66387"/>
                </a:lnTo>
                <a:lnTo>
                  <a:pt x="25541" y="70168"/>
                </a:lnTo>
                <a:lnTo>
                  <a:pt x="24020" y="74007"/>
                </a:lnTo>
                <a:lnTo>
                  <a:pt x="22701" y="77907"/>
                </a:lnTo>
                <a:lnTo>
                  <a:pt x="21586" y="81865"/>
                </a:lnTo>
                <a:lnTo>
                  <a:pt x="20673" y="85884"/>
                </a:lnTo>
                <a:lnTo>
                  <a:pt x="19963" y="89962"/>
                </a:lnTo>
                <a:lnTo>
                  <a:pt x="19456" y="94099"/>
                </a:lnTo>
                <a:lnTo>
                  <a:pt x="19151" y="98296"/>
                </a:lnTo>
                <a:lnTo>
                  <a:pt x="19050" y="102552"/>
                </a:lnTo>
                <a:lnTo>
                  <a:pt x="19102" y="105850"/>
                </a:lnTo>
                <a:lnTo>
                  <a:pt x="19257" y="109074"/>
                </a:lnTo>
                <a:lnTo>
                  <a:pt x="19516" y="112226"/>
                </a:lnTo>
                <a:lnTo>
                  <a:pt x="19879" y="115305"/>
                </a:lnTo>
                <a:lnTo>
                  <a:pt x="20345" y="118312"/>
                </a:lnTo>
                <a:lnTo>
                  <a:pt x="20915" y="121245"/>
                </a:lnTo>
                <a:lnTo>
                  <a:pt x="21589" y="124106"/>
                </a:lnTo>
                <a:lnTo>
                  <a:pt x="22366" y="126894"/>
                </a:lnTo>
                <a:lnTo>
                  <a:pt x="23247" y="129609"/>
                </a:lnTo>
                <a:lnTo>
                  <a:pt x="24231" y="132252"/>
                </a:lnTo>
                <a:lnTo>
                  <a:pt x="25320" y="134822"/>
                </a:lnTo>
                <a:lnTo>
                  <a:pt x="26511" y="137319"/>
                </a:lnTo>
                <a:lnTo>
                  <a:pt x="27791" y="139752"/>
                </a:lnTo>
                <a:lnTo>
                  <a:pt x="29144" y="142130"/>
                </a:lnTo>
                <a:lnTo>
                  <a:pt x="30569" y="144453"/>
                </a:lnTo>
                <a:lnTo>
                  <a:pt x="32068" y="146720"/>
                </a:lnTo>
                <a:lnTo>
                  <a:pt x="33638" y="148933"/>
                </a:lnTo>
                <a:lnTo>
                  <a:pt x="35282" y="151090"/>
                </a:lnTo>
                <a:lnTo>
                  <a:pt x="36999" y="153193"/>
                </a:lnTo>
                <a:lnTo>
                  <a:pt x="38788" y="155240"/>
                </a:lnTo>
                <a:lnTo>
                  <a:pt x="40650" y="157232"/>
                </a:lnTo>
                <a:lnTo>
                  <a:pt x="42585" y="159169"/>
                </a:lnTo>
                <a:lnTo>
                  <a:pt x="44592" y="161051"/>
                </a:lnTo>
                <a:lnTo>
                  <a:pt x="46672" y="162878"/>
                </a:lnTo>
                <a:lnTo>
                  <a:pt x="56198" y="169545"/>
                </a:lnTo>
                <a:lnTo>
                  <a:pt x="56198" y="130175"/>
                </a:lnTo>
                <a:lnTo>
                  <a:pt x="75248" y="130175"/>
                </a:lnTo>
                <a:lnTo>
                  <a:pt x="75248" y="203200"/>
                </a:lnTo>
                <a:lnTo>
                  <a:pt x="2222" y="203200"/>
                </a:lnTo>
                <a:close/>
                <a:moveTo>
                  <a:pt x="131445" y="198437"/>
                </a:moveTo>
                <a:lnTo>
                  <a:pt x="131445" y="178435"/>
                </a:lnTo>
                <a:lnTo>
                  <a:pt x="135398" y="176816"/>
                </a:lnTo>
                <a:lnTo>
                  <a:pt x="139215" y="175026"/>
                </a:lnTo>
                <a:lnTo>
                  <a:pt x="142895" y="173067"/>
                </a:lnTo>
                <a:lnTo>
                  <a:pt x="146438" y="170938"/>
                </a:lnTo>
                <a:lnTo>
                  <a:pt x="149845" y="168640"/>
                </a:lnTo>
                <a:lnTo>
                  <a:pt x="153114" y="166172"/>
                </a:lnTo>
                <a:lnTo>
                  <a:pt x="156247" y="163533"/>
                </a:lnTo>
                <a:lnTo>
                  <a:pt x="159244" y="160726"/>
                </a:lnTo>
                <a:lnTo>
                  <a:pt x="162104" y="157748"/>
                </a:lnTo>
                <a:lnTo>
                  <a:pt x="164827" y="154600"/>
                </a:lnTo>
                <a:lnTo>
                  <a:pt x="167413" y="151283"/>
                </a:lnTo>
                <a:lnTo>
                  <a:pt x="169862" y="147796"/>
                </a:lnTo>
                <a:lnTo>
                  <a:pt x="172145" y="144195"/>
                </a:lnTo>
                <a:lnTo>
                  <a:pt x="174228" y="140533"/>
                </a:lnTo>
                <a:lnTo>
                  <a:pt x="176113" y="136813"/>
                </a:lnTo>
                <a:lnTo>
                  <a:pt x="177800" y="133032"/>
                </a:lnTo>
                <a:lnTo>
                  <a:pt x="179288" y="129193"/>
                </a:lnTo>
                <a:lnTo>
                  <a:pt x="180578" y="125293"/>
                </a:lnTo>
                <a:lnTo>
                  <a:pt x="181670" y="121335"/>
                </a:lnTo>
                <a:lnTo>
                  <a:pt x="182562" y="117316"/>
                </a:lnTo>
                <a:lnTo>
                  <a:pt x="183257" y="113238"/>
                </a:lnTo>
                <a:lnTo>
                  <a:pt x="183753" y="109101"/>
                </a:lnTo>
                <a:lnTo>
                  <a:pt x="184051" y="104904"/>
                </a:lnTo>
                <a:lnTo>
                  <a:pt x="184150" y="100648"/>
                </a:lnTo>
                <a:lnTo>
                  <a:pt x="184098" y="98104"/>
                </a:lnTo>
                <a:lnTo>
                  <a:pt x="183943" y="95554"/>
                </a:lnTo>
                <a:lnTo>
                  <a:pt x="183684" y="92998"/>
                </a:lnTo>
                <a:lnTo>
                  <a:pt x="183321" y="90435"/>
                </a:lnTo>
                <a:lnTo>
                  <a:pt x="182855" y="87865"/>
                </a:lnTo>
                <a:lnTo>
                  <a:pt x="182285" y="85288"/>
                </a:lnTo>
                <a:lnTo>
                  <a:pt x="181611" y="82705"/>
                </a:lnTo>
                <a:lnTo>
                  <a:pt x="180834" y="80116"/>
                </a:lnTo>
                <a:lnTo>
                  <a:pt x="179953" y="77520"/>
                </a:lnTo>
                <a:lnTo>
                  <a:pt x="178969" y="74917"/>
                </a:lnTo>
                <a:lnTo>
                  <a:pt x="177880" y="72307"/>
                </a:lnTo>
                <a:lnTo>
                  <a:pt x="176689" y="69691"/>
                </a:lnTo>
                <a:lnTo>
                  <a:pt x="175413" y="67097"/>
                </a:lnTo>
                <a:lnTo>
                  <a:pt x="174074" y="64554"/>
                </a:lnTo>
                <a:lnTo>
                  <a:pt x="172670" y="62061"/>
                </a:lnTo>
                <a:lnTo>
                  <a:pt x="171203" y="59619"/>
                </a:lnTo>
                <a:lnTo>
                  <a:pt x="169672" y="57228"/>
                </a:lnTo>
                <a:lnTo>
                  <a:pt x="168077" y="54888"/>
                </a:lnTo>
                <a:lnTo>
                  <a:pt x="166417" y="52598"/>
                </a:lnTo>
                <a:lnTo>
                  <a:pt x="164694" y="50359"/>
                </a:lnTo>
                <a:lnTo>
                  <a:pt x="162907" y="48171"/>
                </a:lnTo>
                <a:lnTo>
                  <a:pt x="161056" y="46033"/>
                </a:lnTo>
                <a:lnTo>
                  <a:pt x="159141" y="43946"/>
                </a:lnTo>
                <a:lnTo>
                  <a:pt x="157162" y="41910"/>
                </a:lnTo>
                <a:lnTo>
                  <a:pt x="147955" y="33655"/>
                </a:lnTo>
                <a:lnTo>
                  <a:pt x="147955" y="73025"/>
                </a:lnTo>
                <a:lnTo>
                  <a:pt x="128905" y="73025"/>
                </a:lnTo>
                <a:lnTo>
                  <a:pt x="128905" y="0"/>
                </a:lnTo>
                <a:lnTo>
                  <a:pt x="201930" y="0"/>
                </a:lnTo>
                <a:lnTo>
                  <a:pt x="201930" y="19050"/>
                </a:lnTo>
                <a:lnTo>
                  <a:pt x="160338" y="19050"/>
                </a:lnTo>
                <a:lnTo>
                  <a:pt x="165100" y="23495"/>
                </a:lnTo>
                <a:lnTo>
                  <a:pt x="168209" y="26476"/>
                </a:lnTo>
                <a:lnTo>
                  <a:pt x="171185" y="29492"/>
                </a:lnTo>
                <a:lnTo>
                  <a:pt x="174030" y="32544"/>
                </a:lnTo>
                <a:lnTo>
                  <a:pt x="176742" y="35631"/>
                </a:lnTo>
                <a:lnTo>
                  <a:pt x="179321" y="38753"/>
                </a:lnTo>
                <a:lnTo>
                  <a:pt x="181769" y="41910"/>
                </a:lnTo>
                <a:lnTo>
                  <a:pt x="184084" y="45103"/>
                </a:lnTo>
                <a:lnTo>
                  <a:pt x="186267" y="48331"/>
                </a:lnTo>
                <a:lnTo>
                  <a:pt x="188317" y="51594"/>
                </a:lnTo>
                <a:lnTo>
                  <a:pt x="190235" y="54892"/>
                </a:lnTo>
                <a:lnTo>
                  <a:pt x="192021" y="58226"/>
                </a:lnTo>
                <a:lnTo>
                  <a:pt x="193675" y="61595"/>
                </a:lnTo>
                <a:lnTo>
                  <a:pt x="195196" y="64971"/>
                </a:lnTo>
                <a:lnTo>
                  <a:pt x="196585" y="68324"/>
                </a:lnTo>
                <a:lnTo>
                  <a:pt x="197842" y="71656"/>
                </a:lnTo>
                <a:lnTo>
                  <a:pt x="198967" y="74965"/>
                </a:lnTo>
                <a:lnTo>
                  <a:pt x="199959" y="78253"/>
                </a:lnTo>
                <a:lnTo>
                  <a:pt x="200819" y="81518"/>
                </a:lnTo>
                <a:lnTo>
                  <a:pt x="201546" y="84761"/>
                </a:lnTo>
                <a:lnTo>
                  <a:pt x="202142" y="87983"/>
                </a:lnTo>
                <a:lnTo>
                  <a:pt x="202605" y="91182"/>
                </a:lnTo>
                <a:lnTo>
                  <a:pt x="202935" y="94359"/>
                </a:lnTo>
                <a:lnTo>
                  <a:pt x="203134" y="97514"/>
                </a:lnTo>
                <a:lnTo>
                  <a:pt x="203200" y="100648"/>
                </a:lnTo>
                <a:lnTo>
                  <a:pt x="203063" y="106210"/>
                </a:lnTo>
                <a:lnTo>
                  <a:pt x="202653" y="111681"/>
                </a:lnTo>
                <a:lnTo>
                  <a:pt x="201970" y="117058"/>
                </a:lnTo>
                <a:lnTo>
                  <a:pt x="201013" y="122343"/>
                </a:lnTo>
                <a:lnTo>
                  <a:pt x="199782" y="127536"/>
                </a:lnTo>
                <a:lnTo>
                  <a:pt x="198279" y="132636"/>
                </a:lnTo>
                <a:lnTo>
                  <a:pt x="196502" y="137643"/>
                </a:lnTo>
                <a:lnTo>
                  <a:pt x="194451" y="142558"/>
                </a:lnTo>
                <a:lnTo>
                  <a:pt x="192127" y="147380"/>
                </a:lnTo>
                <a:lnTo>
                  <a:pt x="189530" y="152109"/>
                </a:lnTo>
                <a:lnTo>
                  <a:pt x="186659" y="156746"/>
                </a:lnTo>
                <a:lnTo>
                  <a:pt x="183515" y="161290"/>
                </a:lnTo>
                <a:lnTo>
                  <a:pt x="180146" y="165671"/>
                </a:lnTo>
                <a:lnTo>
                  <a:pt x="176601" y="169818"/>
                </a:lnTo>
                <a:lnTo>
                  <a:pt x="172879" y="173732"/>
                </a:lnTo>
                <a:lnTo>
                  <a:pt x="168981" y="177412"/>
                </a:lnTo>
                <a:lnTo>
                  <a:pt x="164906" y="180858"/>
                </a:lnTo>
                <a:lnTo>
                  <a:pt x="160655" y="184071"/>
                </a:lnTo>
                <a:lnTo>
                  <a:pt x="156228" y="187049"/>
                </a:lnTo>
                <a:lnTo>
                  <a:pt x="151624" y="189794"/>
                </a:lnTo>
                <a:lnTo>
                  <a:pt x="146844" y="192306"/>
                </a:lnTo>
                <a:lnTo>
                  <a:pt x="141887" y="194583"/>
                </a:lnTo>
                <a:lnTo>
                  <a:pt x="136754" y="196627"/>
                </a:lnTo>
                <a:lnTo>
                  <a:pt x="131445" y="198437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368046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블록 원천 쓰기 중지"/>
          <p:cNvSpPr/>
          <p:nvPr/>
        </p:nvSpPr>
        <p:spPr>
          <a:xfrm>
            <a:off x="550164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원천 쓰기 중지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사람이 업무 중지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캡처 지연 확인</a:t>
            </a:r>
          </a:p>
        </p:txBody>
      </p:sp>
      <p:sp>
        <p:nvSpPr>
          <p:cNvPr id="19" name="아이콘 pause_circle"/>
          <p:cNvSpPr/>
          <p:nvPr/>
        </p:nvSpPr>
        <p:spPr>
          <a:xfrm>
            <a:off x="6083300" y="17322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2075" y="177800"/>
                </a:moveTo>
                <a:lnTo>
                  <a:pt x="111125" y="177800"/>
                </a:lnTo>
                <a:lnTo>
                  <a:pt x="111125" y="76200"/>
                </a:lnTo>
                <a:lnTo>
                  <a:pt x="92075" y="76200"/>
                </a:lnTo>
                <a:lnTo>
                  <a:pt x="92075" y="177800"/>
                </a:lnTo>
                <a:close/>
                <a:moveTo>
                  <a:pt x="142875" y="177800"/>
                </a:moveTo>
                <a:lnTo>
                  <a:pt x="161925" y="177800"/>
                </a:lnTo>
                <a:lnTo>
                  <a:pt x="161925" y="76200"/>
                </a:lnTo>
                <a:lnTo>
                  <a:pt x="142875" y="76200"/>
                </a:lnTo>
                <a:lnTo>
                  <a:pt x="142875" y="177800"/>
                </a:lnTo>
                <a:close/>
                <a:moveTo>
                  <a:pt x="127000" y="254000"/>
                </a:moveTo>
                <a:lnTo>
                  <a:pt x="122681" y="253931"/>
                </a:lnTo>
                <a:lnTo>
                  <a:pt x="118401" y="253722"/>
                </a:lnTo>
                <a:lnTo>
                  <a:pt x="114161" y="253375"/>
                </a:lnTo>
                <a:lnTo>
                  <a:pt x="109961" y="252889"/>
                </a:lnTo>
                <a:lnTo>
                  <a:pt x="105800" y="252264"/>
                </a:lnTo>
                <a:lnTo>
                  <a:pt x="101679" y="251500"/>
                </a:lnTo>
                <a:lnTo>
                  <a:pt x="97598" y="250597"/>
                </a:lnTo>
                <a:lnTo>
                  <a:pt x="93557" y="249555"/>
                </a:lnTo>
                <a:lnTo>
                  <a:pt x="89555" y="248374"/>
                </a:lnTo>
                <a:lnTo>
                  <a:pt x="85593" y="247055"/>
                </a:lnTo>
                <a:lnTo>
                  <a:pt x="81670" y="245596"/>
                </a:lnTo>
                <a:lnTo>
                  <a:pt x="77788" y="243999"/>
                </a:lnTo>
                <a:lnTo>
                  <a:pt x="73965" y="242281"/>
                </a:lnTo>
                <a:lnTo>
                  <a:pt x="70225" y="240462"/>
                </a:lnTo>
                <a:lnTo>
                  <a:pt x="66566" y="238542"/>
                </a:lnTo>
                <a:lnTo>
                  <a:pt x="62988" y="236520"/>
                </a:lnTo>
                <a:lnTo>
                  <a:pt x="59493" y="234397"/>
                </a:lnTo>
                <a:lnTo>
                  <a:pt x="56078" y="232172"/>
                </a:lnTo>
                <a:lnTo>
                  <a:pt x="52746" y="229846"/>
                </a:lnTo>
                <a:lnTo>
                  <a:pt x="49495" y="227418"/>
                </a:lnTo>
                <a:lnTo>
                  <a:pt x="46325" y="224889"/>
                </a:lnTo>
                <a:lnTo>
                  <a:pt x="43237" y="222259"/>
                </a:lnTo>
                <a:lnTo>
                  <a:pt x="40231" y="219527"/>
                </a:lnTo>
                <a:lnTo>
                  <a:pt x="37306" y="216694"/>
                </a:lnTo>
                <a:lnTo>
                  <a:pt x="34473" y="213769"/>
                </a:lnTo>
                <a:lnTo>
                  <a:pt x="31741" y="210763"/>
                </a:lnTo>
                <a:lnTo>
                  <a:pt x="29111" y="207675"/>
                </a:lnTo>
                <a:lnTo>
                  <a:pt x="26582" y="204505"/>
                </a:lnTo>
                <a:lnTo>
                  <a:pt x="24154" y="201254"/>
                </a:lnTo>
                <a:lnTo>
                  <a:pt x="21828" y="197922"/>
                </a:lnTo>
                <a:lnTo>
                  <a:pt x="19603" y="194507"/>
                </a:lnTo>
                <a:lnTo>
                  <a:pt x="17480" y="191012"/>
                </a:lnTo>
                <a:lnTo>
                  <a:pt x="15458" y="187434"/>
                </a:lnTo>
                <a:lnTo>
                  <a:pt x="13538" y="183775"/>
                </a:lnTo>
                <a:lnTo>
                  <a:pt x="11719" y="180035"/>
                </a:lnTo>
                <a:lnTo>
                  <a:pt x="10001" y="176212"/>
                </a:lnTo>
                <a:lnTo>
                  <a:pt x="8404" y="172330"/>
                </a:lnTo>
                <a:lnTo>
                  <a:pt x="6945" y="168407"/>
                </a:lnTo>
                <a:lnTo>
                  <a:pt x="5626" y="164445"/>
                </a:lnTo>
                <a:lnTo>
                  <a:pt x="4445" y="160443"/>
                </a:lnTo>
                <a:lnTo>
                  <a:pt x="3403" y="156402"/>
                </a:lnTo>
                <a:lnTo>
                  <a:pt x="2500" y="152321"/>
                </a:lnTo>
                <a:lnTo>
                  <a:pt x="1736" y="148200"/>
                </a:lnTo>
                <a:lnTo>
                  <a:pt x="1111" y="144039"/>
                </a:lnTo>
                <a:lnTo>
                  <a:pt x="625" y="139839"/>
                </a:lnTo>
                <a:lnTo>
                  <a:pt x="278" y="135599"/>
                </a:lnTo>
                <a:lnTo>
                  <a:pt x="69" y="131319"/>
                </a:lnTo>
                <a:lnTo>
                  <a:pt x="0" y="127000"/>
                </a:lnTo>
                <a:lnTo>
                  <a:pt x="69" y="122630"/>
                </a:lnTo>
                <a:lnTo>
                  <a:pt x="278" y="118304"/>
                </a:lnTo>
                <a:lnTo>
                  <a:pt x="625" y="114022"/>
                </a:lnTo>
                <a:lnTo>
                  <a:pt x="1111" y="109784"/>
                </a:lnTo>
                <a:lnTo>
                  <a:pt x="1736" y="105591"/>
                </a:lnTo>
                <a:lnTo>
                  <a:pt x="2500" y="101441"/>
                </a:lnTo>
                <a:lnTo>
                  <a:pt x="3403" y="97336"/>
                </a:lnTo>
                <a:lnTo>
                  <a:pt x="4445" y="93274"/>
                </a:lnTo>
                <a:lnTo>
                  <a:pt x="5626" y="89257"/>
                </a:lnTo>
                <a:lnTo>
                  <a:pt x="6945" y="85284"/>
                </a:lnTo>
                <a:lnTo>
                  <a:pt x="8404" y="81355"/>
                </a:lnTo>
                <a:lnTo>
                  <a:pt x="10001" y="77470"/>
                </a:lnTo>
                <a:lnTo>
                  <a:pt x="11719" y="73649"/>
                </a:lnTo>
                <a:lnTo>
                  <a:pt x="13538" y="69912"/>
                </a:lnTo>
                <a:lnTo>
                  <a:pt x="15458" y="66258"/>
                </a:lnTo>
                <a:lnTo>
                  <a:pt x="17480" y="62689"/>
                </a:lnTo>
                <a:lnTo>
                  <a:pt x="19603" y="59203"/>
                </a:lnTo>
                <a:lnTo>
                  <a:pt x="21828" y="55801"/>
                </a:lnTo>
                <a:lnTo>
                  <a:pt x="24154" y="52482"/>
                </a:lnTo>
                <a:lnTo>
                  <a:pt x="26582" y="49248"/>
                </a:lnTo>
                <a:lnTo>
                  <a:pt x="29111" y="46097"/>
                </a:lnTo>
                <a:lnTo>
                  <a:pt x="31741" y="43030"/>
                </a:lnTo>
                <a:lnTo>
                  <a:pt x="34473" y="40047"/>
                </a:lnTo>
                <a:lnTo>
                  <a:pt x="37306" y="37148"/>
                </a:lnTo>
                <a:lnTo>
                  <a:pt x="40231" y="34340"/>
                </a:lnTo>
                <a:lnTo>
                  <a:pt x="43237" y="31631"/>
                </a:lnTo>
                <a:lnTo>
                  <a:pt x="46325" y="29021"/>
                </a:lnTo>
                <a:lnTo>
                  <a:pt x="49495" y="26511"/>
                </a:lnTo>
                <a:lnTo>
                  <a:pt x="52746" y="24100"/>
                </a:lnTo>
                <a:lnTo>
                  <a:pt x="56078" y="21788"/>
                </a:lnTo>
                <a:lnTo>
                  <a:pt x="59493" y="19576"/>
                </a:lnTo>
                <a:lnTo>
                  <a:pt x="62988" y="17462"/>
                </a:lnTo>
                <a:lnTo>
                  <a:pt x="66566" y="15448"/>
                </a:lnTo>
                <a:lnTo>
                  <a:pt x="70225" y="13533"/>
                </a:lnTo>
                <a:lnTo>
                  <a:pt x="73965" y="11718"/>
                </a:lnTo>
                <a:lnTo>
                  <a:pt x="77788" y="10001"/>
                </a:lnTo>
                <a:lnTo>
                  <a:pt x="81670" y="8404"/>
                </a:lnTo>
                <a:lnTo>
                  <a:pt x="85593" y="6945"/>
                </a:lnTo>
                <a:lnTo>
                  <a:pt x="89555" y="5626"/>
                </a:lnTo>
                <a:lnTo>
                  <a:pt x="93557" y="4445"/>
                </a:lnTo>
                <a:lnTo>
                  <a:pt x="97598" y="3403"/>
                </a:lnTo>
                <a:lnTo>
                  <a:pt x="101679" y="2500"/>
                </a:lnTo>
                <a:lnTo>
                  <a:pt x="105800" y="1736"/>
                </a:lnTo>
                <a:lnTo>
                  <a:pt x="109961" y="1111"/>
                </a:lnTo>
                <a:lnTo>
                  <a:pt x="114161" y="625"/>
                </a:lnTo>
                <a:lnTo>
                  <a:pt x="118401" y="278"/>
                </a:lnTo>
                <a:lnTo>
                  <a:pt x="122681" y="69"/>
                </a:lnTo>
                <a:lnTo>
                  <a:pt x="127000" y="0"/>
                </a:lnTo>
                <a:lnTo>
                  <a:pt x="131370" y="69"/>
                </a:lnTo>
                <a:lnTo>
                  <a:pt x="135696" y="278"/>
                </a:lnTo>
                <a:lnTo>
                  <a:pt x="139978" y="625"/>
                </a:lnTo>
                <a:lnTo>
                  <a:pt x="144216" y="1111"/>
                </a:lnTo>
                <a:lnTo>
                  <a:pt x="148409" y="1736"/>
                </a:lnTo>
                <a:lnTo>
                  <a:pt x="152559" y="2500"/>
                </a:lnTo>
                <a:lnTo>
                  <a:pt x="156664" y="3403"/>
                </a:lnTo>
                <a:lnTo>
                  <a:pt x="160726" y="4445"/>
                </a:lnTo>
                <a:lnTo>
                  <a:pt x="164743" y="5626"/>
                </a:lnTo>
                <a:lnTo>
                  <a:pt x="168716" y="6945"/>
                </a:lnTo>
                <a:lnTo>
                  <a:pt x="172645" y="8404"/>
                </a:lnTo>
                <a:lnTo>
                  <a:pt x="176530" y="10001"/>
                </a:lnTo>
                <a:lnTo>
                  <a:pt x="180351" y="11718"/>
                </a:lnTo>
                <a:lnTo>
                  <a:pt x="184088" y="13533"/>
                </a:lnTo>
                <a:lnTo>
                  <a:pt x="187742" y="15448"/>
                </a:lnTo>
                <a:lnTo>
                  <a:pt x="191311" y="17462"/>
                </a:lnTo>
                <a:lnTo>
                  <a:pt x="194797" y="19576"/>
                </a:lnTo>
                <a:lnTo>
                  <a:pt x="198199" y="21788"/>
                </a:lnTo>
                <a:lnTo>
                  <a:pt x="201518" y="24100"/>
                </a:lnTo>
                <a:lnTo>
                  <a:pt x="204752" y="26511"/>
                </a:lnTo>
                <a:lnTo>
                  <a:pt x="207903" y="29021"/>
                </a:lnTo>
                <a:lnTo>
                  <a:pt x="210970" y="31631"/>
                </a:lnTo>
                <a:lnTo>
                  <a:pt x="213953" y="34340"/>
                </a:lnTo>
                <a:lnTo>
                  <a:pt x="216852" y="37148"/>
                </a:lnTo>
                <a:lnTo>
                  <a:pt x="219660" y="40047"/>
                </a:lnTo>
                <a:lnTo>
                  <a:pt x="222369" y="43030"/>
                </a:lnTo>
                <a:lnTo>
                  <a:pt x="224979" y="46097"/>
                </a:lnTo>
                <a:lnTo>
                  <a:pt x="227489" y="49248"/>
                </a:lnTo>
                <a:lnTo>
                  <a:pt x="229900" y="52482"/>
                </a:lnTo>
                <a:lnTo>
                  <a:pt x="232212" y="55801"/>
                </a:lnTo>
                <a:lnTo>
                  <a:pt x="234424" y="59203"/>
                </a:lnTo>
                <a:lnTo>
                  <a:pt x="236538" y="62689"/>
                </a:lnTo>
                <a:lnTo>
                  <a:pt x="238552" y="66258"/>
                </a:lnTo>
                <a:lnTo>
                  <a:pt x="240467" y="69912"/>
                </a:lnTo>
                <a:lnTo>
                  <a:pt x="242282" y="73649"/>
                </a:lnTo>
                <a:lnTo>
                  <a:pt x="243999" y="77470"/>
                </a:lnTo>
                <a:lnTo>
                  <a:pt x="245596" y="81355"/>
                </a:lnTo>
                <a:lnTo>
                  <a:pt x="247055" y="85284"/>
                </a:lnTo>
                <a:lnTo>
                  <a:pt x="248374" y="89257"/>
                </a:lnTo>
                <a:lnTo>
                  <a:pt x="249555" y="93274"/>
                </a:lnTo>
                <a:lnTo>
                  <a:pt x="250597" y="97336"/>
                </a:lnTo>
                <a:lnTo>
                  <a:pt x="251500" y="101441"/>
                </a:lnTo>
                <a:lnTo>
                  <a:pt x="252264" y="105591"/>
                </a:lnTo>
                <a:lnTo>
                  <a:pt x="252889" y="109784"/>
                </a:lnTo>
                <a:lnTo>
                  <a:pt x="253375" y="114022"/>
                </a:lnTo>
                <a:lnTo>
                  <a:pt x="253722" y="118304"/>
                </a:lnTo>
                <a:lnTo>
                  <a:pt x="253931" y="122630"/>
                </a:lnTo>
                <a:lnTo>
                  <a:pt x="254000" y="127000"/>
                </a:lnTo>
                <a:lnTo>
                  <a:pt x="253931" y="131319"/>
                </a:lnTo>
                <a:lnTo>
                  <a:pt x="253722" y="135599"/>
                </a:lnTo>
                <a:lnTo>
                  <a:pt x="253375" y="139839"/>
                </a:lnTo>
                <a:lnTo>
                  <a:pt x="252889" y="144039"/>
                </a:lnTo>
                <a:lnTo>
                  <a:pt x="252264" y="148200"/>
                </a:lnTo>
                <a:lnTo>
                  <a:pt x="251500" y="152321"/>
                </a:lnTo>
                <a:lnTo>
                  <a:pt x="250597" y="156402"/>
                </a:lnTo>
                <a:lnTo>
                  <a:pt x="249555" y="160443"/>
                </a:lnTo>
                <a:lnTo>
                  <a:pt x="248374" y="164445"/>
                </a:lnTo>
                <a:lnTo>
                  <a:pt x="247055" y="168407"/>
                </a:lnTo>
                <a:lnTo>
                  <a:pt x="245596" y="172330"/>
                </a:lnTo>
                <a:lnTo>
                  <a:pt x="243999" y="176212"/>
                </a:lnTo>
                <a:lnTo>
                  <a:pt x="242282" y="180035"/>
                </a:lnTo>
                <a:lnTo>
                  <a:pt x="240467" y="183775"/>
                </a:lnTo>
                <a:lnTo>
                  <a:pt x="238552" y="187434"/>
                </a:lnTo>
                <a:lnTo>
                  <a:pt x="236538" y="191012"/>
                </a:lnTo>
                <a:lnTo>
                  <a:pt x="234424" y="194507"/>
                </a:lnTo>
                <a:lnTo>
                  <a:pt x="232212" y="197922"/>
                </a:lnTo>
                <a:lnTo>
                  <a:pt x="229900" y="201254"/>
                </a:lnTo>
                <a:lnTo>
                  <a:pt x="227489" y="204505"/>
                </a:lnTo>
                <a:lnTo>
                  <a:pt x="224979" y="207675"/>
                </a:lnTo>
                <a:lnTo>
                  <a:pt x="222369" y="210763"/>
                </a:lnTo>
                <a:lnTo>
                  <a:pt x="219660" y="213769"/>
                </a:lnTo>
                <a:lnTo>
                  <a:pt x="216852" y="216694"/>
                </a:lnTo>
                <a:lnTo>
                  <a:pt x="213953" y="219527"/>
                </a:lnTo>
                <a:lnTo>
                  <a:pt x="210970" y="222259"/>
                </a:lnTo>
                <a:lnTo>
                  <a:pt x="207903" y="224889"/>
                </a:lnTo>
                <a:lnTo>
                  <a:pt x="204752" y="227418"/>
                </a:lnTo>
                <a:lnTo>
                  <a:pt x="201518" y="229846"/>
                </a:lnTo>
                <a:lnTo>
                  <a:pt x="198199" y="232172"/>
                </a:lnTo>
                <a:lnTo>
                  <a:pt x="194797" y="234397"/>
                </a:lnTo>
                <a:lnTo>
                  <a:pt x="191311" y="236520"/>
                </a:lnTo>
                <a:lnTo>
                  <a:pt x="187742" y="238542"/>
                </a:lnTo>
                <a:lnTo>
                  <a:pt x="184088" y="240462"/>
                </a:lnTo>
                <a:lnTo>
                  <a:pt x="180351" y="242281"/>
                </a:lnTo>
                <a:lnTo>
                  <a:pt x="176530" y="243999"/>
                </a:lnTo>
                <a:lnTo>
                  <a:pt x="172645" y="245596"/>
                </a:lnTo>
                <a:lnTo>
                  <a:pt x="168716" y="247055"/>
                </a:lnTo>
                <a:lnTo>
                  <a:pt x="164743" y="248374"/>
                </a:lnTo>
                <a:lnTo>
                  <a:pt x="160726" y="249555"/>
                </a:lnTo>
                <a:lnTo>
                  <a:pt x="156664" y="250597"/>
                </a:lnTo>
                <a:lnTo>
                  <a:pt x="152559" y="251500"/>
                </a:lnTo>
                <a:lnTo>
                  <a:pt x="148409" y="252264"/>
                </a:lnTo>
                <a:lnTo>
                  <a:pt x="144216" y="252889"/>
                </a:lnTo>
                <a:lnTo>
                  <a:pt x="139978" y="253375"/>
                </a:lnTo>
                <a:lnTo>
                  <a:pt x="135696" y="253722"/>
                </a:lnTo>
                <a:lnTo>
                  <a:pt x="131370" y="253931"/>
                </a:lnTo>
                <a:lnTo>
                  <a:pt x="127000" y="254000"/>
                </a:lnTo>
                <a:close/>
                <a:moveTo>
                  <a:pt x="127000" y="234950"/>
                </a:moveTo>
                <a:lnTo>
                  <a:pt x="134419" y="234731"/>
                </a:lnTo>
                <a:lnTo>
                  <a:pt x="141649" y="234072"/>
                </a:lnTo>
                <a:lnTo>
                  <a:pt x="148689" y="232976"/>
                </a:lnTo>
                <a:lnTo>
                  <a:pt x="155540" y="231440"/>
                </a:lnTo>
                <a:lnTo>
                  <a:pt x="162201" y="229465"/>
                </a:lnTo>
                <a:lnTo>
                  <a:pt x="168672" y="227052"/>
                </a:lnTo>
                <a:lnTo>
                  <a:pt x="174954" y="224200"/>
                </a:lnTo>
                <a:lnTo>
                  <a:pt x="181046" y="220909"/>
                </a:lnTo>
                <a:lnTo>
                  <a:pt x="186948" y="217180"/>
                </a:lnTo>
                <a:lnTo>
                  <a:pt x="192661" y="213012"/>
                </a:lnTo>
                <a:lnTo>
                  <a:pt x="198184" y="208405"/>
                </a:lnTo>
                <a:lnTo>
                  <a:pt x="203518" y="203359"/>
                </a:lnTo>
                <a:lnTo>
                  <a:pt x="208538" y="198002"/>
                </a:lnTo>
                <a:lnTo>
                  <a:pt x="213122" y="192462"/>
                </a:lnTo>
                <a:lnTo>
                  <a:pt x="217269" y="186740"/>
                </a:lnTo>
                <a:lnTo>
                  <a:pt x="220980" y="180834"/>
                </a:lnTo>
                <a:lnTo>
                  <a:pt x="224254" y="174745"/>
                </a:lnTo>
                <a:lnTo>
                  <a:pt x="227092" y="168473"/>
                </a:lnTo>
                <a:lnTo>
                  <a:pt x="229493" y="162019"/>
                </a:lnTo>
                <a:lnTo>
                  <a:pt x="231458" y="155381"/>
                </a:lnTo>
                <a:lnTo>
                  <a:pt x="232985" y="148560"/>
                </a:lnTo>
                <a:lnTo>
                  <a:pt x="234077" y="141556"/>
                </a:lnTo>
                <a:lnTo>
                  <a:pt x="234732" y="134370"/>
                </a:lnTo>
                <a:lnTo>
                  <a:pt x="234950" y="127000"/>
                </a:lnTo>
                <a:lnTo>
                  <a:pt x="234732" y="119581"/>
                </a:lnTo>
                <a:lnTo>
                  <a:pt x="234077" y="112351"/>
                </a:lnTo>
                <a:lnTo>
                  <a:pt x="232985" y="105311"/>
                </a:lnTo>
                <a:lnTo>
                  <a:pt x="231458" y="98460"/>
                </a:lnTo>
                <a:lnTo>
                  <a:pt x="229493" y="91799"/>
                </a:lnTo>
                <a:lnTo>
                  <a:pt x="227092" y="85328"/>
                </a:lnTo>
                <a:lnTo>
                  <a:pt x="224254" y="79046"/>
                </a:lnTo>
                <a:lnTo>
                  <a:pt x="220980" y="72954"/>
                </a:lnTo>
                <a:lnTo>
                  <a:pt x="217269" y="67052"/>
                </a:lnTo>
                <a:lnTo>
                  <a:pt x="213122" y="61339"/>
                </a:lnTo>
                <a:lnTo>
                  <a:pt x="208538" y="55816"/>
                </a:lnTo>
                <a:lnTo>
                  <a:pt x="203518" y="50482"/>
                </a:lnTo>
                <a:lnTo>
                  <a:pt x="198184" y="45462"/>
                </a:lnTo>
                <a:lnTo>
                  <a:pt x="192661" y="40878"/>
                </a:lnTo>
                <a:lnTo>
                  <a:pt x="186948" y="36731"/>
                </a:lnTo>
                <a:lnTo>
                  <a:pt x="181046" y="33020"/>
                </a:lnTo>
                <a:lnTo>
                  <a:pt x="174954" y="29746"/>
                </a:lnTo>
                <a:lnTo>
                  <a:pt x="168672" y="26908"/>
                </a:lnTo>
                <a:lnTo>
                  <a:pt x="162201" y="24507"/>
                </a:lnTo>
                <a:lnTo>
                  <a:pt x="155540" y="22542"/>
                </a:lnTo>
                <a:lnTo>
                  <a:pt x="148689" y="21015"/>
                </a:lnTo>
                <a:lnTo>
                  <a:pt x="141649" y="19923"/>
                </a:lnTo>
                <a:lnTo>
                  <a:pt x="134419" y="19268"/>
                </a:lnTo>
                <a:lnTo>
                  <a:pt x="127000" y="19050"/>
                </a:lnTo>
                <a:lnTo>
                  <a:pt x="119630" y="19268"/>
                </a:lnTo>
                <a:lnTo>
                  <a:pt x="112444" y="19923"/>
                </a:lnTo>
                <a:lnTo>
                  <a:pt x="105440" y="21015"/>
                </a:lnTo>
                <a:lnTo>
                  <a:pt x="98619" y="22542"/>
                </a:lnTo>
                <a:lnTo>
                  <a:pt x="91981" y="24507"/>
                </a:lnTo>
                <a:lnTo>
                  <a:pt x="85527" y="26908"/>
                </a:lnTo>
                <a:lnTo>
                  <a:pt x="79255" y="29746"/>
                </a:lnTo>
                <a:lnTo>
                  <a:pt x="73166" y="33020"/>
                </a:lnTo>
                <a:lnTo>
                  <a:pt x="67260" y="36731"/>
                </a:lnTo>
                <a:lnTo>
                  <a:pt x="61538" y="40878"/>
                </a:lnTo>
                <a:lnTo>
                  <a:pt x="55998" y="45462"/>
                </a:lnTo>
                <a:lnTo>
                  <a:pt x="50641" y="50482"/>
                </a:lnTo>
                <a:lnTo>
                  <a:pt x="45595" y="55816"/>
                </a:lnTo>
                <a:lnTo>
                  <a:pt x="40988" y="61339"/>
                </a:lnTo>
                <a:lnTo>
                  <a:pt x="36820" y="67052"/>
                </a:lnTo>
                <a:lnTo>
                  <a:pt x="33091" y="72954"/>
                </a:lnTo>
                <a:lnTo>
                  <a:pt x="29800" y="79046"/>
                </a:lnTo>
                <a:lnTo>
                  <a:pt x="26948" y="85328"/>
                </a:lnTo>
                <a:lnTo>
                  <a:pt x="24535" y="91799"/>
                </a:lnTo>
                <a:lnTo>
                  <a:pt x="22560" y="98460"/>
                </a:lnTo>
                <a:lnTo>
                  <a:pt x="21024" y="105311"/>
                </a:lnTo>
                <a:lnTo>
                  <a:pt x="19928" y="112351"/>
                </a:lnTo>
                <a:lnTo>
                  <a:pt x="19269" y="119581"/>
                </a:lnTo>
                <a:lnTo>
                  <a:pt x="19050" y="127000"/>
                </a:lnTo>
                <a:lnTo>
                  <a:pt x="19269" y="134370"/>
                </a:lnTo>
                <a:lnTo>
                  <a:pt x="19928" y="141556"/>
                </a:lnTo>
                <a:lnTo>
                  <a:pt x="21024" y="148560"/>
                </a:lnTo>
                <a:lnTo>
                  <a:pt x="22560" y="155381"/>
                </a:lnTo>
                <a:lnTo>
                  <a:pt x="24535" y="162019"/>
                </a:lnTo>
                <a:lnTo>
                  <a:pt x="26948" y="168473"/>
                </a:lnTo>
                <a:lnTo>
                  <a:pt x="29800" y="174745"/>
                </a:lnTo>
                <a:lnTo>
                  <a:pt x="33091" y="180834"/>
                </a:lnTo>
                <a:lnTo>
                  <a:pt x="36820" y="186740"/>
                </a:lnTo>
                <a:lnTo>
                  <a:pt x="40988" y="192462"/>
                </a:lnTo>
                <a:lnTo>
                  <a:pt x="45595" y="198002"/>
                </a:lnTo>
                <a:lnTo>
                  <a:pt x="50641" y="203359"/>
                </a:lnTo>
                <a:lnTo>
                  <a:pt x="55998" y="208405"/>
                </a:lnTo>
                <a:lnTo>
                  <a:pt x="61538" y="213012"/>
                </a:lnTo>
                <a:lnTo>
                  <a:pt x="67260" y="217180"/>
                </a:lnTo>
                <a:lnTo>
                  <a:pt x="73166" y="220909"/>
                </a:lnTo>
                <a:lnTo>
                  <a:pt x="79255" y="224200"/>
                </a:lnTo>
                <a:lnTo>
                  <a:pt x="85527" y="227052"/>
                </a:lnTo>
                <a:lnTo>
                  <a:pt x="91981" y="229465"/>
                </a:lnTo>
                <a:lnTo>
                  <a:pt x="98619" y="231440"/>
                </a:lnTo>
                <a:lnTo>
                  <a:pt x="105440" y="232976"/>
                </a:lnTo>
                <a:lnTo>
                  <a:pt x="112444" y="234072"/>
                </a:lnTo>
                <a:lnTo>
                  <a:pt x="119630" y="234731"/>
                </a:lnTo>
                <a:lnTo>
                  <a:pt x="127000" y="2349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555498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1" name="블록 마지막 반영"/>
          <p:cNvSpPr/>
          <p:nvPr/>
        </p:nvSpPr>
        <p:spPr>
          <a:xfrm>
            <a:off x="708660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마지막 반영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반영 0건이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2회 연속될 때까지</a:t>
            </a:r>
          </a:p>
        </p:txBody>
      </p:sp>
      <p:sp>
        <p:nvSpPr>
          <p:cNvPr id="22" name="아이콘 published_with_changes"/>
          <p:cNvSpPr/>
          <p:nvPr/>
        </p:nvSpPr>
        <p:spPr>
          <a:xfrm>
            <a:off x="7671435" y="1732915"/>
            <a:ext cx="247650" cy="252730"/>
          </a:xfrm>
          <a:custGeom>
            <a:avLst/>
            <a:gdLst/>
            <a:ahLst/>
            <a:cxnLst/>
            <a:rect l="l" t="t" r="r" b="b"/>
            <a:pathLst>
              <a:path w="247650" h="252730">
                <a:moveTo>
                  <a:pt x="107950" y="252730"/>
                </a:moveTo>
                <a:lnTo>
                  <a:pt x="104161" y="252199"/>
                </a:lnTo>
                <a:lnTo>
                  <a:pt x="100414" y="251557"/>
                </a:lnTo>
                <a:lnTo>
                  <a:pt x="96709" y="250805"/>
                </a:lnTo>
                <a:lnTo>
                  <a:pt x="93045" y="249943"/>
                </a:lnTo>
                <a:lnTo>
                  <a:pt x="89424" y="248971"/>
                </a:lnTo>
                <a:lnTo>
                  <a:pt x="85844" y="247888"/>
                </a:lnTo>
                <a:lnTo>
                  <a:pt x="82306" y="246695"/>
                </a:lnTo>
                <a:lnTo>
                  <a:pt x="78811" y="245392"/>
                </a:lnTo>
                <a:lnTo>
                  <a:pt x="75357" y="243979"/>
                </a:lnTo>
                <a:lnTo>
                  <a:pt x="71945" y="242455"/>
                </a:lnTo>
                <a:lnTo>
                  <a:pt x="68574" y="240822"/>
                </a:lnTo>
                <a:lnTo>
                  <a:pt x="65246" y="239078"/>
                </a:lnTo>
                <a:lnTo>
                  <a:pt x="61976" y="237238"/>
                </a:lnTo>
                <a:lnTo>
                  <a:pt x="58782" y="235316"/>
                </a:lnTo>
                <a:lnTo>
                  <a:pt x="55662" y="233313"/>
                </a:lnTo>
                <a:lnTo>
                  <a:pt x="52617" y="231228"/>
                </a:lnTo>
                <a:lnTo>
                  <a:pt x="49647" y="229062"/>
                </a:lnTo>
                <a:lnTo>
                  <a:pt x="46752" y="226814"/>
                </a:lnTo>
                <a:lnTo>
                  <a:pt x="43932" y="224485"/>
                </a:lnTo>
                <a:lnTo>
                  <a:pt x="41187" y="222074"/>
                </a:lnTo>
                <a:lnTo>
                  <a:pt x="38517" y="219581"/>
                </a:lnTo>
                <a:lnTo>
                  <a:pt x="35922" y="217007"/>
                </a:lnTo>
                <a:lnTo>
                  <a:pt x="33401" y="214351"/>
                </a:lnTo>
                <a:lnTo>
                  <a:pt x="30956" y="211614"/>
                </a:lnTo>
                <a:lnTo>
                  <a:pt x="28592" y="208800"/>
                </a:lnTo>
                <a:lnTo>
                  <a:pt x="26313" y="205916"/>
                </a:lnTo>
                <a:lnTo>
                  <a:pt x="24120" y="202962"/>
                </a:lnTo>
                <a:lnTo>
                  <a:pt x="22013" y="199937"/>
                </a:lnTo>
                <a:lnTo>
                  <a:pt x="19993" y="196841"/>
                </a:lnTo>
                <a:lnTo>
                  <a:pt x="18058" y="193675"/>
                </a:lnTo>
                <a:lnTo>
                  <a:pt x="16209" y="190438"/>
                </a:lnTo>
                <a:lnTo>
                  <a:pt x="14446" y="187131"/>
                </a:lnTo>
                <a:lnTo>
                  <a:pt x="12769" y="183753"/>
                </a:lnTo>
                <a:lnTo>
                  <a:pt x="11179" y="180305"/>
                </a:lnTo>
                <a:lnTo>
                  <a:pt x="9674" y="176786"/>
                </a:lnTo>
                <a:lnTo>
                  <a:pt x="8255" y="173196"/>
                </a:lnTo>
                <a:lnTo>
                  <a:pt x="6936" y="169548"/>
                </a:lnTo>
                <a:lnTo>
                  <a:pt x="5733" y="165854"/>
                </a:lnTo>
                <a:lnTo>
                  <a:pt x="4643" y="162114"/>
                </a:lnTo>
                <a:lnTo>
                  <a:pt x="3669" y="158327"/>
                </a:lnTo>
                <a:lnTo>
                  <a:pt x="2809" y="154494"/>
                </a:lnTo>
                <a:lnTo>
                  <a:pt x="2064" y="150614"/>
                </a:lnTo>
                <a:lnTo>
                  <a:pt x="1433" y="146688"/>
                </a:lnTo>
                <a:lnTo>
                  <a:pt x="917" y="142716"/>
                </a:lnTo>
                <a:lnTo>
                  <a:pt x="516" y="138698"/>
                </a:lnTo>
                <a:lnTo>
                  <a:pt x="229" y="134633"/>
                </a:lnTo>
                <a:lnTo>
                  <a:pt x="57" y="130522"/>
                </a:lnTo>
                <a:lnTo>
                  <a:pt x="0" y="126365"/>
                </a:lnTo>
                <a:lnTo>
                  <a:pt x="92" y="121726"/>
                </a:lnTo>
                <a:lnTo>
                  <a:pt x="366" y="117122"/>
                </a:lnTo>
                <a:lnTo>
                  <a:pt x="824" y="112554"/>
                </a:lnTo>
                <a:lnTo>
                  <a:pt x="1464" y="108021"/>
                </a:lnTo>
                <a:lnTo>
                  <a:pt x="2288" y="103523"/>
                </a:lnTo>
                <a:lnTo>
                  <a:pt x="3294" y="99060"/>
                </a:lnTo>
                <a:lnTo>
                  <a:pt x="4484" y="94633"/>
                </a:lnTo>
                <a:lnTo>
                  <a:pt x="5856" y="90241"/>
                </a:lnTo>
                <a:lnTo>
                  <a:pt x="7412" y="85884"/>
                </a:lnTo>
                <a:lnTo>
                  <a:pt x="9150" y="81562"/>
                </a:lnTo>
                <a:lnTo>
                  <a:pt x="11072" y="77276"/>
                </a:lnTo>
                <a:lnTo>
                  <a:pt x="13176" y="73025"/>
                </a:lnTo>
                <a:lnTo>
                  <a:pt x="15435" y="68831"/>
                </a:lnTo>
                <a:lnTo>
                  <a:pt x="17820" y="64717"/>
                </a:lnTo>
                <a:lnTo>
                  <a:pt x="20330" y="60682"/>
                </a:lnTo>
                <a:lnTo>
                  <a:pt x="22966" y="56727"/>
                </a:lnTo>
                <a:lnTo>
                  <a:pt x="25727" y="52851"/>
                </a:lnTo>
                <a:lnTo>
                  <a:pt x="28615" y="49054"/>
                </a:lnTo>
                <a:lnTo>
                  <a:pt x="31628" y="45336"/>
                </a:lnTo>
                <a:lnTo>
                  <a:pt x="34766" y="41698"/>
                </a:lnTo>
                <a:lnTo>
                  <a:pt x="38031" y="38140"/>
                </a:lnTo>
                <a:lnTo>
                  <a:pt x="41421" y="34660"/>
                </a:lnTo>
                <a:lnTo>
                  <a:pt x="44936" y="31261"/>
                </a:lnTo>
                <a:lnTo>
                  <a:pt x="48577" y="27940"/>
                </a:lnTo>
                <a:lnTo>
                  <a:pt x="9843" y="27940"/>
                </a:lnTo>
                <a:lnTo>
                  <a:pt x="9843" y="8890"/>
                </a:lnTo>
                <a:lnTo>
                  <a:pt x="82550" y="8890"/>
                </a:lnTo>
                <a:lnTo>
                  <a:pt x="82550" y="81597"/>
                </a:lnTo>
                <a:lnTo>
                  <a:pt x="63500" y="81597"/>
                </a:lnTo>
                <a:lnTo>
                  <a:pt x="63500" y="40640"/>
                </a:lnTo>
                <a:lnTo>
                  <a:pt x="60171" y="43382"/>
                </a:lnTo>
                <a:lnTo>
                  <a:pt x="56956" y="46209"/>
                </a:lnTo>
                <a:lnTo>
                  <a:pt x="53856" y="49123"/>
                </a:lnTo>
                <a:lnTo>
                  <a:pt x="50871" y="52123"/>
                </a:lnTo>
                <a:lnTo>
                  <a:pt x="48000" y="55209"/>
                </a:lnTo>
                <a:lnTo>
                  <a:pt x="45244" y="58380"/>
                </a:lnTo>
                <a:lnTo>
                  <a:pt x="42602" y="61638"/>
                </a:lnTo>
                <a:lnTo>
                  <a:pt x="40076" y="64982"/>
                </a:lnTo>
                <a:lnTo>
                  <a:pt x="37663" y="68411"/>
                </a:lnTo>
                <a:lnTo>
                  <a:pt x="35366" y="71927"/>
                </a:lnTo>
                <a:lnTo>
                  <a:pt x="33183" y="75529"/>
                </a:lnTo>
                <a:lnTo>
                  <a:pt x="31115" y="79216"/>
                </a:lnTo>
                <a:lnTo>
                  <a:pt x="29188" y="82963"/>
                </a:lnTo>
                <a:lnTo>
                  <a:pt x="27428" y="86744"/>
                </a:lnTo>
                <a:lnTo>
                  <a:pt x="25837" y="90557"/>
                </a:lnTo>
                <a:lnTo>
                  <a:pt x="24412" y="94403"/>
                </a:lnTo>
                <a:lnTo>
                  <a:pt x="23155" y="98283"/>
                </a:lnTo>
                <a:lnTo>
                  <a:pt x="22066" y="102195"/>
                </a:lnTo>
                <a:lnTo>
                  <a:pt x="21145" y="106141"/>
                </a:lnTo>
                <a:lnTo>
                  <a:pt x="20391" y="110120"/>
                </a:lnTo>
                <a:lnTo>
                  <a:pt x="19804" y="114131"/>
                </a:lnTo>
                <a:lnTo>
                  <a:pt x="19385" y="118176"/>
                </a:lnTo>
                <a:lnTo>
                  <a:pt x="19134" y="122254"/>
                </a:lnTo>
                <a:lnTo>
                  <a:pt x="19050" y="126365"/>
                </a:lnTo>
                <a:lnTo>
                  <a:pt x="19226" y="133265"/>
                </a:lnTo>
                <a:lnTo>
                  <a:pt x="19756" y="139995"/>
                </a:lnTo>
                <a:lnTo>
                  <a:pt x="20637" y="146556"/>
                </a:lnTo>
                <a:lnTo>
                  <a:pt x="21872" y="152947"/>
                </a:lnTo>
                <a:lnTo>
                  <a:pt x="23460" y="159168"/>
                </a:lnTo>
                <a:lnTo>
                  <a:pt x="25400" y="165219"/>
                </a:lnTo>
                <a:lnTo>
                  <a:pt x="27693" y="171101"/>
                </a:lnTo>
                <a:lnTo>
                  <a:pt x="30339" y="176812"/>
                </a:lnTo>
                <a:lnTo>
                  <a:pt x="33337" y="182354"/>
                </a:lnTo>
                <a:lnTo>
                  <a:pt x="36689" y="187726"/>
                </a:lnTo>
                <a:lnTo>
                  <a:pt x="40393" y="192929"/>
                </a:lnTo>
                <a:lnTo>
                  <a:pt x="44450" y="197961"/>
                </a:lnTo>
                <a:lnTo>
                  <a:pt x="48772" y="202742"/>
                </a:lnTo>
                <a:lnTo>
                  <a:pt x="53269" y="207191"/>
                </a:lnTo>
                <a:lnTo>
                  <a:pt x="57944" y="211306"/>
                </a:lnTo>
                <a:lnTo>
                  <a:pt x="62794" y="215089"/>
                </a:lnTo>
                <a:lnTo>
                  <a:pt x="67822" y="218538"/>
                </a:lnTo>
                <a:lnTo>
                  <a:pt x="73025" y="221655"/>
                </a:lnTo>
                <a:lnTo>
                  <a:pt x="78405" y="224438"/>
                </a:lnTo>
                <a:lnTo>
                  <a:pt x="83961" y="226889"/>
                </a:lnTo>
                <a:lnTo>
                  <a:pt x="89694" y="229007"/>
                </a:lnTo>
                <a:lnTo>
                  <a:pt x="95603" y="230792"/>
                </a:lnTo>
                <a:lnTo>
                  <a:pt x="101688" y="232244"/>
                </a:lnTo>
                <a:lnTo>
                  <a:pt x="107950" y="233363"/>
                </a:lnTo>
                <a:lnTo>
                  <a:pt x="107950" y="252730"/>
                </a:lnTo>
                <a:close/>
                <a:moveTo>
                  <a:pt x="105727" y="180340"/>
                </a:moveTo>
                <a:lnTo>
                  <a:pt x="56515" y="131127"/>
                </a:lnTo>
                <a:lnTo>
                  <a:pt x="69850" y="117793"/>
                </a:lnTo>
                <a:lnTo>
                  <a:pt x="105727" y="153670"/>
                </a:lnTo>
                <a:lnTo>
                  <a:pt x="177800" y="81597"/>
                </a:lnTo>
                <a:lnTo>
                  <a:pt x="191135" y="94933"/>
                </a:lnTo>
                <a:lnTo>
                  <a:pt x="105727" y="180340"/>
                </a:lnTo>
                <a:close/>
                <a:moveTo>
                  <a:pt x="165100" y="243840"/>
                </a:moveTo>
                <a:lnTo>
                  <a:pt x="165100" y="171133"/>
                </a:lnTo>
                <a:lnTo>
                  <a:pt x="184150" y="171133"/>
                </a:lnTo>
                <a:lnTo>
                  <a:pt x="184150" y="212090"/>
                </a:lnTo>
                <a:lnTo>
                  <a:pt x="187479" y="209299"/>
                </a:lnTo>
                <a:lnTo>
                  <a:pt x="190694" y="206428"/>
                </a:lnTo>
                <a:lnTo>
                  <a:pt x="193794" y="203478"/>
                </a:lnTo>
                <a:lnTo>
                  <a:pt x="196779" y="200448"/>
                </a:lnTo>
                <a:lnTo>
                  <a:pt x="199650" y="197339"/>
                </a:lnTo>
                <a:lnTo>
                  <a:pt x="202406" y="194151"/>
                </a:lnTo>
                <a:lnTo>
                  <a:pt x="205048" y="190884"/>
                </a:lnTo>
                <a:lnTo>
                  <a:pt x="207574" y="187537"/>
                </a:lnTo>
                <a:lnTo>
                  <a:pt x="209987" y="184110"/>
                </a:lnTo>
                <a:lnTo>
                  <a:pt x="212284" y="180605"/>
                </a:lnTo>
                <a:lnTo>
                  <a:pt x="214467" y="177019"/>
                </a:lnTo>
                <a:lnTo>
                  <a:pt x="216535" y="173355"/>
                </a:lnTo>
                <a:lnTo>
                  <a:pt x="218462" y="169633"/>
                </a:lnTo>
                <a:lnTo>
                  <a:pt x="220222" y="165876"/>
                </a:lnTo>
                <a:lnTo>
                  <a:pt x="221813" y="162084"/>
                </a:lnTo>
                <a:lnTo>
                  <a:pt x="223238" y="158256"/>
                </a:lnTo>
                <a:lnTo>
                  <a:pt x="224495" y="154393"/>
                </a:lnTo>
                <a:lnTo>
                  <a:pt x="225584" y="150495"/>
                </a:lnTo>
                <a:lnTo>
                  <a:pt x="226505" y="146562"/>
                </a:lnTo>
                <a:lnTo>
                  <a:pt x="227259" y="142593"/>
                </a:lnTo>
                <a:lnTo>
                  <a:pt x="227846" y="138589"/>
                </a:lnTo>
                <a:lnTo>
                  <a:pt x="228265" y="134549"/>
                </a:lnTo>
                <a:lnTo>
                  <a:pt x="228516" y="130475"/>
                </a:lnTo>
                <a:lnTo>
                  <a:pt x="228600" y="126365"/>
                </a:lnTo>
                <a:lnTo>
                  <a:pt x="228424" y="119465"/>
                </a:lnTo>
                <a:lnTo>
                  <a:pt x="227894" y="112735"/>
                </a:lnTo>
                <a:lnTo>
                  <a:pt x="227013" y="106174"/>
                </a:lnTo>
                <a:lnTo>
                  <a:pt x="225778" y="99783"/>
                </a:lnTo>
                <a:lnTo>
                  <a:pt x="224190" y="93562"/>
                </a:lnTo>
                <a:lnTo>
                  <a:pt x="222250" y="87511"/>
                </a:lnTo>
                <a:lnTo>
                  <a:pt x="219957" y="81629"/>
                </a:lnTo>
                <a:lnTo>
                  <a:pt x="217311" y="75918"/>
                </a:lnTo>
                <a:lnTo>
                  <a:pt x="214313" y="70376"/>
                </a:lnTo>
                <a:lnTo>
                  <a:pt x="210961" y="65004"/>
                </a:lnTo>
                <a:lnTo>
                  <a:pt x="207257" y="59801"/>
                </a:lnTo>
                <a:lnTo>
                  <a:pt x="203200" y="54769"/>
                </a:lnTo>
                <a:lnTo>
                  <a:pt x="198878" y="49988"/>
                </a:lnTo>
                <a:lnTo>
                  <a:pt x="194381" y="45539"/>
                </a:lnTo>
                <a:lnTo>
                  <a:pt x="189706" y="41424"/>
                </a:lnTo>
                <a:lnTo>
                  <a:pt x="184856" y="37641"/>
                </a:lnTo>
                <a:lnTo>
                  <a:pt x="179828" y="34192"/>
                </a:lnTo>
                <a:lnTo>
                  <a:pt x="174625" y="31075"/>
                </a:lnTo>
                <a:lnTo>
                  <a:pt x="169245" y="28292"/>
                </a:lnTo>
                <a:lnTo>
                  <a:pt x="163689" y="25841"/>
                </a:lnTo>
                <a:lnTo>
                  <a:pt x="157956" y="23723"/>
                </a:lnTo>
                <a:lnTo>
                  <a:pt x="152047" y="21938"/>
                </a:lnTo>
                <a:lnTo>
                  <a:pt x="145962" y="20486"/>
                </a:lnTo>
                <a:lnTo>
                  <a:pt x="139700" y="19367"/>
                </a:lnTo>
                <a:lnTo>
                  <a:pt x="139700" y="0"/>
                </a:lnTo>
                <a:lnTo>
                  <a:pt x="147318" y="1158"/>
                </a:lnTo>
                <a:lnTo>
                  <a:pt x="154720" y="2725"/>
                </a:lnTo>
                <a:lnTo>
                  <a:pt x="161905" y="4703"/>
                </a:lnTo>
                <a:lnTo>
                  <a:pt x="168875" y="7091"/>
                </a:lnTo>
                <a:lnTo>
                  <a:pt x="175628" y="9889"/>
                </a:lnTo>
                <a:lnTo>
                  <a:pt x="182166" y="13097"/>
                </a:lnTo>
                <a:lnTo>
                  <a:pt x="188487" y="16715"/>
                </a:lnTo>
                <a:lnTo>
                  <a:pt x="194592" y="20743"/>
                </a:lnTo>
                <a:lnTo>
                  <a:pt x="200481" y="25182"/>
                </a:lnTo>
                <a:lnTo>
                  <a:pt x="206155" y="30030"/>
                </a:lnTo>
                <a:lnTo>
                  <a:pt x="211612" y="35289"/>
                </a:lnTo>
                <a:lnTo>
                  <a:pt x="216852" y="40957"/>
                </a:lnTo>
                <a:lnTo>
                  <a:pt x="221772" y="46935"/>
                </a:lnTo>
                <a:lnTo>
                  <a:pt x="226263" y="53120"/>
                </a:lnTo>
                <a:lnTo>
                  <a:pt x="230326" y="59511"/>
                </a:lnTo>
                <a:lnTo>
                  <a:pt x="233962" y="66111"/>
                </a:lnTo>
                <a:lnTo>
                  <a:pt x="237170" y="72917"/>
                </a:lnTo>
                <a:lnTo>
                  <a:pt x="239951" y="79931"/>
                </a:lnTo>
                <a:lnTo>
                  <a:pt x="242303" y="87152"/>
                </a:lnTo>
                <a:lnTo>
                  <a:pt x="244228" y="94580"/>
                </a:lnTo>
                <a:lnTo>
                  <a:pt x="245725" y="102215"/>
                </a:lnTo>
                <a:lnTo>
                  <a:pt x="246795" y="110058"/>
                </a:lnTo>
                <a:lnTo>
                  <a:pt x="247436" y="118108"/>
                </a:lnTo>
                <a:lnTo>
                  <a:pt x="247650" y="126365"/>
                </a:lnTo>
                <a:lnTo>
                  <a:pt x="247558" y="131004"/>
                </a:lnTo>
                <a:lnTo>
                  <a:pt x="247284" y="135608"/>
                </a:lnTo>
                <a:lnTo>
                  <a:pt x="246826" y="140176"/>
                </a:lnTo>
                <a:lnTo>
                  <a:pt x="246186" y="144709"/>
                </a:lnTo>
                <a:lnTo>
                  <a:pt x="245362" y="149207"/>
                </a:lnTo>
                <a:lnTo>
                  <a:pt x="244356" y="153670"/>
                </a:lnTo>
                <a:lnTo>
                  <a:pt x="243166" y="158097"/>
                </a:lnTo>
                <a:lnTo>
                  <a:pt x="241794" y="162489"/>
                </a:lnTo>
                <a:lnTo>
                  <a:pt x="240238" y="166846"/>
                </a:lnTo>
                <a:lnTo>
                  <a:pt x="238500" y="171168"/>
                </a:lnTo>
                <a:lnTo>
                  <a:pt x="236578" y="175454"/>
                </a:lnTo>
                <a:lnTo>
                  <a:pt x="234474" y="179705"/>
                </a:lnTo>
                <a:lnTo>
                  <a:pt x="232215" y="183899"/>
                </a:lnTo>
                <a:lnTo>
                  <a:pt x="229830" y="188013"/>
                </a:lnTo>
                <a:lnTo>
                  <a:pt x="227320" y="192048"/>
                </a:lnTo>
                <a:lnTo>
                  <a:pt x="224684" y="196003"/>
                </a:lnTo>
                <a:lnTo>
                  <a:pt x="221923" y="199879"/>
                </a:lnTo>
                <a:lnTo>
                  <a:pt x="219035" y="203676"/>
                </a:lnTo>
                <a:lnTo>
                  <a:pt x="216022" y="207394"/>
                </a:lnTo>
                <a:lnTo>
                  <a:pt x="212884" y="211032"/>
                </a:lnTo>
                <a:lnTo>
                  <a:pt x="209619" y="214590"/>
                </a:lnTo>
                <a:lnTo>
                  <a:pt x="206229" y="218070"/>
                </a:lnTo>
                <a:lnTo>
                  <a:pt x="202714" y="221469"/>
                </a:lnTo>
                <a:lnTo>
                  <a:pt x="199073" y="224790"/>
                </a:lnTo>
                <a:lnTo>
                  <a:pt x="237807" y="224790"/>
                </a:lnTo>
                <a:lnTo>
                  <a:pt x="237807" y="243840"/>
                </a:lnTo>
                <a:lnTo>
                  <a:pt x="165100" y="24384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5"/>
          <p:cNvSpPr/>
          <p:nvPr/>
        </p:nvSpPr>
        <p:spPr>
          <a:xfrm>
            <a:off x="713994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4" name="블록 검증"/>
          <p:cNvSpPr/>
          <p:nvPr/>
        </p:nvSpPr>
        <p:spPr>
          <a:xfrm>
            <a:off x="867156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검증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건수 · 합계 · 해시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 = 대상</a:t>
            </a:r>
          </a:p>
        </p:txBody>
      </p:sp>
      <p:sp>
        <p:nvSpPr>
          <p:cNvPr id="25" name="아이콘 fact_check"/>
          <p:cNvSpPr/>
          <p:nvPr/>
        </p:nvSpPr>
        <p:spPr>
          <a:xfrm>
            <a:off x="9250680" y="1744980"/>
            <a:ext cx="259080" cy="228600"/>
          </a:xfrm>
          <a:custGeom>
            <a:avLst/>
            <a:gdLst/>
            <a:ahLst/>
            <a:cxnLst/>
            <a:rect l="l" t="t" r="r" b="b"/>
            <a:pathLst>
              <a:path w="25908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40030" y="0"/>
                </a:lnTo>
                <a:lnTo>
                  <a:pt x="241287" y="40"/>
                </a:lnTo>
                <a:lnTo>
                  <a:pt x="242517" y="159"/>
                </a:lnTo>
                <a:lnTo>
                  <a:pt x="243721" y="357"/>
                </a:lnTo>
                <a:lnTo>
                  <a:pt x="244898" y="635"/>
                </a:lnTo>
                <a:lnTo>
                  <a:pt x="246049" y="992"/>
                </a:lnTo>
                <a:lnTo>
                  <a:pt x="247174" y="1429"/>
                </a:lnTo>
                <a:lnTo>
                  <a:pt x="248272" y="1945"/>
                </a:lnTo>
                <a:lnTo>
                  <a:pt x="249343" y="2540"/>
                </a:lnTo>
                <a:lnTo>
                  <a:pt x="250388" y="3215"/>
                </a:lnTo>
                <a:lnTo>
                  <a:pt x="251407" y="3969"/>
                </a:lnTo>
                <a:lnTo>
                  <a:pt x="252399" y="4802"/>
                </a:lnTo>
                <a:lnTo>
                  <a:pt x="253365" y="5715"/>
                </a:lnTo>
                <a:lnTo>
                  <a:pt x="254278" y="6681"/>
                </a:lnTo>
                <a:lnTo>
                  <a:pt x="255111" y="7673"/>
                </a:lnTo>
                <a:lnTo>
                  <a:pt x="255865" y="8692"/>
                </a:lnTo>
                <a:lnTo>
                  <a:pt x="256540" y="9737"/>
                </a:lnTo>
                <a:lnTo>
                  <a:pt x="257135" y="10808"/>
                </a:lnTo>
                <a:lnTo>
                  <a:pt x="257651" y="11906"/>
                </a:lnTo>
                <a:lnTo>
                  <a:pt x="258088" y="13031"/>
                </a:lnTo>
                <a:lnTo>
                  <a:pt x="258445" y="14182"/>
                </a:lnTo>
                <a:lnTo>
                  <a:pt x="258723" y="15359"/>
                </a:lnTo>
                <a:lnTo>
                  <a:pt x="258921" y="16563"/>
                </a:lnTo>
                <a:lnTo>
                  <a:pt x="259040" y="17793"/>
                </a:lnTo>
                <a:lnTo>
                  <a:pt x="259080" y="19050"/>
                </a:lnTo>
                <a:lnTo>
                  <a:pt x="259080" y="209550"/>
                </a:lnTo>
                <a:lnTo>
                  <a:pt x="259040" y="210807"/>
                </a:lnTo>
                <a:lnTo>
                  <a:pt x="258921" y="212037"/>
                </a:lnTo>
                <a:lnTo>
                  <a:pt x="258723" y="213241"/>
                </a:lnTo>
                <a:lnTo>
                  <a:pt x="258445" y="214418"/>
                </a:lnTo>
                <a:lnTo>
                  <a:pt x="258088" y="215569"/>
                </a:lnTo>
                <a:lnTo>
                  <a:pt x="257651" y="216694"/>
                </a:lnTo>
                <a:lnTo>
                  <a:pt x="257135" y="217792"/>
                </a:lnTo>
                <a:lnTo>
                  <a:pt x="256540" y="218863"/>
                </a:lnTo>
                <a:lnTo>
                  <a:pt x="255865" y="219908"/>
                </a:lnTo>
                <a:lnTo>
                  <a:pt x="255111" y="220927"/>
                </a:lnTo>
                <a:lnTo>
                  <a:pt x="254278" y="221919"/>
                </a:lnTo>
                <a:lnTo>
                  <a:pt x="253365" y="222885"/>
                </a:lnTo>
                <a:lnTo>
                  <a:pt x="252399" y="223798"/>
                </a:lnTo>
                <a:lnTo>
                  <a:pt x="251407" y="224631"/>
                </a:lnTo>
                <a:lnTo>
                  <a:pt x="250388" y="225385"/>
                </a:lnTo>
                <a:lnTo>
                  <a:pt x="249343" y="226060"/>
                </a:lnTo>
                <a:lnTo>
                  <a:pt x="248272" y="226655"/>
                </a:lnTo>
                <a:lnTo>
                  <a:pt x="247174" y="227171"/>
                </a:lnTo>
                <a:lnTo>
                  <a:pt x="246049" y="227608"/>
                </a:lnTo>
                <a:lnTo>
                  <a:pt x="244898" y="227965"/>
                </a:lnTo>
                <a:lnTo>
                  <a:pt x="243721" y="228243"/>
                </a:lnTo>
                <a:lnTo>
                  <a:pt x="242517" y="228441"/>
                </a:lnTo>
                <a:lnTo>
                  <a:pt x="241287" y="228560"/>
                </a:lnTo>
                <a:lnTo>
                  <a:pt x="240030" y="228600"/>
                </a:lnTo>
                <a:lnTo>
                  <a:pt x="19050" y="228600"/>
                </a:lnTo>
                <a:close/>
                <a:moveTo>
                  <a:pt x="19050" y="209550"/>
                </a:moveTo>
                <a:lnTo>
                  <a:pt x="240030" y="209550"/>
                </a:lnTo>
                <a:lnTo>
                  <a:pt x="240030" y="19050"/>
                </a:lnTo>
                <a:lnTo>
                  <a:pt x="19050" y="19050"/>
                </a:lnTo>
                <a:lnTo>
                  <a:pt x="19050" y="209550"/>
                </a:lnTo>
                <a:close/>
                <a:moveTo>
                  <a:pt x="40640" y="177800"/>
                </a:moveTo>
                <a:lnTo>
                  <a:pt x="104140" y="177800"/>
                </a:lnTo>
                <a:lnTo>
                  <a:pt x="104140" y="152400"/>
                </a:lnTo>
                <a:lnTo>
                  <a:pt x="40640" y="152400"/>
                </a:lnTo>
                <a:lnTo>
                  <a:pt x="40640" y="177800"/>
                </a:lnTo>
                <a:close/>
                <a:moveTo>
                  <a:pt x="161925" y="152400"/>
                </a:moveTo>
                <a:lnTo>
                  <a:pt x="224790" y="89535"/>
                </a:lnTo>
                <a:lnTo>
                  <a:pt x="206692" y="71438"/>
                </a:lnTo>
                <a:lnTo>
                  <a:pt x="161925" y="116522"/>
                </a:lnTo>
                <a:lnTo>
                  <a:pt x="143828" y="98425"/>
                </a:lnTo>
                <a:lnTo>
                  <a:pt x="126048" y="116522"/>
                </a:lnTo>
                <a:lnTo>
                  <a:pt x="161925" y="152400"/>
                </a:lnTo>
                <a:close/>
                <a:moveTo>
                  <a:pt x="40640" y="127000"/>
                </a:moveTo>
                <a:lnTo>
                  <a:pt x="104140" y="127000"/>
                </a:lnTo>
                <a:lnTo>
                  <a:pt x="104140" y="101600"/>
                </a:lnTo>
                <a:lnTo>
                  <a:pt x="40640" y="101600"/>
                </a:lnTo>
                <a:lnTo>
                  <a:pt x="40640" y="127000"/>
                </a:lnTo>
                <a:close/>
                <a:moveTo>
                  <a:pt x="40640" y="76200"/>
                </a:moveTo>
                <a:lnTo>
                  <a:pt x="104140" y="76200"/>
                </a:lnTo>
                <a:lnTo>
                  <a:pt x="104140" y="50800"/>
                </a:lnTo>
                <a:lnTo>
                  <a:pt x="40640" y="50800"/>
                </a:lnTo>
                <a:lnTo>
                  <a:pt x="40640" y="76200"/>
                </a:lnTo>
                <a:close/>
                <a:moveTo>
                  <a:pt x="19050" y="209550"/>
                </a:moveTo>
                <a:lnTo>
                  <a:pt x="19050" y="19050"/>
                </a:lnTo>
                <a:lnTo>
                  <a:pt x="19050" y="2095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6"/>
          <p:cNvSpPr/>
          <p:nvPr/>
        </p:nvSpPr>
        <p:spPr>
          <a:xfrm>
            <a:off x="872490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7" name="블록 전환"/>
          <p:cNvSpPr/>
          <p:nvPr/>
        </p:nvSpPr>
        <p:spPr>
          <a:xfrm>
            <a:off x="10256520" y="156210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전환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setval · FK 켜기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소요 시간 기록</a:t>
            </a:r>
          </a:p>
        </p:txBody>
      </p:sp>
      <p:sp>
        <p:nvSpPr>
          <p:cNvPr id="28" name="아이콘 swap_horiz"/>
          <p:cNvSpPr/>
          <p:nvPr/>
        </p:nvSpPr>
        <p:spPr>
          <a:xfrm>
            <a:off x="10838180" y="175768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61278" y="203200"/>
                </a:moveTo>
                <a:lnTo>
                  <a:pt x="0" y="141922"/>
                </a:lnTo>
                <a:lnTo>
                  <a:pt x="61278" y="80645"/>
                </a:lnTo>
                <a:lnTo>
                  <a:pt x="74612" y="93980"/>
                </a:lnTo>
                <a:lnTo>
                  <a:pt x="36195" y="132398"/>
                </a:lnTo>
                <a:lnTo>
                  <a:pt x="136525" y="132398"/>
                </a:lnTo>
                <a:lnTo>
                  <a:pt x="136525" y="151448"/>
                </a:lnTo>
                <a:lnTo>
                  <a:pt x="36195" y="151448"/>
                </a:lnTo>
                <a:lnTo>
                  <a:pt x="74612" y="189865"/>
                </a:lnTo>
                <a:lnTo>
                  <a:pt x="61278" y="203200"/>
                </a:lnTo>
                <a:close/>
                <a:moveTo>
                  <a:pt x="192722" y="122555"/>
                </a:moveTo>
                <a:lnTo>
                  <a:pt x="179388" y="109220"/>
                </a:lnTo>
                <a:lnTo>
                  <a:pt x="217805" y="70802"/>
                </a:lnTo>
                <a:lnTo>
                  <a:pt x="117475" y="70802"/>
                </a:lnTo>
                <a:lnTo>
                  <a:pt x="117475" y="51752"/>
                </a:lnTo>
                <a:lnTo>
                  <a:pt x="217805" y="51752"/>
                </a:lnTo>
                <a:lnTo>
                  <a:pt x="179388" y="13335"/>
                </a:lnTo>
                <a:lnTo>
                  <a:pt x="192722" y="0"/>
                </a:lnTo>
                <a:lnTo>
                  <a:pt x="254000" y="61278"/>
                </a:lnTo>
                <a:lnTo>
                  <a:pt x="192722" y="122555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7"/>
          <p:cNvSpPr/>
          <p:nvPr/>
        </p:nvSpPr>
        <p:spPr>
          <a:xfrm>
            <a:off x="10309860" y="16154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0" name="블록 원천 업무 쓰기 계속"/>
          <p:cNvSpPr/>
          <p:nvPr/>
        </p:nvSpPr>
        <p:spPr>
          <a:xfrm>
            <a:off x="457200" y="3200400"/>
            <a:ext cx="4587240" cy="396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64B8C"/>
            </a:solidFill>
          </a:ln>
        </p:spPr>
        <p:txBody>
          <a:bodyPr rtlCol="0" anchor="ctr" lIns="1805750" tIns="0" rIns="0" bIns="0" wrap="none">
            <a:noAutofit/>
          </a:bodyPr>
          <a:lstStyle/>
          <a:p>
            <a:pPr algn="l"/>
            <a:r>
              <a:rPr sz="1019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원천 업무 쓰기 계속</a:t>
            </a:r>
          </a:p>
        </p:txBody>
      </p:sp>
      <p:sp>
        <p:nvSpPr>
          <p:cNvPr id="31" name="아이콘 edit_note"/>
          <p:cNvSpPr/>
          <p:nvPr/>
        </p:nvSpPr>
        <p:spPr>
          <a:xfrm>
            <a:off x="2021650" y="3332480"/>
            <a:ext cx="148590" cy="132080"/>
          </a:xfrm>
          <a:custGeom>
            <a:avLst/>
            <a:gdLst/>
            <a:ahLst/>
            <a:cxnLst/>
            <a:rect l="l" t="t" r="r" b="b"/>
            <a:pathLst>
              <a:path w="148590" h="132080">
                <a:moveTo>
                  <a:pt x="0" y="80486"/>
                </a:moveTo>
                <a:lnTo>
                  <a:pt x="0" y="68104"/>
                </a:lnTo>
                <a:lnTo>
                  <a:pt x="61912" y="68104"/>
                </a:lnTo>
                <a:lnTo>
                  <a:pt x="61912" y="80486"/>
                </a:lnTo>
                <a:lnTo>
                  <a:pt x="0" y="80486"/>
                </a:lnTo>
                <a:close/>
                <a:moveTo>
                  <a:pt x="0" y="46434"/>
                </a:moveTo>
                <a:lnTo>
                  <a:pt x="0" y="34052"/>
                </a:lnTo>
                <a:lnTo>
                  <a:pt x="96996" y="34052"/>
                </a:lnTo>
                <a:lnTo>
                  <a:pt x="96996" y="46434"/>
                </a:lnTo>
                <a:lnTo>
                  <a:pt x="0" y="46434"/>
                </a:lnTo>
                <a:close/>
                <a:moveTo>
                  <a:pt x="0" y="12382"/>
                </a:moveTo>
                <a:lnTo>
                  <a:pt x="0" y="0"/>
                </a:lnTo>
                <a:lnTo>
                  <a:pt x="96996" y="0"/>
                </a:lnTo>
                <a:lnTo>
                  <a:pt x="96996" y="12382"/>
                </a:lnTo>
                <a:lnTo>
                  <a:pt x="0" y="12382"/>
                </a:lnTo>
                <a:close/>
                <a:moveTo>
                  <a:pt x="74294" y="132080"/>
                </a:moveTo>
                <a:lnTo>
                  <a:pt x="74294" y="106696"/>
                </a:lnTo>
                <a:lnTo>
                  <a:pt x="119903" y="61293"/>
                </a:lnTo>
                <a:lnTo>
                  <a:pt x="120216" y="60991"/>
                </a:lnTo>
                <a:lnTo>
                  <a:pt x="120534" y="60703"/>
                </a:lnTo>
                <a:lnTo>
                  <a:pt x="120858" y="60429"/>
                </a:lnTo>
                <a:lnTo>
                  <a:pt x="121187" y="60170"/>
                </a:lnTo>
                <a:lnTo>
                  <a:pt x="121523" y="59925"/>
                </a:lnTo>
                <a:lnTo>
                  <a:pt x="121864" y="59694"/>
                </a:lnTo>
                <a:lnTo>
                  <a:pt x="122211" y="59478"/>
                </a:lnTo>
                <a:lnTo>
                  <a:pt x="122563" y="59275"/>
                </a:lnTo>
                <a:lnTo>
                  <a:pt x="122922" y="59088"/>
                </a:lnTo>
                <a:lnTo>
                  <a:pt x="123286" y="58914"/>
                </a:lnTo>
                <a:lnTo>
                  <a:pt x="123655" y="58755"/>
                </a:lnTo>
                <a:lnTo>
                  <a:pt x="124031" y="58610"/>
                </a:lnTo>
                <a:lnTo>
                  <a:pt x="124409" y="58479"/>
                </a:lnTo>
                <a:lnTo>
                  <a:pt x="124788" y="58358"/>
                </a:lnTo>
                <a:lnTo>
                  <a:pt x="125166" y="58249"/>
                </a:lnTo>
                <a:lnTo>
                  <a:pt x="125544" y="58152"/>
                </a:lnTo>
                <a:lnTo>
                  <a:pt x="125923" y="58066"/>
                </a:lnTo>
                <a:lnTo>
                  <a:pt x="126301" y="57991"/>
                </a:lnTo>
                <a:lnTo>
                  <a:pt x="126679" y="57928"/>
                </a:lnTo>
                <a:lnTo>
                  <a:pt x="127058" y="57877"/>
                </a:lnTo>
                <a:lnTo>
                  <a:pt x="127436" y="57837"/>
                </a:lnTo>
                <a:lnTo>
                  <a:pt x="127814" y="57808"/>
                </a:lnTo>
                <a:lnTo>
                  <a:pt x="128193" y="57791"/>
                </a:lnTo>
                <a:lnTo>
                  <a:pt x="128571" y="57785"/>
                </a:lnTo>
                <a:lnTo>
                  <a:pt x="128982" y="57791"/>
                </a:lnTo>
                <a:lnTo>
                  <a:pt x="129391" y="57811"/>
                </a:lnTo>
                <a:lnTo>
                  <a:pt x="129796" y="57843"/>
                </a:lnTo>
                <a:lnTo>
                  <a:pt x="130199" y="57888"/>
                </a:lnTo>
                <a:lnTo>
                  <a:pt x="130599" y="57946"/>
                </a:lnTo>
                <a:lnTo>
                  <a:pt x="130996" y="58017"/>
                </a:lnTo>
                <a:lnTo>
                  <a:pt x="131390" y="58101"/>
                </a:lnTo>
                <a:lnTo>
                  <a:pt x="131781" y="58198"/>
                </a:lnTo>
                <a:lnTo>
                  <a:pt x="132170" y="58307"/>
                </a:lnTo>
                <a:lnTo>
                  <a:pt x="132555" y="58430"/>
                </a:lnTo>
                <a:lnTo>
                  <a:pt x="132938" y="58565"/>
                </a:lnTo>
                <a:lnTo>
                  <a:pt x="133318" y="58714"/>
                </a:lnTo>
                <a:lnTo>
                  <a:pt x="133693" y="58875"/>
                </a:lnTo>
                <a:lnTo>
                  <a:pt x="134063" y="59049"/>
                </a:lnTo>
                <a:lnTo>
                  <a:pt x="134427" y="59236"/>
                </a:lnTo>
                <a:lnTo>
                  <a:pt x="134785" y="59436"/>
                </a:lnTo>
                <a:lnTo>
                  <a:pt x="135138" y="59649"/>
                </a:lnTo>
                <a:lnTo>
                  <a:pt x="135485" y="59875"/>
                </a:lnTo>
                <a:lnTo>
                  <a:pt x="135826" y="60113"/>
                </a:lnTo>
                <a:lnTo>
                  <a:pt x="136161" y="60365"/>
                </a:lnTo>
                <a:lnTo>
                  <a:pt x="136491" y="60629"/>
                </a:lnTo>
                <a:lnTo>
                  <a:pt x="136815" y="60906"/>
                </a:lnTo>
                <a:lnTo>
                  <a:pt x="137133" y="61197"/>
                </a:lnTo>
                <a:lnTo>
                  <a:pt x="137445" y="61500"/>
                </a:lnTo>
                <a:lnTo>
                  <a:pt x="145081" y="69136"/>
                </a:lnTo>
                <a:lnTo>
                  <a:pt x="145384" y="69448"/>
                </a:lnTo>
                <a:lnTo>
                  <a:pt x="145672" y="69766"/>
                </a:lnTo>
                <a:lnTo>
                  <a:pt x="145945" y="70090"/>
                </a:lnTo>
                <a:lnTo>
                  <a:pt x="146205" y="70420"/>
                </a:lnTo>
                <a:lnTo>
                  <a:pt x="146450" y="70755"/>
                </a:lnTo>
                <a:lnTo>
                  <a:pt x="146681" y="71096"/>
                </a:lnTo>
                <a:lnTo>
                  <a:pt x="146897" y="71443"/>
                </a:lnTo>
                <a:lnTo>
                  <a:pt x="147099" y="71796"/>
                </a:lnTo>
                <a:lnTo>
                  <a:pt x="147287" y="72154"/>
                </a:lnTo>
                <a:lnTo>
                  <a:pt x="147460" y="72518"/>
                </a:lnTo>
                <a:lnTo>
                  <a:pt x="147619" y="72888"/>
                </a:lnTo>
                <a:lnTo>
                  <a:pt x="147764" y="73263"/>
                </a:lnTo>
                <a:lnTo>
                  <a:pt x="147896" y="73641"/>
                </a:lnTo>
                <a:lnTo>
                  <a:pt x="148016" y="74020"/>
                </a:lnTo>
                <a:lnTo>
                  <a:pt x="148125" y="74398"/>
                </a:lnTo>
                <a:lnTo>
                  <a:pt x="148223" y="74777"/>
                </a:lnTo>
                <a:lnTo>
                  <a:pt x="148309" y="75155"/>
                </a:lnTo>
                <a:lnTo>
                  <a:pt x="148383" y="75533"/>
                </a:lnTo>
                <a:lnTo>
                  <a:pt x="148446" y="75912"/>
                </a:lnTo>
                <a:lnTo>
                  <a:pt x="148498" y="76290"/>
                </a:lnTo>
                <a:lnTo>
                  <a:pt x="148538" y="76668"/>
                </a:lnTo>
                <a:lnTo>
                  <a:pt x="148567" y="77047"/>
                </a:lnTo>
                <a:lnTo>
                  <a:pt x="148584" y="77425"/>
                </a:lnTo>
                <a:lnTo>
                  <a:pt x="148590" y="77803"/>
                </a:lnTo>
                <a:lnTo>
                  <a:pt x="148583" y="78182"/>
                </a:lnTo>
                <a:lnTo>
                  <a:pt x="148564" y="78563"/>
                </a:lnTo>
                <a:lnTo>
                  <a:pt x="148531" y="78945"/>
                </a:lnTo>
                <a:lnTo>
                  <a:pt x="148486" y="79328"/>
                </a:lnTo>
                <a:lnTo>
                  <a:pt x="148428" y="79713"/>
                </a:lnTo>
                <a:lnTo>
                  <a:pt x="148357" y="80099"/>
                </a:lnTo>
                <a:lnTo>
                  <a:pt x="148273" y="80487"/>
                </a:lnTo>
                <a:lnTo>
                  <a:pt x="148177" y="80876"/>
                </a:lnTo>
                <a:lnTo>
                  <a:pt x="148067" y="81267"/>
                </a:lnTo>
                <a:lnTo>
                  <a:pt x="147945" y="81659"/>
                </a:lnTo>
                <a:lnTo>
                  <a:pt x="147809" y="82052"/>
                </a:lnTo>
                <a:lnTo>
                  <a:pt x="147661" y="82447"/>
                </a:lnTo>
                <a:lnTo>
                  <a:pt x="147500" y="82839"/>
                </a:lnTo>
                <a:lnTo>
                  <a:pt x="147326" y="83224"/>
                </a:lnTo>
                <a:lnTo>
                  <a:pt x="147140" y="83601"/>
                </a:lnTo>
                <a:lnTo>
                  <a:pt x="146941" y="83972"/>
                </a:lnTo>
                <a:lnTo>
                  <a:pt x="146729" y="84335"/>
                </a:lnTo>
                <a:lnTo>
                  <a:pt x="146505" y="84691"/>
                </a:lnTo>
                <a:lnTo>
                  <a:pt x="146268" y="85040"/>
                </a:lnTo>
                <a:lnTo>
                  <a:pt x="146018" y="85382"/>
                </a:lnTo>
                <a:lnTo>
                  <a:pt x="145756" y="85717"/>
                </a:lnTo>
                <a:lnTo>
                  <a:pt x="145481" y="86044"/>
                </a:lnTo>
                <a:lnTo>
                  <a:pt x="145193" y="86364"/>
                </a:lnTo>
                <a:lnTo>
                  <a:pt x="144893" y="86678"/>
                </a:lnTo>
                <a:lnTo>
                  <a:pt x="99679" y="132080"/>
                </a:lnTo>
                <a:lnTo>
                  <a:pt x="74294" y="132080"/>
                </a:lnTo>
                <a:close/>
                <a:moveTo>
                  <a:pt x="136207" y="77803"/>
                </a:moveTo>
                <a:lnTo>
                  <a:pt x="128571" y="70168"/>
                </a:lnTo>
                <a:lnTo>
                  <a:pt x="136207" y="77803"/>
                </a:lnTo>
                <a:close/>
                <a:moveTo>
                  <a:pt x="86677" y="119698"/>
                </a:moveTo>
                <a:lnTo>
                  <a:pt x="94519" y="119698"/>
                </a:lnTo>
                <a:lnTo>
                  <a:pt x="119491" y="94520"/>
                </a:lnTo>
                <a:lnTo>
                  <a:pt x="115776" y="90599"/>
                </a:lnTo>
                <a:lnTo>
                  <a:pt x="111855" y="86884"/>
                </a:lnTo>
                <a:lnTo>
                  <a:pt x="86677" y="111855"/>
                </a:lnTo>
                <a:lnTo>
                  <a:pt x="86677" y="119698"/>
                </a:lnTo>
                <a:close/>
                <a:moveTo>
                  <a:pt x="115776" y="90599"/>
                </a:moveTo>
                <a:lnTo>
                  <a:pt x="111855" y="86884"/>
                </a:lnTo>
                <a:lnTo>
                  <a:pt x="119491" y="94520"/>
                </a:lnTo>
                <a:lnTo>
                  <a:pt x="115776" y="90599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블록 다운타임 측정: ④ 시작 ~ ⑦ 끝"/>
          <p:cNvSpPr/>
          <p:nvPr/>
        </p:nvSpPr>
        <p:spPr>
          <a:xfrm>
            <a:off x="5501640" y="3200400"/>
            <a:ext cx="3002280" cy="396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64B8C"/>
            </a:solidFill>
          </a:ln>
        </p:spPr>
        <p:txBody>
          <a:bodyPr rtlCol="0" anchor="ctr" lIns="699135" tIns="0" rIns="0" bIns="0" wrap="none">
            <a:noAutofit/>
          </a:bodyPr>
          <a:lstStyle/>
          <a:p>
            <a:pPr algn="l"/>
            <a:r>
              <a:rPr sz="1019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다운타임 측정: ④ 시작 ~ ⑦ 끝</a:t>
            </a:r>
          </a:p>
        </p:txBody>
      </p:sp>
      <p:sp>
        <p:nvSpPr>
          <p:cNvPr id="33" name="아이콘 timer"/>
          <p:cNvSpPr/>
          <p:nvPr/>
        </p:nvSpPr>
        <p:spPr>
          <a:xfrm>
            <a:off x="5951220" y="3307715"/>
            <a:ext cx="148590" cy="173149"/>
          </a:xfrm>
          <a:custGeom>
            <a:avLst/>
            <a:gdLst/>
            <a:ahLst/>
            <a:cxnLst/>
            <a:rect l="l" t="t" r="r" b="b"/>
            <a:pathLst>
              <a:path w="148590" h="173149">
                <a:moveTo>
                  <a:pt x="49530" y="12383"/>
                </a:moveTo>
                <a:lnTo>
                  <a:pt x="49530" y="0"/>
                </a:lnTo>
                <a:lnTo>
                  <a:pt x="99060" y="0"/>
                </a:lnTo>
                <a:lnTo>
                  <a:pt x="99060" y="12383"/>
                </a:lnTo>
                <a:lnTo>
                  <a:pt x="49530" y="12383"/>
                </a:lnTo>
                <a:close/>
                <a:moveTo>
                  <a:pt x="68104" y="104632"/>
                </a:moveTo>
                <a:lnTo>
                  <a:pt x="80486" y="104632"/>
                </a:lnTo>
                <a:lnTo>
                  <a:pt x="80486" y="57166"/>
                </a:lnTo>
                <a:lnTo>
                  <a:pt x="68104" y="57166"/>
                </a:lnTo>
                <a:lnTo>
                  <a:pt x="68104" y="104632"/>
                </a:lnTo>
                <a:close/>
                <a:moveTo>
                  <a:pt x="45506" y="167267"/>
                </a:moveTo>
                <a:lnTo>
                  <a:pt x="43276" y="166257"/>
                </a:lnTo>
                <a:lnTo>
                  <a:pt x="41094" y="165189"/>
                </a:lnTo>
                <a:lnTo>
                  <a:pt x="38960" y="164062"/>
                </a:lnTo>
                <a:lnTo>
                  <a:pt x="36872" y="162876"/>
                </a:lnTo>
                <a:lnTo>
                  <a:pt x="34832" y="161631"/>
                </a:lnTo>
                <a:lnTo>
                  <a:pt x="32839" y="160328"/>
                </a:lnTo>
                <a:lnTo>
                  <a:pt x="30894" y="158965"/>
                </a:lnTo>
                <a:lnTo>
                  <a:pt x="28996" y="157544"/>
                </a:lnTo>
                <a:lnTo>
                  <a:pt x="27145" y="156065"/>
                </a:lnTo>
                <a:lnTo>
                  <a:pt x="25341" y="154526"/>
                </a:lnTo>
                <a:lnTo>
                  <a:pt x="23585" y="152929"/>
                </a:lnTo>
                <a:lnTo>
                  <a:pt x="21876" y="151273"/>
                </a:lnTo>
                <a:lnTo>
                  <a:pt x="20220" y="149564"/>
                </a:lnTo>
                <a:lnTo>
                  <a:pt x="18622" y="147807"/>
                </a:lnTo>
                <a:lnTo>
                  <a:pt x="17084" y="146004"/>
                </a:lnTo>
                <a:lnTo>
                  <a:pt x="15604" y="144153"/>
                </a:lnTo>
                <a:lnTo>
                  <a:pt x="14183" y="142255"/>
                </a:lnTo>
                <a:lnTo>
                  <a:pt x="12821" y="140309"/>
                </a:lnTo>
                <a:lnTo>
                  <a:pt x="11518" y="138316"/>
                </a:lnTo>
                <a:lnTo>
                  <a:pt x="10273" y="136276"/>
                </a:lnTo>
                <a:lnTo>
                  <a:pt x="9087" y="134189"/>
                </a:lnTo>
                <a:lnTo>
                  <a:pt x="7960" y="132054"/>
                </a:lnTo>
                <a:lnTo>
                  <a:pt x="6891" y="129872"/>
                </a:lnTo>
                <a:lnTo>
                  <a:pt x="5882" y="127643"/>
                </a:lnTo>
                <a:lnTo>
                  <a:pt x="4942" y="125378"/>
                </a:lnTo>
                <a:lnTo>
                  <a:pt x="4085" y="123088"/>
                </a:lnTo>
                <a:lnTo>
                  <a:pt x="3308" y="120775"/>
                </a:lnTo>
                <a:lnTo>
                  <a:pt x="2614" y="118436"/>
                </a:lnTo>
                <a:lnTo>
                  <a:pt x="2001" y="116074"/>
                </a:lnTo>
                <a:lnTo>
                  <a:pt x="1470" y="113687"/>
                </a:lnTo>
                <a:lnTo>
                  <a:pt x="1021" y="111276"/>
                </a:lnTo>
                <a:lnTo>
                  <a:pt x="654" y="108840"/>
                </a:lnTo>
                <a:lnTo>
                  <a:pt x="368" y="106380"/>
                </a:lnTo>
                <a:lnTo>
                  <a:pt x="163" y="103895"/>
                </a:lnTo>
                <a:lnTo>
                  <a:pt x="41" y="101387"/>
                </a:lnTo>
                <a:lnTo>
                  <a:pt x="0" y="98854"/>
                </a:lnTo>
                <a:lnTo>
                  <a:pt x="41" y="96321"/>
                </a:lnTo>
                <a:lnTo>
                  <a:pt x="163" y="93812"/>
                </a:lnTo>
                <a:lnTo>
                  <a:pt x="368" y="91327"/>
                </a:lnTo>
                <a:lnTo>
                  <a:pt x="654" y="88867"/>
                </a:lnTo>
                <a:lnTo>
                  <a:pt x="1021" y="86432"/>
                </a:lnTo>
                <a:lnTo>
                  <a:pt x="1470" y="84020"/>
                </a:lnTo>
                <a:lnTo>
                  <a:pt x="2001" y="81633"/>
                </a:lnTo>
                <a:lnTo>
                  <a:pt x="2614" y="79271"/>
                </a:lnTo>
                <a:lnTo>
                  <a:pt x="3308" y="76933"/>
                </a:lnTo>
                <a:lnTo>
                  <a:pt x="4085" y="74619"/>
                </a:lnTo>
                <a:lnTo>
                  <a:pt x="4942" y="72329"/>
                </a:lnTo>
                <a:lnTo>
                  <a:pt x="5882" y="70064"/>
                </a:lnTo>
                <a:lnTo>
                  <a:pt x="6891" y="67835"/>
                </a:lnTo>
                <a:lnTo>
                  <a:pt x="7960" y="65653"/>
                </a:lnTo>
                <a:lnTo>
                  <a:pt x="9087" y="63518"/>
                </a:lnTo>
                <a:lnTo>
                  <a:pt x="10273" y="61431"/>
                </a:lnTo>
                <a:lnTo>
                  <a:pt x="11518" y="59391"/>
                </a:lnTo>
                <a:lnTo>
                  <a:pt x="12821" y="57398"/>
                </a:lnTo>
                <a:lnTo>
                  <a:pt x="14183" y="55453"/>
                </a:lnTo>
                <a:lnTo>
                  <a:pt x="15604" y="53554"/>
                </a:lnTo>
                <a:lnTo>
                  <a:pt x="17084" y="51703"/>
                </a:lnTo>
                <a:lnTo>
                  <a:pt x="18622" y="49900"/>
                </a:lnTo>
                <a:lnTo>
                  <a:pt x="20220" y="48143"/>
                </a:lnTo>
                <a:lnTo>
                  <a:pt x="21876" y="46434"/>
                </a:lnTo>
                <a:lnTo>
                  <a:pt x="23585" y="44778"/>
                </a:lnTo>
                <a:lnTo>
                  <a:pt x="25341" y="43181"/>
                </a:lnTo>
                <a:lnTo>
                  <a:pt x="27145" y="41643"/>
                </a:lnTo>
                <a:lnTo>
                  <a:pt x="28996" y="40163"/>
                </a:lnTo>
                <a:lnTo>
                  <a:pt x="30894" y="38742"/>
                </a:lnTo>
                <a:lnTo>
                  <a:pt x="32839" y="37380"/>
                </a:lnTo>
                <a:lnTo>
                  <a:pt x="34832" y="36076"/>
                </a:lnTo>
                <a:lnTo>
                  <a:pt x="36872" y="34832"/>
                </a:lnTo>
                <a:lnTo>
                  <a:pt x="38960" y="33646"/>
                </a:lnTo>
                <a:lnTo>
                  <a:pt x="41094" y="32518"/>
                </a:lnTo>
                <a:lnTo>
                  <a:pt x="43276" y="31450"/>
                </a:lnTo>
                <a:lnTo>
                  <a:pt x="45506" y="30440"/>
                </a:lnTo>
                <a:lnTo>
                  <a:pt x="47771" y="29501"/>
                </a:lnTo>
                <a:lnTo>
                  <a:pt x="50060" y="28643"/>
                </a:lnTo>
                <a:lnTo>
                  <a:pt x="52374" y="27867"/>
                </a:lnTo>
                <a:lnTo>
                  <a:pt x="54712" y="27173"/>
                </a:lnTo>
                <a:lnTo>
                  <a:pt x="57075" y="26560"/>
                </a:lnTo>
                <a:lnTo>
                  <a:pt x="59462" y="26029"/>
                </a:lnTo>
                <a:lnTo>
                  <a:pt x="61873" y="25580"/>
                </a:lnTo>
                <a:lnTo>
                  <a:pt x="64309" y="25212"/>
                </a:lnTo>
                <a:lnTo>
                  <a:pt x="66769" y="24926"/>
                </a:lnTo>
                <a:lnTo>
                  <a:pt x="69253" y="24722"/>
                </a:lnTo>
                <a:lnTo>
                  <a:pt x="71762" y="24599"/>
                </a:lnTo>
                <a:lnTo>
                  <a:pt x="74295" y="24559"/>
                </a:lnTo>
                <a:lnTo>
                  <a:pt x="76588" y="24591"/>
                </a:lnTo>
                <a:lnTo>
                  <a:pt x="78858" y="24688"/>
                </a:lnTo>
                <a:lnTo>
                  <a:pt x="81105" y="24849"/>
                </a:lnTo>
                <a:lnTo>
                  <a:pt x="83330" y="25075"/>
                </a:lnTo>
                <a:lnTo>
                  <a:pt x="85531" y="25365"/>
                </a:lnTo>
                <a:lnTo>
                  <a:pt x="87709" y="25719"/>
                </a:lnTo>
                <a:lnTo>
                  <a:pt x="89865" y="26139"/>
                </a:lnTo>
                <a:lnTo>
                  <a:pt x="91997" y="26622"/>
                </a:lnTo>
                <a:lnTo>
                  <a:pt x="94107" y="27171"/>
                </a:lnTo>
                <a:lnTo>
                  <a:pt x="96194" y="27783"/>
                </a:lnTo>
                <a:lnTo>
                  <a:pt x="98257" y="28460"/>
                </a:lnTo>
                <a:lnTo>
                  <a:pt x="100298" y="29202"/>
                </a:lnTo>
                <a:lnTo>
                  <a:pt x="102309" y="30001"/>
                </a:lnTo>
                <a:lnTo>
                  <a:pt x="104282" y="30850"/>
                </a:lnTo>
                <a:lnTo>
                  <a:pt x="106219" y="31750"/>
                </a:lnTo>
                <a:lnTo>
                  <a:pt x="108118" y="32699"/>
                </a:lnTo>
                <a:lnTo>
                  <a:pt x="109979" y="33699"/>
                </a:lnTo>
                <a:lnTo>
                  <a:pt x="111804" y="34748"/>
                </a:lnTo>
                <a:lnTo>
                  <a:pt x="113591" y="35848"/>
                </a:lnTo>
                <a:lnTo>
                  <a:pt x="115341" y="36998"/>
                </a:lnTo>
                <a:lnTo>
                  <a:pt x="117053" y="38199"/>
                </a:lnTo>
                <a:lnTo>
                  <a:pt x="118729" y="39449"/>
                </a:lnTo>
                <a:lnTo>
                  <a:pt x="120367" y="40750"/>
                </a:lnTo>
                <a:lnTo>
                  <a:pt x="121968" y="42101"/>
                </a:lnTo>
                <a:lnTo>
                  <a:pt x="132493" y="31575"/>
                </a:lnTo>
                <a:lnTo>
                  <a:pt x="141160" y="40243"/>
                </a:lnTo>
                <a:lnTo>
                  <a:pt x="130635" y="50768"/>
                </a:lnTo>
                <a:lnTo>
                  <a:pt x="131859" y="52168"/>
                </a:lnTo>
                <a:lnTo>
                  <a:pt x="133052" y="53617"/>
                </a:lnTo>
                <a:lnTo>
                  <a:pt x="134215" y="55115"/>
                </a:lnTo>
                <a:lnTo>
                  <a:pt x="135348" y="56661"/>
                </a:lnTo>
                <a:lnTo>
                  <a:pt x="136450" y="58257"/>
                </a:lnTo>
                <a:lnTo>
                  <a:pt x="137523" y="59900"/>
                </a:lnTo>
                <a:lnTo>
                  <a:pt x="138566" y="61593"/>
                </a:lnTo>
                <a:lnTo>
                  <a:pt x="139578" y="63334"/>
                </a:lnTo>
                <a:lnTo>
                  <a:pt x="140561" y="65124"/>
                </a:lnTo>
                <a:lnTo>
                  <a:pt x="141513" y="66963"/>
                </a:lnTo>
                <a:lnTo>
                  <a:pt x="142435" y="68850"/>
                </a:lnTo>
                <a:lnTo>
                  <a:pt x="143327" y="70787"/>
                </a:lnTo>
                <a:lnTo>
                  <a:pt x="144168" y="72779"/>
                </a:lnTo>
                <a:lnTo>
                  <a:pt x="144935" y="74834"/>
                </a:lnTo>
                <a:lnTo>
                  <a:pt x="145630" y="76952"/>
                </a:lnTo>
                <a:lnTo>
                  <a:pt x="146251" y="79133"/>
                </a:lnTo>
                <a:lnTo>
                  <a:pt x="146799" y="81378"/>
                </a:lnTo>
                <a:lnTo>
                  <a:pt x="147274" y="83685"/>
                </a:lnTo>
                <a:lnTo>
                  <a:pt x="147676" y="86056"/>
                </a:lnTo>
                <a:lnTo>
                  <a:pt x="148005" y="88489"/>
                </a:lnTo>
                <a:lnTo>
                  <a:pt x="148261" y="90986"/>
                </a:lnTo>
                <a:lnTo>
                  <a:pt x="148444" y="93545"/>
                </a:lnTo>
                <a:lnTo>
                  <a:pt x="148553" y="96168"/>
                </a:lnTo>
                <a:lnTo>
                  <a:pt x="148590" y="98854"/>
                </a:lnTo>
                <a:lnTo>
                  <a:pt x="148549" y="101387"/>
                </a:lnTo>
                <a:lnTo>
                  <a:pt x="148427" y="103895"/>
                </a:lnTo>
                <a:lnTo>
                  <a:pt x="148222" y="106380"/>
                </a:lnTo>
                <a:lnTo>
                  <a:pt x="147936" y="108840"/>
                </a:lnTo>
                <a:lnTo>
                  <a:pt x="147569" y="111276"/>
                </a:lnTo>
                <a:lnTo>
                  <a:pt x="147120" y="113687"/>
                </a:lnTo>
                <a:lnTo>
                  <a:pt x="146589" y="116074"/>
                </a:lnTo>
                <a:lnTo>
                  <a:pt x="145976" y="118436"/>
                </a:lnTo>
                <a:lnTo>
                  <a:pt x="145282" y="120775"/>
                </a:lnTo>
                <a:lnTo>
                  <a:pt x="144505" y="123088"/>
                </a:lnTo>
                <a:lnTo>
                  <a:pt x="143648" y="125378"/>
                </a:lnTo>
                <a:lnTo>
                  <a:pt x="142708" y="127643"/>
                </a:lnTo>
                <a:lnTo>
                  <a:pt x="141699" y="129872"/>
                </a:lnTo>
                <a:lnTo>
                  <a:pt x="140630" y="132054"/>
                </a:lnTo>
                <a:lnTo>
                  <a:pt x="139503" y="134189"/>
                </a:lnTo>
                <a:lnTo>
                  <a:pt x="138317" y="136276"/>
                </a:lnTo>
                <a:lnTo>
                  <a:pt x="137072" y="138316"/>
                </a:lnTo>
                <a:lnTo>
                  <a:pt x="135769" y="140309"/>
                </a:lnTo>
                <a:lnTo>
                  <a:pt x="134407" y="142255"/>
                </a:lnTo>
                <a:lnTo>
                  <a:pt x="132986" y="144153"/>
                </a:lnTo>
                <a:lnTo>
                  <a:pt x="131506" y="146004"/>
                </a:lnTo>
                <a:lnTo>
                  <a:pt x="129968" y="147807"/>
                </a:lnTo>
                <a:lnTo>
                  <a:pt x="128370" y="149564"/>
                </a:lnTo>
                <a:lnTo>
                  <a:pt x="126714" y="151273"/>
                </a:lnTo>
                <a:lnTo>
                  <a:pt x="125005" y="152929"/>
                </a:lnTo>
                <a:lnTo>
                  <a:pt x="123249" y="154526"/>
                </a:lnTo>
                <a:lnTo>
                  <a:pt x="121445" y="156065"/>
                </a:lnTo>
                <a:lnTo>
                  <a:pt x="119594" y="157544"/>
                </a:lnTo>
                <a:lnTo>
                  <a:pt x="117696" y="158965"/>
                </a:lnTo>
                <a:lnTo>
                  <a:pt x="115751" y="160328"/>
                </a:lnTo>
                <a:lnTo>
                  <a:pt x="113758" y="161631"/>
                </a:lnTo>
                <a:lnTo>
                  <a:pt x="111718" y="162876"/>
                </a:lnTo>
                <a:lnTo>
                  <a:pt x="109630" y="164062"/>
                </a:lnTo>
                <a:lnTo>
                  <a:pt x="107496" y="165189"/>
                </a:lnTo>
                <a:lnTo>
                  <a:pt x="105314" y="166257"/>
                </a:lnTo>
                <a:lnTo>
                  <a:pt x="103084" y="167267"/>
                </a:lnTo>
                <a:lnTo>
                  <a:pt x="100819" y="168206"/>
                </a:lnTo>
                <a:lnTo>
                  <a:pt x="98530" y="169064"/>
                </a:lnTo>
                <a:lnTo>
                  <a:pt x="96216" y="169840"/>
                </a:lnTo>
                <a:lnTo>
                  <a:pt x="93878" y="170535"/>
                </a:lnTo>
                <a:lnTo>
                  <a:pt x="91515" y="171147"/>
                </a:lnTo>
                <a:lnTo>
                  <a:pt x="89128" y="171678"/>
                </a:lnTo>
                <a:lnTo>
                  <a:pt x="86717" y="172127"/>
                </a:lnTo>
                <a:lnTo>
                  <a:pt x="84281" y="172495"/>
                </a:lnTo>
                <a:lnTo>
                  <a:pt x="81821" y="172781"/>
                </a:lnTo>
                <a:lnTo>
                  <a:pt x="79337" y="172985"/>
                </a:lnTo>
                <a:lnTo>
                  <a:pt x="76828" y="173108"/>
                </a:lnTo>
                <a:lnTo>
                  <a:pt x="74295" y="173149"/>
                </a:lnTo>
                <a:lnTo>
                  <a:pt x="71762" y="173108"/>
                </a:lnTo>
                <a:lnTo>
                  <a:pt x="69253" y="172985"/>
                </a:lnTo>
                <a:lnTo>
                  <a:pt x="66769" y="172781"/>
                </a:lnTo>
                <a:lnTo>
                  <a:pt x="64309" y="172495"/>
                </a:lnTo>
                <a:lnTo>
                  <a:pt x="61873" y="172127"/>
                </a:lnTo>
                <a:lnTo>
                  <a:pt x="59462" y="171678"/>
                </a:lnTo>
                <a:lnTo>
                  <a:pt x="57075" y="171147"/>
                </a:lnTo>
                <a:lnTo>
                  <a:pt x="54712" y="170535"/>
                </a:lnTo>
                <a:lnTo>
                  <a:pt x="52374" y="169840"/>
                </a:lnTo>
                <a:lnTo>
                  <a:pt x="50060" y="169064"/>
                </a:lnTo>
                <a:lnTo>
                  <a:pt x="47771" y="168206"/>
                </a:lnTo>
                <a:lnTo>
                  <a:pt x="45506" y="167267"/>
                </a:lnTo>
                <a:close/>
                <a:moveTo>
                  <a:pt x="118150" y="142708"/>
                </a:moveTo>
                <a:lnTo>
                  <a:pt x="121034" y="139645"/>
                </a:lnTo>
                <a:lnTo>
                  <a:pt x="123667" y="136474"/>
                </a:lnTo>
                <a:lnTo>
                  <a:pt x="126050" y="133196"/>
                </a:lnTo>
                <a:lnTo>
                  <a:pt x="128182" y="129810"/>
                </a:lnTo>
                <a:lnTo>
                  <a:pt x="130063" y="126317"/>
                </a:lnTo>
                <a:lnTo>
                  <a:pt x="131693" y="122716"/>
                </a:lnTo>
                <a:lnTo>
                  <a:pt x="133072" y="119007"/>
                </a:lnTo>
                <a:lnTo>
                  <a:pt x="134201" y="115192"/>
                </a:lnTo>
                <a:lnTo>
                  <a:pt x="135079" y="111268"/>
                </a:lnTo>
                <a:lnTo>
                  <a:pt x="135706" y="107238"/>
                </a:lnTo>
                <a:lnTo>
                  <a:pt x="136082" y="103099"/>
                </a:lnTo>
                <a:lnTo>
                  <a:pt x="136208" y="98854"/>
                </a:lnTo>
                <a:lnTo>
                  <a:pt x="136082" y="94608"/>
                </a:lnTo>
                <a:lnTo>
                  <a:pt x="135706" y="90470"/>
                </a:lnTo>
                <a:lnTo>
                  <a:pt x="135079" y="86439"/>
                </a:lnTo>
                <a:lnTo>
                  <a:pt x="134201" y="82516"/>
                </a:lnTo>
                <a:lnTo>
                  <a:pt x="133072" y="78700"/>
                </a:lnTo>
                <a:lnTo>
                  <a:pt x="131693" y="74992"/>
                </a:lnTo>
                <a:lnTo>
                  <a:pt x="130063" y="71391"/>
                </a:lnTo>
                <a:lnTo>
                  <a:pt x="128182" y="67897"/>
                </a:lnTo>
                <a:lnTo>
                  <a:pt x="126050" y="64512"/>
                </a:lnTo>
                <a:lnTo>
                  <a:pt x="123667" y="61233"/>
                </a:lnTo>
                <a:lnTo>
                  <a:pt x="121034" y="58062"/>
                </a:lnTo>
                <a:lnTo>
                  <a:pt x="118150" y="54999"/>
                </a:lnTo>
                <a:lnTo>
                  <a:pt x="115086" y="52115"/>
                </a:lnTo>
                <a:lnTo>
                  <a:pt x="111915" y="49481"/>
                </a:lnTo>
                <a:lnTo>
                  <a:pt x="108637" y="47099"/>
                </a:lnTo>
                <a:lnTo>
                  <a:pt x="105251" y="44967"/>
                </a:lnTo>
                <a:lnTo>
                  <a:pt x="101758" y="43086"/>
                </a:lnTo>
                <a:lnTo>
                  <a:pt x="98157" y="41456"/>
                </a:lnTo>
                <a:lnTo>
                  <a:pt x="94449" y="40076"/>
                </a:lnTo>
                <a:lnTo>
                  <a:pt x="90633" y="38948"/>
                </a:lnTo>
                <a:lnTo>
                  <a:pt x="86710" y="38070"/>
                </a:lnTo>
                <a:lnTo>
                  <a:pt x="82679" y="37443"/>
                </a:lnTo>
                <a:lnTo>
                  <a:pt x="78541" y="37067"/>
                </a:lnTo>
                <a:lnTo>
                  <a:pt x="74295" y="36941"/>
                </a:lnTo>
                <a:lnTo>
                  <a:pt x="70049" y="37067"/>
                </a:lnTo>
                <a:lnTo>
                  <a:pt x="65911" y="37443"/>
                </a:lnTo>
                <a:lnTo>
                  <a:pt x="61880" y="38070"/>
                </a:lnTo>
                <a:lnTo>
                  <a:pt x="57957" y="38948"/>
                </a:lnTo>
                <a:lnTo>
                  <a:pt x="54141" y="40076"/>
                </a:lnTo>
                <a:lnTo>
                  <a:pt x="50433" y="41456"/>
                </a:lnTo>
                <a:lnTo>
                  <a:pt x="46832" y="43086"/>
                </a:lnTo>
                <a:lnTo>
                  <a:pt x="43339" y="44967"/>
                </a:lnTo>
                <a:lnTo>
                  <a:pt x="39953" y="47099"/>
                </a:lnTo>
                <a:lnTo>
                  <a:pt x="36675" y="49481"/>
                </a:lnTo>
                <a:lnTo>
                  <a:pt x="33504" y="52115"/>
                </a:lnTo>
                <a:lnTo>
                  <a:pt x="30440" y="54999"/>
                </a:lnTo>
                <a:lnTo>
                  <a:pt x="27556" y="58062"/>
                </a:lnTo>
                <a:lnTo>
                  <a:pt x="24923" y="61233"/>
                </a:lnTo>
                <a:lnTo>
                  <a:pt x="22540" y="64512"/>
                </a:lnTo>
                <a:lnTo>
                  <a:pt x="20408" y="67897"/>
                </a:lnTo>
                <a:lnTo>
                  <a:pt x="18527" y="71391"/>
                </a:lnTo>
                <a:lnTo>
                  <a:pt x="16897" y="74992"/>
                </a:lnTo>
                <a:lnTo>
                  <a:pt x="15518" y="78700"/>
                </a:lnTo>
                <a:lnTo>
                  <a:pt x="14389" y="82516"/>
                </a:lnTo>
                <a:lnTo>
                  <a:pt x="13511" y="86439"/>
                </a:lnTo>
                <a:lnTo>
                  <a:pt x="12884" y="90470"/>
                </a:lnTo>
                <a:lnTo>
                  <a:pt x="12508" y="94608"/>
                </a:lnTo>
                <a:lnTo>
                  <a:pt x="12382" y="98854"/>
                </a:lnTo>
                <a:lnTo>
                  <a:pt x="12508" y="103099"/>
                </a:lnTo>
                <a:lnTo>
                  <a:pt x="12884" y="107238"/>
                </a:lnTo>
                <a:lnTo>
                  <a:pt x="13511" y="111268"/>
                </a:lnTo>
                <a:lnTo>
                  <a:pt x="14389" y="115192"/>
                </a:lnTo>
                <a:lnTo>
                  <a:pt x="15518" y="119007"/>
                </a:lnTo>
                <a:lnTo>
                  <a:pt x="16897" y="122716"/>
                </a:lnTo>
                <a:lnTo>
                  <a:pt x="18527" y="126317"/>
                </a:lnTo>
                <a:lnTo>
                  <a:pt x="20408" y="129810"/>
                </a:lnTo>
                <a:lnTo>
                  <a:pt x="22540" y="133196"/>
                </a:lnTo>
                <a:lnTo>
                  <a:pt x="24923" y="136474"/>
                </a:lnTo>
                <a:lnTo>
                  <a:pt x="27556" y="139645"/>
                </a:lnTo>
                <a:lnTo>
                  <a:pt x="30440" y="142708"/>
                </a:lnTo>
                <a:lnTo>
                  <a:pt x="33504" y="145593"/>
                </a:lnTo>
                <a:lnTo>
                  <a:pt x="36675" y="148226"/>
                </a:lnTo>
                <a:lnTo>
                  <a:pt x="39953" y="150609"/>
                </a:lnTo>
                <a:lnTo>
                  <a:pt x="43339" y="152740"/>
                </a:lnTo>
                <a:lnTo>
                  <a:pt x="46832" y="154621"/>
                </a:lnTo>
                <a:lnTo>
                  <a:pt x="50433" y="156252"/>
                </a:lnTo>
                <a:lnTo>
                  <a:pt x="54141" y="157631"/>
                </a:lnTo>
                <a:lnTo>
                  <a:pt x="57957" y="158760"/>
                </a:lnTo>
                <a:lnTo>
                  <a:pt x="61880" y="159638"/>
                </a:lnTo>
                <a:lnTo>
                  <a:pt x="65911" y="160265"/>
                </a:lnTo>
                <a:lnTo>
                  <a:pt x="70049" y="160641"/>
                </a:lnTo>
                <a:lnTo>
                  <a:pt x="74295" y="160766"/>
                </a:lnTo>
                <a:lnTo>
                  <a:pt x="78541" y="160641"/>
                </a:lnTo>
                <a:lnTo>
                  <a:pt x="82679" y="160265"/>
                </a:lnTo>
                <a:lnTo>
                  <a:pt x="86710" y="159638"/>
                </a:lnTo>
                <a:lnTo>
                  <a:pt x="90633" y="158760"/>
                </a:lnTo>
                <a:lnTo>
                  <a:pt x="94449" y="157631"/>
                </a:lnTo>
                <a:lnTo>
                  <a:pt x="98157" y="156252"/>
                </a:lnTo>
                <a:lnTo>
                  <a:pt x="101758" y="154621"/>
                </a:lnTo>
                <a:lnTo>
                  <a:pt x="105251" y="152740"/>
                </a:lnTo>
                <a:lnTo>
                  <a:pt x="108637" y="150609"/>
                </a:lnTo>
                <a:lnTo>
                  <a:pt x="111915" y="148226"/>
                </a:lnTo>
                <a:lnTo>
                  <a:pt x="115086" y="145593"/>
                </a:lnTo>
                <a:lnTo>
                  <a:pt x="118150" y="142708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블록 불일치 시 멈춤"/>
          <p:cNvSpPr/>
          <p:nvPr/>
        </p:nvSpPr>
        <p:spPr>
          <a:xfrm>
            <a:off x="8671560" y="2926080"/>
            <a:ext cx="1417320" cy="88392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36576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불일치 시 멈춤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전환하지 않음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행 차이 목록</a:t>
            </a:r>
          </a:p>
        </p:txBody>
      </p:sp>
      <p:sp>
        <p:nvSpPr>
          <p:cNvPr id="35" name="아이콘 report"/>
          <p:cNvSpPr/>
          <p:nvPr/>
        </p:nvSpPr>
        <p:spPr>
          <a:xfrm>
            <a:off x="9265920" y="29794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177482"/>
                </a:moveTo>
                <a:lnTo>
                  <a:pt x="115033" y="177459"/>
                </a:lnTo>
                <a:lnTo>
                  <a:pt x="115751" y="177390"/>
                </a:lnTo>
                <a:lnTo>
                  <a:pt x="116453" y="177274"/>
                </a:lnTo>
                <a:lnTo>
                  <a:pt x="117140" y="177112"/>
                </a:lnTo>
                <a:lnTo>
                  <a:pt x="117811" y="176904"/>
                </a:lnTo>
                <a:lnTo>
                  <a:pt x="118467" y="176649"/>
                </a:lnTo>
                <a:lnTo>
                  <a:pt x="119108" y="176348"/>
                </a:lnTo>
                <a:lnTo>
                  <a:pt x="119733" y="176001"/>
                </a:lnTo>
                <a:lnTo>
                  <a:pt x="120342" y="175607"/>
                </a:lnTo>
                <a:lnTo>
                  <a:pt x="120937" y="175167"/>
                </a:lnTo>
                <a:lnTo>
                  <a:pt x="121515" y="174681"/>
                </a:lnTo>
                <a:lnTo>
                  <a:pt x="122079" y="174149"/>
                </a:lnTo>
                <a:lnTo>
                  <a:pt x="122611" y="173585"/>
                </a:lnTo>
                <a:lnTo>
                  <a:pt x="123097" y="173007"/>
                </a:lnTo>
                <a:lnTo>
                  <a:pt x="123537" y="172412"/>
                </a:lnTo>
                <a:lnTo>
                  <a:pt x="123931" y="171803"/>
                </a:lnTo>
                <a:lnTo>
                  <a:pt x="124278" y="171178"/>
                </a:lnTo>
                <a:lnTo>
                  <a:pt x="124579" y="170537"/>
                </a:lnTo>
                <a:lnTo>
                  <a:pt x="124834" y="169881"/>
                </a:lnTo>
                <a:lnTo>
                  <a:pt x="125042" y="169210"/>
                </a:lnTo>
                <a:lnTo>
                  <a:pt x="125204" y="168523"/>
                </a:lnTo>
                <a:lnTo>
                  <a:pt x="125320" y="167821"/>
                </a:lnTo>
                <a:lnTo>
                  <a:pt x="125389" y="167103"/>
                </a:lnTo>
                <a:lnTo>
                  <a:pt x="125412" y="166370"/>
                </a:lnTo>
                <a:lnTo>
                  <a:pt x="125389" y="165637"/>
                </a:lnTo>
                <a:lnTo>
                  <a:pt x="125320" y="164919"/>
                </a:lnTo>
                <a:lnTo>
                  <a:pt x="125204" y="164217"/>
                </a:lnTo>
                <a:lnTo>
                  <a:pt x="125042" y="163530"/>
                </a:lnTo>
                <a:lnTo>
                  <a:pt x="124834" y="162859"/>
                </a:lnTo>
                <a:lnTo>
                  <a:pt x="124579" y="162203"/>
                </a:lnTo>
                <a:lnTo>
                  <a:pt x="124278" y="161562"/>
                </a:lnTo>
                <a:lnTo>
                  <a:pt x="123931" y="160937"/>
                </a:lnTo>
                <a:lnTo>
                  <a:pt x="123537" y="160328"/>
                </a:lnTo>
                <a:lnTo>
                  <a:pt x="123097" y="159733"/>
                </a:lnTo>
                <a:lnTo>
                  <a:pt x="122611" y="159155"/>
                </a:lnTo>
                <a:lnTo>
                  <a:pt x="122079" y="158591"/>
                </a:lnTo>
                <a:lnTo>
                  <a:pt x="121515" y="158059"/>
                </a:lnTo>
                <a:lnTo>
                  <a:pt x="120937" y="157573"/>
                </a:lnTo>
                <a:lnTo>
                  <a:pt x="120342" y="157133"/>
                </a:lnTo>
                <a:lnTo>
                  <a:pt x="119733" y="156739"/>
                </a:lnTo>
                <a:lnTo>
                  <a:pt x="119108" y="156392"/>
                </a:lnTo>
                <a:lnTo>
                  <a:pt x="118467" y="156091"/>
                </a:lnTo>
                <a:lnTo>
                  <a:pt x="117811" y="155836"/>
                </a:lnTo>
                <a:lnTo>
                  <a:pt x="117140" y="155628"/>
                </a:lnTo>
                <a:lnTo>
                  <a:pt x="116453" y="155466"/>
                </a:lnTo>
                <a:lnTo>
                  <a:pt x="115751" y="155350"/>
                </a:lnTo>
                <a:lnTo>
                  <a:pt x="115033" y="155281"/>
                </a:lnTo>
                <a:lnTo>
                  <a:pt x="114300" y="155258"/>
                </a:lnTo>
                <a:lnTo>
                  <a:pt x="113567" y="155281"/>
                </a:lnTo>
                <a:lnTo>
                  <a:pt x="112849" y="155350"/>
                </a:lnTo>
                <a:lnTo>
                  <a:pt x="112147" y="155466"/>
                </a:lnTo>
                <a:lnTo>
                  <a:pt x="111460" y="155628"/>
                </a:lnTo>
                <a:lnTo>
                  <a:pt x="110789" y="155836"/>
                </a:lnTo>
                <a:lnTo>
                  <a:pt x="110133" y="156091"/>
                </a:lnTo>
                <a:lnTo>
                  <a:pt x="109492" y="156392"/>
                </a:lnTo>
                <a:lnTo>
                  <a:pt x="108867" y="156739"/>
                </a:lnTo>
                <a:lnTo>
                  <a:pt x="108258" y="157133"/>
                </a:lnTo>
                <a:lnTo>
                  <a:pt x="107663" y="157573"/>
                </a:lnTo>
                <a:lnTo>
                  <a:pt x="107085" y="158059"/>
                </a:lnTo>
                <a:lnTo>
                  <a:pt x="106521" y="158591"/>
                </a:lnTo>
                <a:lnTo>
                  <a:pt x="105989" y="159155"/>
                </a:lnTo>
                <a:lnTo>
                  <a:pt x="105503" y="159733"/>
                </a:lnTo>
                <a:lnTo>
                  <a:pt x="105063" y="160328"/>
                </a:lnTo>
                <a:lnTo>
                  <a:pt x="104669" y="160937"/>
                </a:lnTo>
                <a:lnTo>
                  <a:pt x="104322" y="161562"/>
                </a:lnTo>
                <a:lnTo>
                  <a:pt x="104021" y="162203"/>
                </a:lnTo>
                <a:lnTo>
                  <a:pt x="103766" y="162859"/>
                </a:lnTo>
                <a:lnTo>
                  <a:pt x="103558" y="163530"/>
                </a:lnTo>
                <a:lnTo>
                  <a:pt x="103396" y="164217"/>
                </a:lnTo>
                <a:lnTo>
                  <a:pt x="103280" y="164919"/>
                </a:lnTo>
                <a:lnTo>
                  <a:pt x="103211" y="165637"/>
                </a:lnTo>
                <a:lnTo>
                  <a:pt x="103188" y="166370"/>
                </a:lnTo>
                <a:lnTo>
                  <a:pt x="103211" y="167103"/>
                </a:lnTo>
                <a:lnTo>
                  <a:pt x="103280" y="167821"/>
                </a:lnTo>
                <a:lnTo>
                  <a:pt x="103396" y="168523"/>
                </a:lnTo>
                <a:lnTo>
                  <a:pt x="103558" y="169210"/>
                </a:lnTo>
                <a:lnTo>
                  <a:pt x="103766" y="169881"/>
                </a:lnTo>
                <a:lnTo>
                  <a:pt x="104021" y="170537"/>
                </a:lnTo>
                <a:lnTo>
                  <a:pt x="104322" y="171178"/>
                </a:lnTo>
                <a:lnTo>
                  <a:pt x="104669" y="171803"/>
                </a:lnTo>
                <a:lnTo>
                  <a:pt x="105063" y="172412"/>
                </a:lnTo>
                <a:lnTo>
                  <a:pt x="105503" y="173007"/>
                </a:lnTo>
                <a:lnTo>
                  <a:pt x="105989" y="173585"/>
                </a:lnTo>
                <a:lnTo>
                  <a:pt x="106521" y="174149"/>
                </a:lnTo>
                <a:lnTo>
                  <a:pt x="107085" y="174681"/>
                </a:lnTo>
                <a:lnTo>
                  <a:pt x="107663" y="175167"/>
                </a:lnTo>
                <a:lnTo>
                  <a:pt x="108258" y="175607"/>
                </a:lnTo>
                <a:lnTo>
                  <a:pt x="108867" y="176001"/>
                </a:lnTo>
                <a:lnTo>
                  <a:pt x="109492" y="176348"/>
                </a:lnTo>
                <a:lnTo>
                  <a:pt x="110133" y="176649"/>
                </a:lnTo>
                <a:lnTo>
                  <a:pt x="110789" y="176904"/>
                </a:lnTo>
                <a:lnTo>
                  <a:pt x="111460" y="177112"/>
                </a:lnTo>
                <a:lnTo>
                  <a:pt x="112147" y="177274"/>
                </a:lnTo>
                <a:lnTo>
                  <a:pt x="112849" y="177390"/>
                </a:lnTo>
                <a:lnTo>
                  <a:pt x="113567" y="177459"/>
                </a:lnTo>
                <a:lnTo>
                  <a:pt x="114300" y="177482"/>
                </a:lnTo>
                <a:close/>
                <a:moveTo>
                  <a:pt x="104775" y="131762"/>
                </a:moveTo>
                <a:lnTo>
                  <a:pt x="123825" y="131762"/>
                </a:lnTo>
                <a:lnTo>
                  <a:pt x="123825" y="48260"/>
                </a:lnTo>
                <a:lnTo>
                  <a:pt x="104775" y="48260"/>
                </a:lnTo>
                <a:lnTo>
                  <a:pt x="104775" y="131762"/>
                </a:lnTo>
                <a:close/>
                <a:moveTo>
                  <a:pt x="66675" y="228600"/>
                </a:moveTo>
                <a:lnTo>
                  <a:pt x="0" y="161925"/>
                </a:lnTo>
                <a:lnTo>
                  <a:pt x="0" y="66675"/>
                </a:lnTo>
                <a:lnTo>
                  <a:pt x="66675" y="0"/>
                </a:lnTo>
                <a:lnTo>
                  <a:pt x="161925" y="0"/>
                </a:lnTo>
                <a:lnTo>
                  <a:pt x="228600" y="66675"/>
                </a:lnTo>
                <a:lnTo>
                  <a:pt x="228600" y="161925"/>
                </a:lnTo>
                <a:lnTo>
                  <a:pt x="161925" y="228600"/>
                </a:lnTo>
                <a:lnTo>
                  <a:pt x="66675" y="228600"/>
                </a:lnTo>
                <a:close/>
                <a:moveTo>
                  <a:pt x="74612" y="209550"/>
                </a:moveTo>
                <a:lnTo>
                  <a:pt x="153988" y="209550"/>
                </a:lnTo>
                <a:lnTo>
                  <a:pt x="209550" y="153988"/>
                </a:lnTo>
                <a:lnTo>
                  <a:pt x="209550" y="74612"/>
                </a:lnTo>
                <a:lnTo>
                  <a:pt x="153988" y="19050"/>
                </a:lnTo>
                <a:lnTo>
                  <a:pt x="74612" y="19050"/>
                </a:lnTo>
                <a:lnTo>
                  <a:pt x="19050" y="74612"/>
                </a:lnTo>
                <a:lnTo>
                  <a:pt x="19050" y="153988"/>
                </a:lnTo>
                <a:lnTo>
                  <a:pt x="74612" y="2095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블록 PLANNED"/>
          <p:cNvSpPr/>
          <p:nvPr/>
        </p:nvSpPr>
        <p:spPr>
          <a:xfrm>
            <a:off x="71628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PLANNED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계획</a:t>
            </a:r>
          </a:p>
        </p:txBody>
      </p:sp>
      <p:sp>
        <p:nvSpPr>
          <p:cNvPr id="37" name="블록 SCHEMA_DONE"/>
          <p:cNvSpPr/>
          <p:nvPr/>
        </p:nvSpPr>
        <p:spPr>
          <a:xfrm>
            <a:off x="228600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SCHEMA_DONE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스키마 생성</a:t>
            </a:r>
          </a:p>
        </p:txBody>
      </p:sp>
      <p:sp>
        <p:nvSpPr>
          <p:cNvPr id="38" name="블록 LOADING"/>
          <p:cNvSpPr/>
          <p:nvPr/>
        </p:nvSpPr>
        <p:spPr>
          <a:xfrm>
            <a:off x="385572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LOADING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전체 적재 중</a:t>
            </a:r>
          </a:p>
        </p:txBody>
      </p:sp>
      <p:sp>
        <p:nvSpPr>
          <p:cNvPr id="39" name="블록 SYNCING"/>
          <p:cNvSpPr/>
          <p:nvPr/>
        </p:nvSpPr>
        <p:spPr>
          <a:xfrm>
            <a:off x="542544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SYNCING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변경분 반영 중</a:t>
            </a:r>
          </a:p>
        </p:txBody>
      </p:sp>
      <p:sp>
        <p:nvSpPr>
          <p:cNvPr id="40" name="블록 CUTOVER"/>
          <p:cNvSpPr/>
          <p:nvPr/>
        </p:nvSpPr>
        <p:spPr>
          <a:xfrm>
            <a:off x="699516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CUTOVER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전환 중</a:t>
            </a:r>
          </a:p>
        </p:txBody>
      </p:sp>
      <p:sp>
        <p:nvSpPr>
          <p:cNvPr id="41" name="블록 VERIFIED"/>
          <p:cNvSpPr/>
          <p:nvPr/>
        </p:nvSpPr>
        <p:spPr>
          <a:xfrm>
            <a:off x="856488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VERIFIED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검증 일치</a:t>
            </a:r>
          </a:p>
        </p:txBody>
      </p:sp>
      <p:sp>
        <p:nvSpPr>
          <p:cNvPr id="42" name="블록 DONE"/>
          <p:cNvSpPr/>
          <p:nvPr/>
        </p:nvSpPr>
        <p:spPr>
          <a:xfrm>
            <a:off x="10134600" y="4739640"/>
            <a:ext cx="129540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DONE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  <p:cxnSp>
        <p:nvCxnSpPr>
          <p:cNvPr id="43" name="연결 s1→s2"/>
          <p:cNvCxnSpPr>
            <a:stCxn id="9" idx="3"/>
            <a:endCxn id="12" idx="1"/>
          </p:cNvCxnSpPr>
          <p:nvPr/>
        </p:nvCxnSpPr>
        <p:spPr>
          <a:xfrm>
            <a:off x="1874520" y="2133600"/>
            <a:ext cx="16764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4" name="연결 s2→s3"/>
          <p:cNvCxnSpPr>
            <a:stCxn id="12" idx="3"/>
            <a:endCxn id="15" idx="1"/>
          </p:cNvCxnSpPr>
          <p:nvPr/>
        </p:nvCxnSpPr>
        <p:spPr>
          <a:xfrm>
            <a:off x="3459480" y="2133600"/>
            <a:ext cx="16764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5" name="연결 s3→s4"/>
          <p:cNvCxnSpPr>
            <a:stCxn id="15" idx="3"/>
            <a:endCxn id="18" idx="1"/>
          </p:cNvCxnSpPr>
          <p:nvPr/>
        </p:nvCxnSpPr>
        <p:spPr>
          <a:xfrm>
            <a:off x="5044440" y="2133600"/>
            <a:ext cx="4572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6" name="연결 s4→s5"/>
          <p:cNvCxnSpPr>
            <a:stCxn id="18" idx="3"/>
            <a:endCxn id="21" idx="1"/>
          </p:cNvCxnSpPr>
          <p:nvPr/>
        </p:nvCxnSpPr>
        <p:spPr>
          <a:xfrm>
            <a:off x="6918960" y="2133600"/>
            <a:ext cx="16764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7" name="연결 s5→s6"/>
          <p:cNvCxnSpPr>
            <a:stCxn id="21" idx="3"/>
            <a:endCxn id="24" idx="1"/>
          </p:cNvCxnSpPr>
          <p:nvPr/>
        </p:nvCxnSpPr>
        <p:spPr>
          <a:xfrm>
            <a:off x="8503920" y="2133600"/>
            <a:ext cx="16764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8" name="연결 s6→s7"/>
          <p:cNvCxnSpPr>
            <a:stCxn id="24" idx="3"/>
            <a:endCxn id="27" idx="1"/>
          </p:cNvCxnSpPr>
          <p:nvPr/>
        </p:nvCxnSpPr>
        <p:spPr>
          <a:xfrm>
            <a:off x="10088880" y="2133600"/>
            <a:ext cx="16764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9" name="연결 writes→s3"/>
          <p:cNvCxnSpPr>
            <a:endCxn id="15" idx="2"/>
          </p:cNvCxnSpPr>
          <p:nvPr/>
        </p:nvCxnSpPr>
        <p:spPr>
          <a:xfrm flipV="1">
            <a:off x="4335780" y="2705100"/>
            <a:ext cx="0" cy="49530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sp>
        <p:nvSpPr>
          <p:cNvPr id="50" name="라벨 CDC 로 따라감"/>
          <p:cNvSpPr txBox="1"/>
          <p:nvPr/>
        </p:nvSpPr>
        <p:spPr>
          <a:xfrm>
            <a:off x="4381500" y="2868930"/>
            <a:ext cx="811530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F74C4"/>
                </a:solidFill>
                <a:latin typeface="Pretendard"/>
                <a:ea typeface="Pretendard"/>
                <a:cs typeface="Pretendard"/>
              </a:rPr>
              <a:t>CDC 로 따라감</a:t>
            </a:r>
          </a:p>
        </p:txBody>
      </p:sp>
      <p:cxnSp>
        <p:nvCxnSpPr>
          <p:cNvPr id="51" name="연결 s6→stop"/>
          <p:cNvCxnSpPr>
            <a:stCxn id="24" idx="2"/>
            <a:endCxn id="34" idx="0"/>
          </p:cNvCxnSpPr>
          <p:nvPr/>
        </p:nvCxnSpPr>
        <p:spPr>
          <a:xfrm>
            <a:off x="9380220" y="2705100"/>
            <a:ext cx="0" cy="22098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2" name="라벨 불일치"/>
          <p:cNvSpPr txBox="1"/>
          <p:nvPr/>
        </p:nvSpPr>
        <p:spPr>
          <a:xfrm>
            <a:off x="9425940" y="2731770"/>
            <a:ext cx="411480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64B8C"/>
                </a:solidFill>
                <a:latin typeface="Pretendard"/>
                <a:ea typeface="Pretendard"/>
                <a:cs typeface="Pretendard"/>
              </a:rPr>
              <a:t>불일치</a:t>
            </a:r>
          </a:p>
        </p:txBody>
      </p:sp>
      <p:cxnSp>
        <p:nvCxnSpPr>
          <p:cNvPr id="53" name="연결 st0→st1"/>
          <p:cNvCxnSpPr>
            <a:stCxn id="36" idx="3"/>
            <a:endCxn id="37" idx="1"/>
          </p:cNvCxnSpPr>
          <p:nvPr/>
        </p:nvCxnSpPr>
        <p:spPr>
          <a:xfrm>
            <a:off x="2011680" y="5029200"/>
            <a:ext cx="2743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4" name="연결 st1→st2"/>
          <p:cNvCxnSpPr>
            <a:stCxn id="37" idx="3"/>
            <a:endCxn id="38" idx="1"/>
          </p:cNvCxnSpPr>
          <p:nvPr/>
        </p:nvCxnSpPr>
        <p:spPr>
          <a:xfrm>
            <a:off x="3581400" y="5029200"/>
            <a:ext cx="2743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5" name="연결 st2→st3"/>
          <p:cNvCxnSpPr>
            <a:stCxn id="38" idx="3"/>
            <a:endCxn id="39" idx="1"/>
          </p:cNvCxnSpPr>
          <p:nvPr/>
        </p:nvCxnSpPr>
        <p:spPr>
          <a:xfrm>
            <a:off x="5151120" y="5029200"/>
            <a:ext cx="2743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6" name="연결 st3→st4"/>
          <p:cNvCxnSpPr>
            <a:stCxn id="39" idx="3"/>
            <a:endCxn id="40" idx="1"/>
          </p:cNvCxnSpPr>
          <p:nvPr/>
        </p:nvCxnSpPr>
        <p:spPr>
          <a:xfrm>
            <a:off x="6720840" y="5029200"/>
            <a:ext cx="2743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7" name="연결 st4→st5"/>
          <p:cNvCxnSpPr>
            <a:stCxn id="40" idx="3"/>
            <a:endCxn id="41" idx="1"/>
          </p:cNvCxnSpPr>
          <p:nvPr/>
        </p:nvCxnSpPr>
        <p:spPr>
          <a:xfrm>
            <a:off x="8290560" y="5029200"/>
            <a:ext cx="2743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8" name="연결 st5→st6"/>
          <p:cNvCxnSpPr>
            <a:stCxn id="41" idx="3"/>
            <a:endCxn id="42" idx="1"/>
          </p:cNvCxnSpPr>
          <p:nvPr/>
        </p:nvCxnSpPr>
        <p:spPr>
          <a:xfrm>
            <a:off x="9860280" y="5029200"/>
            <a:ext cx="2743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9" name="범례"/>
          <p:cNvSpPr/>
          <p:nvPr/>
        </p:nvSpPr>
        <p:spPr>
          <a:xfrm>
            <a:off x="381000" y="6309360"/>
            <a:ext cx="3442335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A9C3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61" name="범례 실시간 질의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62" name="범례 글 실시간 질의"/>
          <p:cNvSpPr txBox="1"/>
          <p:nvPr/>
        </p:nvSpPr>
        <p:spPr>
          <a:xfrm>
            <a:off x="1341120" y="6309360"/>
            <a:ext cx="786765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실시간 질의</a:t>
            </a:r>
          </a:p>
        </p:txBody>
      </p:sp>
      <p:cxnSp>
        <p:nvCxnSpPr>
          <p:cNvPr id="63" name="범례 비동기 데이터 흐름"/>
          <p:cNvCxnSpPr/>
          <p:nvPr/>
        </p:nvCxnSpPr>
        <p:spPr>
          <a:xfrm>
            <a:off x="2204085" y="6507480"/>
            <a:ext cx="350520" cy="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sp>
        <p:nvSpPr>
          <p:cNvPr id="64" name="범례 글 비동기 데이터 흐름"/>
          <p:cNvSpPr txBox="1"/>
          <p:nvPr/>
        </p:nvSpPr>
        <p:spPr>
          <a:xfrm>
            <a:off x="2630805" y="6309360"/>
            <a:ext cx="119253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비동기 데이터 흐름</a:t>
            </a:r>
          </a:p>
        </p:txBody>
      </p:sp>
      <p:sp>
        <p:nvSpPr>
          <p:cNvPr id="65" name="설명"/>
          <p:cNvSpPr txBox="1"/>
          <p:nvPr/>
        </p:nvSpPr>
        <p:spPr>
          <a:xfrm>
            <a:off x="5926836" y="6385560"/>
            <a:ext cx="5884164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④ 쓰기 중지는 사람이 한다(KDMS 는 업무 중지를 대신하지 않는다) · ⑥ 이 맞지 않으면 전환하지 않고 멈춘다</a:t>
            </a:r>
          </a:p>
        </p:txBody>
      </p:sp>
      <p:sp>
        <p:nvSpPr>
          <p:cNvPr id="66" name="설명"/>
          <p:cNvSpPr txBox="1"/>
          <p:nvPr/>
        </p:nvSpPr>
        <p:spPr>
          <a:xfrm>
            <a:off x="5478780" y="6553200"/>
            <a:ext cx="633222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③ 은 테이블별 전체 적재가 끝난 뒤부터 반영한다 · 적재 중 들어온 변경은 워터마크 이후라 모두 change_log 에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이관 흐름도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