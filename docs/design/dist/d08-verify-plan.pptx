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제목 막대"/>
          <p:cNvSpPr/>
          <p:nvPr/>
        </p:nvSpPr>
        <p:spPr>
          <a:xfrm>
            <a:off x="381000" y="274320"/>
            <a:ext cx="53340" cy="548640"/>
          </a:xfrm>
          <a:prstGeom prst="roundRect">
            <a:avLst>
              <a:gd name="adj" fmla="val 50000"/>
            </a:avLst>
          </a:prstGeom>
          <a:solidFill>
            <a:srgbClr val="1E6B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제목"/>
          <p:cNvSpPr txBox="1"/>
          <p:nvPr/>
        </p:nvSpPr>
        <p:spPr>
          <a:xfrm>
            <a:off x="533400" y="228600"/>
            <a:ext cx="80010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2160" b="1">
                <a:solidFill>
                  <a:srgbClr val="0B3D2E"/>
                </a:solidFill>
                <a:latin typeface="Pretendard"/>
                <a:ea typeface="Pretendard"/>
                <a:cs typeface="Pretendard"/>
              </a:rPr>
              <a:t>KDMS 검증 계획서</a:t>
            </a:r>
          </a:p>
        </p:txBody>
      </p:sp>
      <p:sp>
        <p:nvSpPr>
          <p:cNvPr id="4" name="부제"/>
          <p:cNvSpPr txBox="1"/>
          <p:nvPr/>
        </p:nvSpPr>
        <p:spPr>
          <a:xfrm>
            <a:off x="533400" y="640080"/>
            <a:ext cx="9144000" cy="18288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80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원천 = 대상을 숫자로 확인 · kdms verify 와 전환의 검증 단계가 같은 절차 · 합격 기준과 시험 항목</a:t>
            </a:r>
          </a:p>
        </p:txBody>
      </p:sp>
      <p:sp>
        <p:nvSpPr>
          <p:cNvPr id="5" name="문서 정보"/>
          <p:cNvSpPr txBox="1"/>
          <p:nvPr/>
        </p:nvSpPr>
        <p:spPr>
          <a:xfrm>
            <a:off x="8382000" y="411480"/>
            <a:ext cx="3429000" cy="1676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KDMS-D08 · v0.2 · 2026-10-10</a:t>
            </a:r>
          </a:p>
        </p:txBody>
      </p:sp>
      <p:sp>
        <p:nvSpPr>
          <p:cNvPr id="6" name="영역 검증 절차"/>
          <p:cNvSpPr/>
          <p:nvPr/>
        </p:nvSpPr>
        <p:spPr>
          <a:xfrm>
            <a:off x="335280" y="960120"/>
            <a:ext cx="11521440" cy="2743200"/>
          </a:xfrm>
          <a:prstGeom prst="roundRect">
            <a:avLst>
              <a:gd name="adj" fmla="val 5000"/>
            </a:avLst>
          </a:prstGeom>
          <a:solidFill>
            <a:srgbClr val="EEF8F3"/>
          </a:solidFill>
          <a:ln w="15240">
            <a:solidFill>
              <a:srgbClr val="1E6B4F"/>
            </a:solidFill>
          </a:ln>
        </p:spPr>
        <p:txBody>
          <a:bodyPr rtlCol="0" anchor="t" lIns="167640" tIns="106680" rIns="167640" bIns="0" wrap="none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>
                <a:solidFill>
                  <a:srgbClr val="0B3D2E"/>
                </a:solidFill>
                <a:latin typeface="Pretendard"/>
                <a:ea typeface="Pretendard"/>
                <a:cs typeface="Pretendard"/>
              </a:rPr>
              <a:t>검증 절차</a:t>
            </a:r>
          </a:p>
          <a:p>
            <a:pPr algn="l">
              <a:lnSpc>
                <a:spcPts val="1320"/>
              </a:lnSpc>
            </a:pPr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테이블마다 · 원천과 대상에서 동시에 계산하고 숫자만 가져온다</a:t>
            </a:r>
          </a:p>
        </p:txBody>
      </p:sp>
      <p:sp>
        <p:nvSpPr>
          <p:cNvPr id="7" name="영역 검사 항목"/>
          <p:cNvSpPr/>
          <p:nvPr/>
        </p:nvSpPr>
        <p:spPr>
          <a:xfrm>
            <a:off x="335280" y="3825240"/>
            <a:ext cx="5638800" cy="2194560"/>
          </a:xfrm>
          <a:prstGeom prst="roundRect">
            <a:avLst>
              <a:gd name="adj" fmla="val 6250"/>
            </a:avLst>
          </a:prstGeom>
          <a:solidFill>
            <a:srgbClr val="EEF8F3"/>
          </a:solidFill>
          <a:ln w="10668">
            <a:solidFill>
              <a:srgbClr val="9DD3B8"/>
            </a:solidFill>
          </a:ln>
        </p:spPr>
        <p:txBody>
          <a:bodyPr rtlCol="0" anchor="t" lIns="167640" tIns="106680" rIns="167640" bIns="0" wrap="none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>
                <a:solidFill>
                  <a:srgbClr val="0B3D2E"/>
                </a:solidFill>
                <a:latin typeface="Pretendard"/>
                <a:ea typeface="Pretendard"/>
                <a:cs typeface="Pretendard"/>
              </a:rPr>
              <a:t>검사 항목</a:t>
            </a:r>
          </a:p>
          <a:p>
            <a:pPr algn="l">
              <a:lnSpc>
                <a:spcPts val="1320"/>
              </a:lnSpc>
            </a:pPr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행 값은 가져오지 않는다</a:t>
            </a:r>
          </a:p>
        </p:txBody>
      </p:sp>
      <p:sp>
        <p:nvSpPr>
          <p:cNvPr id="8" name="영역 시험 항목 (plan.md §8)"/>
          <p:cNvSpPr/>
          <p:nvPr/>
        </p:nvSpPr>
        <p:spPr>
          <a:xfrm>
            <a:off x="6096000" y="3825240"/>
            <a:ext cx="5760720" cy="2194560"/>
          </a:xfrm>
          <a:prstGeom prst="roundRect">
            <a:avLst>
              <a:gd name="adj" fmla="val 6250"/>
            </a:avLst>
          </a:prstGeom>
          <a:solidFill>
            <a:srgbClr val="EEF8F3"/>
          </a:solidFill>
          <a:ln w="10668">
            <a:solidFill>
              <a:srgbClr val="9DD3B8"/>
            </a:solidFill>
          </a:ln>
        </p:spPr>
        <p:txBody>
          <a:bodyPr rtlCol="0" anchor="t" lIns="167640" tIns="106680" rIns="167640" bIns="0" wrap="none">
            <a:noAutofit/>
          </a:bodyPr>
          <a:lstStyle/>
          <a:p>
            <a:pPr algn="l">
              <a:lnSpc>
                <a:spcPts val="1560"/>
              </a:lnSpc>
            </a:pPr>
            <a:r>
              <a:rPr sz="1200" b="1">
                <a:solidFill>
                  <a:srgbClr val="0B3D2E"/>
                </a:solidFill>
                <a:latin typeface="Pretendard"/>
                <a:ea typeface="Pretendard"/>
                <a:cs typeface="Pretendard"/>
              </a:rPr>
              <a:t>시험 항목 (plan.md §8)</a:t>
            </a:r>
          </a:p>
          <a:p>
            <a:pPr algn="l">
              <a:lnSpc>
                <a:spcPts val="1320"/>
              </a:lnSpc>
            </a:pPr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단계마다 통과 기록은 각 단계 문서 · WORKLOG</a:t>
            </a:r>
          </a:p>
        </p:txBody>
      </p:sp>
      <p:sp>
        <p:nvSpPr>
          <p:cNvPr id="9" name="블록 verify 시작"/>
          <p:cNvSpPr/>
          <p:nvPr/>
        </p:nvSpPr>
        <p:spPr>
          <a:xfrm>
            <a:off x="563880" y="1844040"/>
            <a:ext cx="1219200" cy="335280"/>
          </a:xfrm>
          <a:prstGeom prst="roundRect">
            <a:avLst>
              <a:gd name="adj" fmla="val 50000"/>
            </a:avLst>
          </a:prstGeom>
          <a:solidFill>
            <a:srgbClr val="0B3D2E"/>
          </a:solidFill>
          <a:ln w="15240">
            <a:solidFill>
              <a:srgbClr val="0B3D2E"/>
            </a:solidFill>
          </a:ln>
        </p:spPr>
        <p:txBody>
          <a:bodyPr rtlCol="0" anchor="ctr" lIns="208407" tIns="0" rIns="0" bIns="0" wrap="none">
            <a:noAutofit/>
          </a:bodyPr>
          <a:lstStyle/>
          <a:p>
            <a:pPr algn="l"/>
            <a:r>
              <a:rPr sz="108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verify 시작</a:t>
            </a:r>
          </a:p>
        </p:txBody>
      </p:sp>
      <p:sp>
        <p:nvSpPr>
          <p:cNvPr id="10" name="블록 정규화 SQL 생성"/>
          <p:cNvSpPr/>
          <p:nvPr/>
        </p:nvSpPr>
        <p:spPr>
          <a:xfrm>
            <a:off x="2133600" y="1600200"/>
            <a:ext cx="17526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3716">
            <a:solidFill>
              <a:srgbClr val="9DD3B8"/>
            </a:solidFill>
          </a:ln>
        </p:spPr>
        <p:txBody>
          <a:bodyPr rtlCol="0" anchor="t" lIns="45720" tIns="388620" rIns="45720" bIns="0" wrap="none">
            <a:noAutofit/>
          </a:bodyPr>
          <a:lstStyle/>
          <a:p>
            <a:pPr algn="ctr">
              <a:lnSpc>
                <a:spcPts val="1560"/>
              </a:lnSpc>
            </a:pPr>
            <a:r>
              <a:rPr sz="1200" b="1">
                <a:solidFill>
                  <a:srgbClr val="0B3D2E"/>
                </a:solidFill>
                <a:latin typeface="Pretendard"/>
                <a:ea typeface="Pretendard"/>
                <a:cs typeface="Pretendard"/>
              </a:rPr>
              <a:t>정규화 SQL 생성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타입별 식 · 값 규칙</a:t>
            </a:r>
          </a:p>
        </p:txBody>
      </p:sp>
      <p:sp>
        <p:nvSpPr>
          <p:cNvPr id="11" name="아이콘 rule_settings"/>
          <p:cNvSpPr/>
          <p:nvPr/>
        </p:nvSpPr>
        <p:spPr>
          <a:xfrm>
            <a:off x="2898140" y="1689100"/>
            <a:ext cx="249555" cy="241300"/>
          </a:xfrm>
          <a:custGeom>
            <a:avLst/>
            <a:gdLst/>
            <a:ahLst/>
            <a:cxnLst/>
            <a:rect l="l" t="t" r="r" b="b"/>
            <a:pathLst>
              <a:path w="249555" h="241300">
                <a:moveTo>
                  <a:pt x="1270" y="203200"/>
                </a:moveTo>
                <a:lnTo>
                  <a:pt x="1270" y="184150"/>
                </a:lnTo>
                <a:lnTo>
                  <a:pt x="40322" y="184150"/>
                </a:lnTo>
                <a:lnTo>
                  <a:pt x="35878" y="179705"/>
                </a:lnTo>
                <a:lnTo>
                  <a:pt x="32776" y="176527"/>
                </a:lnTo>
                <a:lnTo>
                  <a:pt x="29823" y="173342"/>
                </a:lnTo>
                <a:lnTo>
                  <a:pt x="27017" y="170150"/>
                </a:lnTo>
                <a:lnTo>
                  <a:pt x="24359" y="166952"/>
                </a:lnTo>
                <a:lnTo>
                  <a:pt x="21849" y="163747"/>
                </a:lnTo>
                <a:lnTo>
                  <a:pt x="19487" y="160536"/>
                </a:lnTo>
                <a:lnTo>
                  <a:pt x="17272" y="157318"/>
                </a:lnTo>
                <a:lnTo>
                  <a:pt x="15205" y="154093"/>
                </a:lnTo>
                <a:lnTo>
                  <a:pt x="13285" y="150862"/>
                </a:lnTo>
                <a:lnTo>
                  <a:pt x="11514" y="147624"/>
                </a:lnTo>
                <a:lnTo>
                  <a:pt x="9890" y="144380"/>
                </a:lnTo>
                <a:lnTo>
                  <a:pt x="8414" y="141129"/>
                </a:lnTo>
                <a:lnTo>
                  <a:pt x="7070" y="137880"/>
                </a:lnTo>
                <a:lnTo>
                  <a:pt x="5843" y="134642"/>
                </a:lnTo>
                <a:lnTo>
                  <a:pt x="4733" y="131415"/>
                </a:lnTo>
                <a:lnTo>
                  <a:pt x="3739" y="128199"/>
                </a:lnTo>
                <a:lnTo>
                  <a:pt x="2863" y="124995"/>
                </a:lnTo>
                <a:lnTo>
                  <a:pt x="2103" y="121801"/>
                </a:lnTo>
                <a:lnTo>
                  <a:pt x="1461" y="118618"/>
                </a:lnTo>
                <a:lnTo>
                  <a:pt x="935" y="115447"/>
                </a:lnTo>
                <a:lnTo>
                  <a:pt x="526" y="112286"/>
                </a:lnTo>
                <a:lnTo>
                  <a:pt x="234" y="109136"/>
                </a:lnTo>
                <a:lnTo>
                  <a:pt x="58" y="105998"/>
                </a:lnTo>
                <a:lnTo>
                  <a:pt x="0" y="102870"/>
                </a:lnTo>
                <a:lnTo>
                  <a:pt x="138" y="97153"/>
                </a:lnTo>
                <a:lnTo>
                  <a:pt x="551" y="91537"/>
                </a:lnTo>
                <a:lnTo>
                  <a:pt x="1240" y="86023"/>
                </a:lnTo>
                <a:lnTo>
                  <a:pt x="2205" y="80610"/>
                </a:lnTo>
                <a:lnTo>
                  <a:pt x="3445" y="75298"/>
                </a:lnTo>
                <a:lnTo>
                  <a:pt x="4961" y="70088"/>
                </a:lnTo>
                <a:lnTo>
                  <a:pt x="6752" y="64979"/>
                </a:lnTo>
                <a:lnTo>
                  <a:pt x="8819" y="59972"/>
                </a:lnTo>
                <a:lnTo>
                  <a:pt x="11162" y="55066"/>
                </a:lnTo>
                <a:lnTo>
                  <a:pt x="13780" y="50262"/>
                </a:lnTo>
                <a:lnTo>
                  <a:pt x="16674" y="45559"/>
                </a:lnTo>
                <a:lnTo>
                  <a:pt x="19844" y="40958"/>
                </a:lnTo>
                <a:lnTo>
                  <a:pt x="23238" y="36524"/>
                </a:lnTo>
                <a:lnTo>
                  <a:pt x="26807" y="32323"/>
                </a:lnTo>
                <a:lnTo>
                  <a:pt x="30549" y="28357"/>
                </a:lnTo>
                <a:lnTo>
                  <a:pt x="34466" y="24624"/>
                </a:lnTo>
                <a:lnTo>
                  <a:pt x="38558" y="21125"/>
                </a:lnTo>
                <a:lnTo>
                  <a:pt x="42823" y="17859"/>
                </a:lnTo>
                <a:lnTo>
                  <a:pt x="47262" y="14828"/>
                </a:lnTo>
                <a:lnTo>
                  <a:pt x="51876" y="12030"/>
                </a:lnTo>
                <a:lnTo>
                  <a:pt x="56664" y="9465"/>
                </a:lnTo>
                <a:lnTo>
                  <a:pt x="61626" y="7135"/>
                </a:lnTo>
                <a:lnTo>
                  <a:pt x="66762" y="5038"/>
                </a:lnTo>
                <a:lnTo>
                  <a:pt x="72072" y="3175"/>
                </a:lnTo>
                <a:lnTo>
                  <a:pt x="72072" y="22860"/>
                </a:lnTo>
                <a:lnTo>
                  <a:pt x="68118" y="24533"/>
                </a:lnTo>
                <a:lnTo>
                  <a:pt x="64298" y="26379"/>
                </a:lnTo>
                <a:lnTo>
                  <a:pt x="60613" y="28396"/>
                </a:lnTo>
                <a:lnTo>
                  <a:pt x="57062" y="30586"/>
                </a:lnTo>
                <a:lnTo>
                  <a:pt x="53645" y="32947"/>
                </a:lnTo>
                <a:lnTo>
                  <a:pt x="50363" y="35481"/>
                </a:lnTo>
                <a:lnTo>
                  <a:pt x="47216" y="38186"/>
                </a:lnTo>
                <a:lnTo>
                  <a:pt x="44203" y="41063"/>
                </a:lnTo>
                <a:lnTo>
                  <a:pt x="41325" y="44113"/>
                </a:lnTo>
                <a:lnTo>
                  <a:pt x="38581" y="47334"/>
                </a:lnTo>
                <a:lnTo>
                  <a:pt x="35971" y="50727"/>
                </a:lnTo>
                <a:lnTo>
                  <a:pt x="33496" y="54292"/>
                </a:lnTo>
                <a:lnTo>
                  <a:pt x="31189" y="57977"/>
                </a:lnTo>
                <a:lnTo>
                  <a:pt x="29082" y="61727"/>
                </a:lnTo>
                <a:lnTo>
                  <a:pt x="27176" y="65544"/>
                </a:lnTo>
                <a:lnTo>
                  <a:pt x="25471" y="69427"/>
                </a:lnTo>
                <a:lnTo>
                  <a:pt x="23966" y="73376"/>
                </a:lnTo>
                <a:lnTo>
                  <a:pt x="22662" y="77391"/>
                </a:lnTo>
                <a:lnTo>
                  <a:pt x="21558" y="81472"/>
                </a:lnTo>
                <a:lnTo>
                  <a:pt x="20655" y="85619"/>
                </a:lnTo>
                <a:lnTo>
                  <a:pt x="19953" y="89833"/>
                </a:lnTo>
                <a:lnTo>
                  <a:pt x="19451" y="94112"/>
                </a:lnTo>
                <a:lnTo>
                  <a:pt x="19150" y="98458"/>
                </a:lnTo>
                <a:lnTo>
                  <a:pt x="19050" y="102870"/>
                </a:lnTo>
                <a:lnTo>
                  <a:pt x="19089" y="105610"/>
                </a:lnTo>
                <a:lnTo>
                  <a:pt x="19204" y="108325"/>
                </a:lnTo>
                <a:lnTo>
                  <a:pt x="19397" y="111016"/>
                </a:lnTo>
                <a:lnTo>
                  <a:pt x="19667" y="113683"/>
                </a:lnTo>
                <a:lnTo>
                  <a:pt x="20015" y="116325"/>
                </a:lnTo>
                <a:lnTo>
                  <a:pt x="20439" y="118943"/>
                </a:lnTo>
                <a:lnTo>
                  <a:pt x="20941" y="121537"/>
                </a:lnTo>
                <a:lnTo>
                  <a:pt x="21519" y="124107"/>
                </a:lnTo>
                <a:lnTo>
                  <a:pt x="22175" y="126653"/>
                </a:lnTo>
                <a:lnTo>
                  <a:pt x="22909" y="129174"/>
                </a:lnTo>
                <a:lnTo>
                  <a:pt x="23719" y="131671"/>
                </a:lnTo>
                <a:lnTo>
                  <a:pt x="24606" y="134144"/>
                </a:lnTo>
                <a:lnTo>
                  <a:pt x="25586" y="136586"/>
                </a:lnTo>
                <a:lnTo>
                  <a:pt x="26674" y="138990"/>
                </a:lnTo>
                <a:lnTo>
                  <a:pt x="27871" y="141357"/>
                </a:lnTo>
                <a:lnTo>
                  <a:pt x="29175" y="143686"/>
                </a:lnTo>
                <a:lnTo>
                  <a:pt x="30587" y="145978"/>
                </a:lnTo>
                <a:lnTo>
                  <a:pt x="32107" y="148233"/>
                </a:lnTo>
                <a:lnTo>
                  <a:pt x="33735" y="150450"/>
                </a:lnTo>
                <a:lnTo>
                  <a:pt x="35472" y="152629"/>
                </a:lnTo>
                <a:lnTo>
                  <a:pt x="37316" y="154771"/>
                </a:lnTo>
                <a:lnTo>
                  <a:pt x="39269" y="156876"/>
                </a:lnTo>
                <a:lnTo>
                  <a:pt x="41329" y="158943"/>
                </a:lnTo>
                <a:lnTo>
                  <a:pt x="43498" y="160972"/>
                </a:lnTo>
                <a:lnTo>
                  <a:pt x="53022" y="169545"/>
                </a:lnTo>
                <a:lnTo>
                  <a:pt x="53022" y="132398"/>
                </a:lnTo>
                <a:lnTo>
                  <a:pt x="72072" y="132398"/>
                </a:lnTo>
                <a:lnTo>
                  <a:pt x="72072" y="203200"/>
                </a:lnTo>
                <a:lnTo>
                  <a:pt x="1270" y="203200"/>
                </a:lnTo>
                <a:close/>
                <a:moveTo>
                  <a:pt x="223202" y="97155"/>
                </a:moveTo>
                <a:lnTo>
                  <a:pt x="204152" y="97155"/>
                </a:lnTo>
                <a:lnTo>
                  <a:pt x="204011" y="94473"/>
                </a:lnTo>
                <a:lnTo>
                  <a:pt x="203800" y="91824"/>
                </a:lnTo>
                <a:lnTo>
                  <a:pt x="203518" y="89208"/>
                </a:lnTo>
                <a:lnTo>
                  <a:pt x="203165" y="86625"/>
                </a:lnTo>
                <a:lnTo>
                  <a:pt x="202741" y="84075"/>
                </a:lnTo>
                <a:lnTo>
                  <a:pt x="202248" y="81558"/>
                </a:lnTo>
                <a:lnTo>
                  <a:pt x="201683" y="79074"/>
                </a:lnTo>
                <a:lnTo>
                  <a:pt x="201048" y="76623"/>
                </a:lnTo>
                <a:lnTo>
                  <a:pt x="200342" y="74206"/>
                </a:lnTo>
                <a:lnTo>
                  <a:pt x="199566" y="71821"/>
                </a:lnTo>
                <a:lnTo>
                  <a:pt x="198720" y="69470"/>
                </a:lnTo>
                <a:lnTo>
                  <a:pt x="197802" y="67151"/>
                </a:lnTo>
                <a:lnTo>
                  <a:pt x="196806" y="64868"/>
                </a:lnTo>
                <a:lnTo>
                  <a:pt x="195721" y="62622"/>
                </a:lnTo>
                <a:lnTo>
                  <a:pt x="194548" y="60414"/>
                </a:lnTo>
                <a:lnTo>
                  <a:pt x="193287" y="58244"/>
                </a:lnTo>
                <a:lnTo>
                  <a:pt x="191938" y="56110"/>
                </a:lnTo>
                <a:lnTo>
                  <a:pt x="190500" y="54015"/>
                </a:lnTo>
                <a:lnTo>
                  <a:pt x="188974" y="51956"/>
                </a:lnTo>
                <a:lnTo>
                  <a:pt x="187360" y="49936"/>
                </a:lnTo>
                <a:lnTo>
                  <a:pt x="185658" y="47952"/>
                </a:lnTo>
                <a:lnTo>
                  <a:pt x="183868" y="46007"/>
                </a:lnTo>
                <a:lnTo>
                  <a:pt x="181989" y="44098"/>
                </a:lnTo>
                <a:lnTo>
                  <a:pt x="180022" y="42228"/>
                </a:lnTo>
                <a:lnTo>
                  <a:pt x="170498" y="33655"/>
                </a:lnTo>
                <a:lnTo>
                  <a:pt x="170498" y="70802"/>
                </a:lnTo>
                <a:lnTo>
                  <a:pt x="151448" y="70802"/>
                </a:lnTo>
                <a:lnTo>
                  <a:pt x="151448" y="0"/>
                </a:lnTo>
                <a:lnTo>
                  <a:pt x="222250" y="0"/>
                </a:lnTo>
                <a:lnTo>
                  <a:pt x="222250" y="19050"/>
                </a:lnTo>
                <a:lnTo>
                  <a:pt x="182880" y="19050"/>
                </a:lnTo>
                <a:lnTo>
                  <a:pt x="187642" y="23495"/>
                </a:lnTo>
                <a:lnTo>
                  <a:pt x="190641" y="26416"/>
                </a:lnTo>
                <a:lnTo>
                  <a:pt x="193499" y="29360"/>
                </a:lnTo>
                <a:lnTo>
                  <a:pt x="196215" y="32325"/>
                </a:lnTo>
                <a:lnTo>
                  <a:pt x="198790" y="35313"/>
                </a:lnTo>
                <a:lnTo>
                  <a:pt x="201224" y="38323"/>
                </a:lnTo>
                <a:lnTo>
                  <a:pt x="203518" y="41354"/>
                </a:lnTo>
                <a:lnTo>
                  <a:pt x="205669" y="44408"/>
                </a:lnTo>
                <a:lnTo>
                  <a:pt x="207680" y="47484"/>
                </a:lnTo>
                <a:lnTo>
                  <a:pt x="209550" y="50582"/>
                </a:lnTo>
                <a:lnTo>
                  <a:pt x="211279" y="53702"/>
                </a:lnTo>
                <a:lnTo>
                  <a:pt x="212866" y="56844"/>
                </a:lnTo>
                <a:lnTo>
                  <a:pt x="214312" y="60008"/>
                </a:lnTo>
                <a:lnTo>
                  <a:pt x="215635" y="63176"/>
                </a:lnTo>
                <a:lnTo>
                  <a:pt x="216852" y="66331"/>
                </a:lnTo>
                <a:lnTo>
                  <a:pt x="217964" y="69473"/>
                </a:lnTo>
                <a:lnTo>
                  <a:pt x="218969" y="72602"/>
                </a:lnTo>
                <a:lnTo>
                  <a:pt x="219869" y="75717"/>
                </a:lnTo>
                <a:lnTo>
                  <a:pt x="220662" y="78819"/>
                </a:lnTo>
                <a:lnTo>
                  <a:pt x="221350" y="81908"/>
                </a:lnTo>
                <a:lnTo>
                  <a:pt x="221932" y="84984"/>
                </a:lnTo>
                <a:lnTo>
                  <a:pt x="222409" y="88047"/>
                </a:lnTo>
                <a:lnTo>
                  <a:pt x="222779" y="91096"/>
                </a:lnTo>
                <a:lnTo>
                  <a:pt x="223044" y="94132"/>
                </a:lnTo>
                <a:lnTo>
                  <a:pt x="223202" y="97155"/>
                </a:lnTo>
                <a:close/>
                <a:moveTo>
                  <a:pt x="180340" y="241300"/>
                </a:moveTo>
                <a:lnTo>
                  <a:pt x="178752" y="226060"/>
                </a:lnTo>
                <a:lnTo>
                  <a:pt x="177692" y="225730"/>
                </a:lnTo>
                <a:lnTo>
                  <a:pt x="176627" y="225376"/>
                </a:lnTo>
                <a:lnTo>
                  <a:pt x="175558" y="224998"/>
                </a:lnTo>
                <a:lnTo>
                  <a:pt x="174484" y="224596"/>
                </a:lnTo>
                <a:lnTo>
                  <a:pt x="173406" y="224169"/>
                </a:lnTo>
                <a:lnTo>
                  <a:pt x="172323" y="223718"/>
                </a:lnTo>
                <a:lnTo>
                  <a:pt x="171236" y="223243"/>
                </a:lnTo>
                <a:lnTo>
                  <a:pt x="170145" y="222744"/>
                </a:lnTo>
                <a:lnTo>
                  <a:pt x="169049" y="222220"/>
                </a:lnTo>
                <a:lnTo>
                  <a:pt x="167949" y="221672"/>
                </a:lnTo>
                <a:lnTo>
                  <a:pt x="166844" y="221100"/>
                </a:lnTo>
                <a:lnTo>
                  <a:pt x="165735" y="220504"/>
                </a:lnTo>
                <a:lnTo>
                  <a:pt x="164641" y="219890"/>
                </a:lnTo>
                <a:lnTo>
                  <a:pt x="163583" y="219265"/>
                </a:lnTo>
                <a:lnTo>
                  <a:pt x="162560" y="218629"/>
                </a:lnTo>
                <a:lnTo>
                  <a:pt x="161572" y="217981"/>
                </a:lnTo>
                <a:lnTo>
                  <a:pt x="160620" y="217323"/>
                </a:lnTo>
                <a:lnTo>
                  <a:pt x="159702" y="216654"/>
                </a:lnTo>
                <a:lnTo>
                  <a:pt x="158821" y="215974"/>
                </a:lnTo>
                <a:lnTo>
                  <a:pt x="157974" y="215283"/>
                </a:lnTo>
                <a:lnTo>
                  <a:pt x="157162" y="214580"/>
                </a:lnTo>
                <a:lnTo>
                  <a:pt x="156386" y="213867"/>
                </a:lnTo>
                <a:lnTo>
                  <a:pt x="155646" y="213143"/>
                </a:lnTo>
                <a:lnTo>
                  <a:pt x="154940" y="212408"/>
                </a:lnTo>
                <a:lnTo>
                  <a:pt x="141605" y="218758"/>
                </a:lnTo>
                <a:lnTo>
                  <a:pt x="130492" y="201612"/>
                </a:lnTo>
                <a:lnTo>
                  <a:pt x="142558" y="192088"/>
                </a:lnTo>
                <a:lnTo>
                  <a:pt x="142304" y="190880"/>
                </a:lnTo>
                <a:lnTo>
                  <a:pt x="142072" y="189693"/>
                </a:lnTo>
                <a:lnTo>
                  <a:pt x="141863" y="188526"/>
                </a:lnTo>
                <a:lnTo>
                  <a:pt x="141676" y="187378"/>
                </a:lnTo>
                <a:lnTo>
                  <a:pt x="141510" y="186250"/>
                </a:lnTo>
                <a:lnTo>
                  <a:pt x="141367" y="185142"/>
                </a:lnTo>
                <a:lnTo>
                  <a:pt x="141246" y="184054"/>
                </a:lnTo>
                <a:lnTo>
                  <a:pt x="141146" y="182986"/>
                </a:lnTo>
                <a:lnTo>
                  <a:pt x="141069" y="181937"/>
                </a:lnTo>
                <a:lnTo>
                  <a:pt x="141014" y="180909"/>
                </a:lnTo>
                <a:lnTo>
                  <a:pt x="140981" y="179900"/>
                </a:lnTo>
                <a:lnTo>
                  <a:pt x="140970" y="178911"/>
                </a:lnTo>
                <a:lnTo>
                  <a:pt x="140981" y="177922"/>
                </a:lnTo>
                <a:lnTo>
                  <a:pt x="141014" y="176914"/>
                </a:lnTo>
                <a:lnTo>
                  <a:pt x="141069" y="175885"/>
                </a:lnTo>
                <a:lnTo>
                  <a:pt x="141146" y="174837"/>
                </a:lnTo>
                <a:lnTo>
                  <a:pt x="141246" y="173768"/>
                </a:lnTo>
                <a:lnTo>
                  <a:pt x="141367" y="172680"/>
                </a:lnTo>
                <a:lnTo>
                  <a:pt x="141510" y="171572"/>
                </a:lnTo>
                <a:lnTo>
                  <a:pt x="141676" y="170445"/>
                </a:lnTo>
                <a:lnTo>
                  <a:pt x="141863" y="169297"/>
                </a:lnTo>
                <a:lnTo>
                  <a:pt x="142072" y="168129"/>
                </a:lnTo>
                <a:lnTo>
                  <a:pt x="142304" y="166942"/>
                </a:lnTo>
                <a:lnTo>
                  <a:pt x="142558" y="165735"/>
                </a:lnTo>
                <a:lnTo>
                  <a:pt x="130492" y="156210"/>
                </a:lnTo>
                <a:lnTo>
                  <a:pt x="141605" y="138748"/>
                </a:lnTo>
                <a:lnTo>
                  <a:pt x="154940" y="145098"/>
                </a:lnTo>
                <a:lnTo>
                  <a:pt x="155646" y="144462"/>
                </a:lnTo>
                <a:lnTo>
                  <a:pt x="156386" y="143828"/>
                </a:lnTo>
                <a:lnTo>
                  <a:pt x="157162" y="143192"/>
                </a:lnTo>
                <a:lnTo>
                  <a:pt x="157974" y="142558"/>
                </a:lnTo>
                <a:lnTo>
                  <a:pt x="158821" y="141922"/>
                </a:lnTo>
                <a:lnTo>
                  <a:pt x="159702" y="141288"/>
                </a:lnTo>
                <a:lnTo>
                  <a:pt x="160620" y="140652"/>
                </a:lnTo>
                <a:lnTo>
                  <a:pt x="161572" y="140018"/>
                </a:lnTo>
                <a:lnTo>
                  <a:pt x="162560" y="139382"/>
                </a:lnTo>
                <a:lnTo>
                  <a:pt x="163583" y="138748"/>
                </a:lnTo>
                <a:lnTo>
                  <a:pt x="164641" y="138112"/>
                </a:lnTo>
                <a:lnTo>
                  <a:pt x="165735" y="137478"/>
                </a:lnTo>
                <a:lnTo>
                  <a:pt x="166844" y="136856"/>
                </a:lnTo>
                <a:lnTo>
                  <a:pt x="167949" y="136260"/>
                </a:lnTo>
                <a:lnTo>
                  <a:pt x="169049" y="135692"/>
                </a:lnTo>
                <a:lnTo>
                  <a:pt x="170145" y="135149"/>
                </a:lnTo>
                <a:lnTo>
                  <a:pt x="171236" y="134633"/>
                </a:lnTo>
                <a:lnTo>
                  <a:pt x="172323" y="134144"/>
                </a:lnTo>
                <a:lnTo>
                  <a:pt x="173406" y="133681"/>
                </a:lnTo>
                <a:lnTo>
                  <a:pt x="174484" y="133244"/>
                </a:lnTo>
                <a:lnTo>
                  <a:pt x="175558" y="132834"/>
                </a:lnTo>
                <a:lnTo>
                  <a:pt x="176627" y="132450"/>
                </a:lnTo>
                <a:lnTo>
                  <a:pt x="177692" y="132093"/>
                </a:lnTo>
                <a:lnTo>
                  <a:pt x="178752" y="131762"/>
                </a:lnTo>
                <a:lnTo>
                  <a:pt x="180340" y="116205"/>
                </a:lnTo>
                <a:lnTo>
                  <a:pt x="199390" y="116205"/>
                </a:lnTo>
                <a:lnTo>
                  <a:pt x="201295" y="131762"/>
                </a:lnTo>
                <a:lnTo>
                  <a:pt x="202356" y="132093"/>
                </a:lnTo>
                <a:lnTo>
                  <a:pt x="203420" y="132450"/>
                </a:lnTo>
                <a:lnTo>
                  <a:pt x="204490" y="132834"/>
                </a:lnTo>
                <a:lnTo>
                  <a:pt x="205564" y="133244"/>
                </a:lnTo>
                <a:lnTo>
                  <a:pt x="206642" y="133681"/>
                </a:lnTo>
                <a:lnTo>
                  <a:pt x="207724" y="134144"/>
                </a:lnTo>
                <a:lnTo>
                  <a:pt x="208811" y="134633"/>
                </a:lnTo>
                <a:lnTo>
                  <a:pt x="209903" y="135149"/>
                </a:lnTo>
                <a:lnTo>
                  <a:pt x="210999" y="135692"/>
                </a:lnTo>
                <a:lnTo>
                  <a:pt x="212099" y="136260"/>
                </a:lnTo>
                <a:lnTo>
                  <a:pt x="213203" y="136856"/>
                </a:lnTo>
                <a:lnTo>
                  <a:pt x="214312" y="137478"/>
                </a:lnTo>
                <a:lnTo>
                  <a:pt x="215406" y="138112"/>
                </a:lnTo>
                <a:lnTo>
                  <a:pt x="216464" y="138748"/>
                </a:lnTo>
                <a:lnTo>
                  <a:pt x="217488" y="139382"/>
                </a:lnTo>
                <a:lnTo>
                  <a:pt x="218475" y="140018"/>
                </a:lnTo>
                <a:lnTo>
                  <a:pt x="219428" y="140652"/>
                </a:lnTo>
                <a:lnTo>
                  <a:pt x="220345" y="141288"/>
                </a:lnTo>
                <a:lnTo>
                  <a:pt x="221227" y="141922"/>
                </a:lnTo>
                <a:lnTo>
                  <a:pt x="222074" y="142558"/>
                </a:lnTo>
                <a:lnTo>
                  <a:pt x="222885" y="143192"/>
                </a:lnTo>
                <a:lnTo>
                  <a:pt x="223661" y="143828"/>
                </a:lnTo>
                <a:lnTo>
                  <a:pt x="224402" y="144462"/>
                </a:lnTo>
                <a:lnTo>
                  <a:pt x="225108" y="145098"/>
                </a:lnTo>
                <a:lnTo>
                  <a:pt x="238442" y="138748"/>
                </a:lnTo>
                <a:lnTo>
                  <a:pt x="249555" y="156210"/>
                </a:lnTo>
                <a:lnTo>
                  <a:pt x="237490" y="165735"/>
                </a:lnTo>
                <a:lnTo>
                  <a:pt x="237744" y="166942"/>
                </a:lnTo>
                <a:lnTo>
                  <a:pt x="237975" y="168129"/>
                </a:lnTo>
                <a:lnTo>
                  <a:pt x="238185" y="169297"/>
                </a:lnTo>
                <a:lnTo>
                  <a:pt x="238372" y="170445"/>
                </a:lnTo>
                <a:lnTo>
                  <a:pt x="238537" y="171572"/>
                </a:lnTo>
                <a:lnTo>
                  <a:pt x="238681" y="172680"/>
                </a:lnTo>
                <a:lnTo>
                  <a:pt x="238802" y="173768"/>
                </a:lnTo>
                <a:lnTo>
                  <a:pt x="238901" y="174837"/>
                </a:lnTo>
                <a:lnTo>
                  <a:pt x="238978" y="175885"/>
                </a:lnTo>
                <a:lnTo>
                  <a:pt x="239033" y="176914"/>
                </a:lnTo>
                <a:lnTo>
                  <a:pt x="239066" y="177922"/>
                </a:lnTo>
                <a:lnTo>
                  <a:pt x="239078" y="178911"/>
                </a:lnTo>
                <a:lnTo>
                  <a:pt x="239066" y="179900"/>
                </a:lnTo>
                <a:lnTo>
                  <a:pt x="239033" y="180909"/>
                </a:lnTo>
                <a:lnTo>
                  <a:pt x="238978" y="181937"/>
                </a:lnTo>
                <a:lnTo>
                  <a:pt x="238901" y="182986"/>
                </a:lnTo>
                <a:lnTo>
                  <a:pt x="238802" y="184054"/>
                </a:lnTo>
                <a:lnTo>
                  <a:pt x="238681" y="185142"/>
                </a:lnTo>
                <a:lnTo>
                  <a:pt x="238537" y="186250"/>
                </a:lnTo>
                <a:lnTo>
                  <a:pt x="238372" y="187378"/>
                </a:lnTo>
                <a:lnTo>
                  <a:pt x="238185" y="188526"/>
                </a:lnTo>
                <a:lnTo>
                  <a:pt x="237975" y="189693"/>
                </a:lnTo>
                <a:lnTo>
                  <a:pt x="237744" y="190880"/>
                </a:lnTo>
                <a:lnTo>
                  <a:pt x="237490" y="192088"/>
                </a:lnTo>
                <a:lnTo>
                  <a:pt x="249555" y="201612"/>
                </a:lnTo>
                <a:lnTo>
                  <a:pt x="238442" y="218758"/>
                </a:lnTo>
                <a:lnTo>
                  <a:pt x="225108" y="212408"/>
                </a:lnTo>
                <a:lnTo>
                  <a:pt x="224402" y="213143"/>
                </a:lnTo>
                <a:lnTo>
                  <a:pt x="223661" y="213867"/>
                </a:lnTo>
                <a:lnTo>
                  <a:pt x="222885" y="214580"/>
                </a:lnTo>
                <a:lnTo>
                  <a:pt x="222074" y="215283"/>
                </a:lnTo>
                <a:lnTo>
                  <a:pt x="221227" y="215974"/>
                </a:lnTo>
                <a:lnTo>
                  <a:pt x="220345" y="216654"/>
                </a:lnTo>
                <a:lnTo>
                  <a:pt x="219428" y="217323"/>
                </a:lnTo>
                <a:lnTo>
                  <a:pt x="218475" y="217981"/>
                </a:lnTo>
                <a:lnTo>
                  <a:pt x="217488" y="218629"/>
                </a:lnTo>
                <a:lnTo>
                  <a:pt x="216464" y="219265"/>
                </a:lnTo>
                <a:lnTo>
                  <a:pt x="215406" y="219890"/>
                </a:lnTo>
                <a:lnTo>
                  <a:pt x="214312" y="220504"/>
                </a:lnTo>
                <a:lnTo>
                  <a:pt x="213203" y="221100"/>
                </a:lnTo>
                <a:lnTo>
                  <a:pt x="212099" y="221672"/>
                </a:lnTo>
                <a:lnTo>
                  <a:pt x="210999" y="222220"/>
                </a:lnTo>
                <a:lnTo>
                  <a:pt x="209903" y="222744"/>
                </a:lnTo>
                <a:lnTo>
                  <a:pt x="208811" y="223243"/>
                </a:lnTo>
                <a:lnTo>
                  <a:pt x="207724" y="223718"/>
                </a:lnTo>
                <a:lnTo>
                  <a:pt x="206642" y="224169"/>
                </a:lnTo>
                <a:lnTo>
                  <a:pt x="205564" y="224596"/>
                </a:lnTo>
                <a:lnTo>
                  <a:pt x="204490" y="224998"/>
                </a:lnTo>
                <a:lnTo>
                  <a:pt x="203420" y="225376"/>
                </a:lnTo>
                <a:lnTo>
                  <a:pt x="202356" y="225730"/>
                </a:lnTo>
                <a:lnTo>
                  <a:pt x="201295" y="226060"/>
                </a:lnTo>
                <a:lnTo>
                  <a:pt x="199390" y="241300"/>
                </a:lnTo>
                <a:lnTo>
                  <a:pt x="180340" y="241300"/>
                </a:lnTo>
                <a:close/>
                <a:moveTo>
                  <a:pt x="189865" y="211138"/>
                </a:moveTo>
                <a:lnTo>
                  <a:pt x="192160" y="211074"/>
                </a:lnTo>
                <a:lnTo>
                  <a:pt x="194389" y="210882"/>
                </a:lnTo>
                <a:lnTo>
                  <a:pt x="196552" y="210562"/>
                </a:lnTo>
                <a:lnTo>
                  <a:pt x="198649" y="210114"/>
                </a:lnTo>
                <a:lnTo>
                  <a:pt x="200680" y="209539"/>
                </a:lnTo>
                <a:lnTo>
                  <a:pt x="202644" y="208836"/>
                </a:lnTo>
                <a:lnTo>
                  <a:pt x="204543" y="208004"/>
                </a:lnTo>
                <a:lnTo>
                  <a:pt x="206375" y="207045"/>
                </a:lnTo>
                <a:lnTo>
                  <a:pt x="208141" y="205958"/>
                </a:lnTo>
                <a:lnTo>
                  <a:pt x="209841" y="204743"/>
                </a:lnTo>
                <a:lnTo>
                  <a:pt x="211475" y="203401"/>
                </a:lnTo>
                <a:lnTo>
                  <a:pt x="213042" y="201930"/>
                </a:lnTo>
                <a:lnTo>
                  <a:pt x="214513" y="200362"/>
                </a:lnTo>
                <a:lnTo>
                  <a:pt x="215856" y="198729"/>
                </a:lnTo>
                <a:lnTo>
                  <a:pt x="217071" y="197029"/>
                </a:lnTo>
                <a:lnTo>
                  <a:pt x="218158" y="195262"/>
                </a:lnTo>
                <a:lnTo>
                  <a:pt x="219117" y="193430"/>
                </a:lnTo>
                <a:lnTo>
                  <a:pt x="219948" y="191532"/>
                </a:lnTo>
                <a:lnTo>
                  <a:pt x="220651" y="189567"/>
                </a:lnTo>
                <a:lnTo>
                  <a:pt x="221227" y="187537"/>
                </a:lnTo>
                <a:lnTo>
                  <a:pt x="221675" y="185440"/>
                </a:lnTo>
                <a:lnTo>
                  <a:pt x="221994" y="183277"/>
                </a:lnTo>
                <a:lnTo>
                  <a:pt x="222186" y="181048"/>
                </a:lnTo>
                <a:lnTo>
                  <a:pt x="222250" y="178752"/>
                </a:lnTo>
                <a:lnTo>
                  <a:pt x="222186" y="176457"/>
                </a:lnTo>
                <a:lnTo>
                  <a:pt x="221994" y="174228"/>
                </a:lnTo>
                <a:lnTo>
                  <a:pt x="221675" y="172065"/>
                </a:lnTo>
                <a:lnTo>
                  <a:pt x="221227" y="169968"/>
                </a:lnTo>
                <a:lnTo>
                  <a:pt x="220651" y="167938"/>
                </a:lnTo>
                <a:lnTo>
                  <a:pt x="219948" y="165973"/>
                </a:lnTo>
                <a:lnTo>
                  <a:pt x="219117" y="164075"/>
                </a:lnTo>
                <a:lnTo>
                  <a:pt x="218158" y="162242"/>
                </a:lnTo>
                <a:lnTo>
                  <a:pt x="217071" y="160476"/>
                </a:lnTo>
                <a:lnTo>
                  <a:pt x="215856" y="158776"/>
                </a:lnTo>
                <a:lnTo>
                  <a:pt x="214513" y="157143"/>
                </a:lnTo>
                <a:lnTo>
                  <a:pt x="213042" y="155575"/>
                </a:lnTo>
                <a:lnTo>
                  <a:pt x="211475" y="154104"/>
                </a:lnTo>
                <a:lnTo>
                  <a:pt x="209841" y="152762"/>
                </a:lnTo>
                <a:lnTo>
                  <a:pt x="208141" y="151547"/>
                </a:lnTo>
                <a:lnTo>
                  <a:pt x="206375" y="150460"/>
                </a:lnTo>
                <a:lnTo>
                  <a:pt x="204543" y="149501"/>
                </a:lnTo>
                <a:lnTo>
                  <a:pt x="202644" y="148669"/>
                </a:lnTo>
                <a:lnTo>
                  <a:pt x="200680" y="147966"/>
                </a:lnTo>
                <a:lnTo>
                  <a:pt x="198649" y="147391"/>
                </a:lnTo>
                <a:lnTo>
                  <a:pt x="196552" y="146943"/>
                </a:lnTo>
                <a:lnTo>
                  <a:pt x="194389" y="146623"/>
                </a:lnTo>
                <a:lnTo>
                  <a:pt x="192160" y="146431"/>
                </a:lnTo>
                <a:lnTo>
                  <a:pt x="189865" y="146368"/>
                </a:lnTo>
                <a:lnTo>
                  <a:pt x="187570" y="146431"/>
                </a:lnTo>
                <a:lnTo>
                  <a:pt x="185341" y="146623"/>
                </a:lnTo>
                <a:lnTo>
                  <a:pt x="183178" y="146943"/>
                </a:lnTo>
                <a:lnTo>
                  <a:pt x="181081" y="147391"/>
                </a:lnTo>
                <a:lnTo>
                  <a:pt x="179050" y="147966"/>
                </a:lnTo>
                <a:lnTo>
                  <a:pt x="177086" y="148669"/>
                </a:lnTo>
                <a:lnTo>
                  <a:pt x="175187" y="149501"/>
                </a:lnTo>
                <a:lnTo>
                  <a:pt x="173355" y="150460"/>
                </a:lnTo>
                <a:lnTo>
                  <a:pt x="171589" y="151547"/>
                </a:lnTo>
                <a:lnTo>
                  <a:pt x="169889" y="152762"/>
                </a:lnTo>
                <a:lnTo>
                  <a:pt x="168255" y="154104"/>
                </a:lnTo>
                <a:lnTo>
                  <a:pt x="166688" y="155575"/>
                </a:lnTo>
                <a:lnTo>
                  <a:pt x="165217" y="157143"/>
                </a:lnTo>
                <a:lnTo>
                  <a:pt x="163874" y="158776"/>
                </a:lnTo>
                <a:lnTo>
                  <a:pt x="162659" y="160476"/>
                </a:lnTo>
                <a:lnTo>
                  <a:pt x="161572" y="162242"/>
                </a:lnTo>
                <a:lnTo>
                  <a:pt x="160613" y="164075"/>
                </a:lnTo>
                <a:lnTo>
                  <a:pt x="159782" y="165973"/>
                </a:lnTo>
                <a:lnTo>
                  <a:pt x="159079" y="167938"/>
                </a:lnTo>
                <a:lnTo>
                  <a:pt x="158503" y="169968"/>
                </a:lnTo>
                <a:lnTo>
                  <a:pt x="158055" y="172065"/>
                </a:lnTo>
                <a:lnTo>
                  <a:pt x="157736" y="174228"/>
                </a:lnTo>
                <a:lnTo>
                  <a:pt x="157544" y="176457"/>
                </a:lnTo>
                <a:lnTo>
                  <a:pt x="157480" y="178752"/>
                </a:lnTo>
                <a:lnTo>
                  <a:pt x="157544" y="181048"/>
                </a:lnTo>
                <a:lnTo>
                  <a:pt x="157736" y="183277"/>
                </a:lnTo>
                <a:lnTo>
                  <a:pt x="158055" y="185440"/>
                </a:lnTo>
                <a:lnTo>
                  <a:pt x="158503" y="187537"/>
                </a:lnTo>
                <a:lnTo>
                  <a:pt x="159079" y="189567"/>
                </a:lnTo>
                <a:lnTo>
                  <a:pt x="159782" y="191532"/>
                </a:lnTo>
                <a:lnTo>
                  <a:pt x="160613" y="193430"/>
                </a:lnTo>
                <a:lnTo>
                  <a:pt x="161572" y="195262"/>
                </a:lnTo>
                <a:lnTo>
                  <a:pt x="162659" y="197029"/>
                </a:lnTo>
                <a:lnTo>
                  <a:pt x="163874" y="198729"/>
                </a:lnTo>
                <a:lnTo>
                  <a:pt x="165217" y="200362"/>
                </a:lnTo>
                <a:lnTo>
                  <a:pt x="166688" y="201930"/>
                </a:lnTo>
                <a:lnTo>
                  <a:pt x="168255" y="203401"/>
                </a:lnTo>
                <a:lnTo>
                  <a:pt x="169889" y="204743"/>
                </a:lnTo>
                <a:lnTo>
                  <a:pt x="171589" y="205958"/>
                </a:lnTo>
                <a:lnTo>
                  <a:pt x="173355" y="207045"/>
                </a:lnTo>
                <a:lnTo>
                  <a:pt x="175187" y="208004"/>
                </a:lnTo>
                <a:lnTo>
                  <a:pt x="177086" y="208836"/>
                </a:lnTo>
                <a:lnTo>
                  <a:pt x="179050" y="209539"/>
                </a:lnTo>
                <a:lnTo>
                  <a:pt x="181081" y="210114"/>
                </a:lnTo>
                <a:lnTo>
                  <a:pt x="183178" y="210562"/>
                </a:lnTo>
                <a:lnTo>
                  <a:pt x="185341" y="210882"/>
                </a:lnTo>
                <a:lnTo>
                  <a:pt x="187570" y="211074"/>
                </a:lnTo>
                <a:lnTo>
                  <a:pt x="189865" y="211138"/>
                </a:lnTo>
                <a:close/>
              </a:path>
            </a:pathLst>
          </a:custGeom>
          <a:solidFill>
            <a:srgbClr val="1E6B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번호 1"/>
          <p:cNvSpPr/>
          <p:nvPr/>
        </p:nvSpPr>
        <p:spPr>
          <a:xfrm>
            <a:off x="2186940" y="1653540"/>
            <a:ext cx="213360" cy="213360"/>
          </a:xfrm>
          <a:prstGeom prst="ellipse">
            <a:avLst/>
          </a:prstGeom>
          <a:solidFill>
            <a:srgbClr val="1E6B4F"/>
          </a:solidFill>
          <a:ln>
            <a:noFill/>
          </a:ln>
        </p:spPr>
        <p:txBody>
          <a:bodyPr rtlCol="0" anchor="ctr" lIns="0" tIns="0" rIns="0" bIns="0" wrap="none">
            <a:noAutofit/>
          </a:bodyPr>
          <a:lstStyle/>
          <a:p>
            <a:pPr algn="ctr"/>
            <a:r>
              <a:rPr sz="1019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3" name="블록 양쪽 동시 계산"/>
          <p:cNvSpPr/>
          <p:nvPr/>
        </p:nvSpPr>
        <p:spPr>
          <a:xfrm>
            <a:off x="4267200" y="1600200"/>
            <a:ext cx="18288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3716">
            <a:solidFill>
              <a:srgbClr val="9DD3B8"/>
            </a:solidFill>
          </a:ln>
        </p:spPr>
        <p:txBody>
          <a:bodyPr rtlCol="0" anchor="t" lIns="45720" tIns="388620" rIns="45720" bIns="0" wrap="none">
            <a:noAutofit/>
          </a:bodyPr>
          <a:lstStyle/>
          <a:p>
            <a:pPr algn="ctr">
              <a:lnSpc>
                <a:spcPts val="1560"/>
              </a:lnSpc>
            </a:pPr>
            <a:r>
              <a:rPr sz="1200" b="1">
                <a:solidFill>
                  <a:srgbClr val="0B3D2E"/>
                </a:solidFill>
                <a:latin typeface="Pretendard"/>
                <a:ea typeface="Pretendard"/>
                <a:cs typeface="Pretendard"/>
              </a:rPr>
              <a:t>양쪽 동시 계산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원천 T-SQL · 대상 SQL</a:t>
            </a:r>
          </a:p>
        </p:txBody>
      </p:sp>
      <p:sp>
        <p:nvSpPr>
          <p:cNvPr id="14" name="아이콘 database"/>
          <p:cNvSpPr/>
          <p:nvPr/>
        </p:nvSpPr>
        <p:spPr>
          <a:xfrm>
            <a:off x="5067300" y="16764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14300" y="228600"/>
                </a:moveTo>
                <a:lnTo>
                  <a:pt x="106412" y="228497"/>
                </a:lnTo>
                <a:lnTo>
                  <a:pt x="98729" y="228190"/>
                </a:lnTo>
                <a:lnTo>
                  <a:pt x="91251" y="227677"/>
                </a:lnTo>
                <a:lnTo>
                  <a:pt x="83979" y="226960"/>
                </a:lnTo>
                <a:lnTo>
                  <a:pt x="76911" y="226037"/>
                </a:lnTo>
                <a:lnTo>
                  <a:pt x="70048" y="224909"/>
                </a:lnTo>
                <a:lnTo>
                  <a:pt x="63391" y="223576"/>
                </a:lnTo>
                <a:lnTo>
                  <a:pt x="56938" y="222038"/>
                </a:lnTo>
                <a:lnTo>
                  <a:pt x="50691" y="220295"/>
                </a:lnTo>
                <a:lnTo>
                  <a:pt x="44648" y="218347"/>
                </a:lnTo>
                <a:lnTo>
                  <a:pt x="38811" y="216194"/>
                </a:lnTo>
                <a:lnTo>
                  <a:pt x="33179" y="213836"/>
                </a:lnTo>
                <a:lnTo>
                  <a:pt x="27879" y="211330"/>
                </a:lnTo>
                <a:lnTo>
                  <a:pt x="23041" y="208734"/>
                </a:lnTo>
                <a:lnTo>
                  <a:pt x="18663" y="206048"/>
                </a:lnTo>
                <a:lnTo>
                  <a:pt x="14746" y="203271"/>
                </a:lnTo>
                <a:lnTo>
                  <a:pt x="11290" y="200403"/>
                </a:lnTo>
                <a:lnTo>
                  <a:pt x="8295" y="197445"/>
                </a:lnTo>
                <a:lnTo>
                  <a:pt x="5760" y="194397"/>
                </a:lnTo>
                <a:lnTo>
                  <a:pt x="3687" y="191258"/>
                </a:lnTo>
                <a:lnTo>
                  <a:pt x="2074" y="188029"/>
                </a:lnTo>
                <a:lnTo>
                  <a:pt x="922" y="184710"/>
                </a:lnTo>
                <a:lnTo>
                  <a:pt x="230" y="181300"/>
                </a:lnTo>
                <a:lnTo>
                  <a:pt x="0" y="177800"/>
                </a:lnTo>
                <a:lnTo>
                  <a:pt x="0" y="50800"/>
                </a:lnTo>
                <a:lnTo>
                  <a:pt x="233" y="47349"/>
                </a:lnTo>
                <a:lnTo>
                  <a:pt x="930" y="43983"/>
                </a:lnTo>
                <a:lnTo>
                  <a:pt x="2094" y="40700"/>
                </a:lnTo>
                <a:lnTo>
                  <a:pt x="3722" y="37500"/>
                </a:lnTo>
                <a:lnTo>
                  <a:pt x="5815" y="34385"/>
                </a:lnTo>
                <a:lnTo>
                  <a:pt x="8374" y="31353"/>
                </a:lnTo>
                <a:lnTo>
                  <a:pt x="11398" y="28405"/>
                </a:lnTo>
                <a:lnTo>
                  <a:pt x="14887" y="25541"/>
                </a:lnTo>
                <a:lnTo>
                  <a:pt x="18842" y="22761"/>
                </a:lnTo>
                <a:lnTo>
                  <a:pt x="23261" y="20064"/>
                </a:lnTo>
                <a:lnTo>
                  <a:pt x="28146" y="17451"/>
                </a:lnTo>
                <a:lnTo>
                  <a:pt x="33496" y="14922"/>
                </a:lnTo>
                <a:lnTo>
                  <a:pt x="39175" y="12539"/>
                </a:lnTo>
                <a:lnTo>
                  <a:pt x="45045" y="10363"/>
                </a:lnTo>
                <a:lnTo>
                  <a:pt x="51108" y="8394"/>
                </a:lnTo>
                <a:lnTo>
                  <a:pt x="57362" y="6632"/>
                </a:lnTo>
                <a:lnTo>
                  <a:pt x="63808" y="5078"/>
                </a:lnTo>
                <a:lnTo>
                  <a:pt x="70445" y="3731"/>
                </a:lnTo>
                <a:lnTo>
                  <a:pt x="77275" y="2591"/>
                </a:lnTo>
                <a:lnTo>
                  <a:pt x="84296" y="1658"/>
                </a:lnTo>
                <a:lnTo>
                  <a:pt x="91509" y="933"/>
                </a:lnTo>
                <a:lnTo>
                  <a:pt x="98914" y="415"/>
                </a:lnTo>
                <a:lnTo>
                  <a:pt x="106511" y="104"/>
                </a:lnTo>
                <a:lnTo>
                  <a:pt x="114300" y="0"/>
                </a:lnTo>
                <a:lnTo>
                  <a:pt x="122089" y="104"/>
                </a:lnTo>
                <a:lnTo>
                  <a:pt x="129686" y="415"/>
                </a:lnTo>
                <a:lnTo>
                  <a:pt x="137091" y="933"/>
                </a:lnTo>
                <a:lnTo>
                  <a:pt x="144304" y="1658"/>
                </a:lnTo>
                <a:lnTo>
                  <a:pt x="151325" y="2591"/>
                </a:lnTo>
                <a:lnTo>
                  <a:pt x="158155" y="3731"/>
                </a:lnTo>
                <a:lnTo>
                  <a:pt x="164792" y="5078"/>
                </a:lnTo>
                <a:lnTo>
                  <a:pt x="171238" y="6632"/>
                </a:lnTo>
                <a:lnTo>
                  <a:pt x="177492" y="8394"/>
                </a:lnTo>
                <a:lnTo>
                  <a:pt x="183555" y="10363"/>
                </a:lnTo>
                <a:lnTo>
                  <a:pt x="189425" y="12539"/>
                </a:lnTo>
                <a:lnTo>
                  <a:pt x="195104" y="14922"/>
                </a:lnTo>
                <a:lnTo>
                  <a:pt x="200454" y="17451"/>
                </a:lnTo>
                <a:lnTo>
                  <a:pt x="205339" y="20064"/>
                </a:lnTo>
                <a:lnTo>
                  <a:pt x="209758" y="22761"/>
                </a:lnTo>
                <a:lnTo>
                  <a:pt x="213713" y="25541"/>
                </a:lnTo>
                <a:lnTo>
                  <a:pt x="217202" y="28405"/>
                </a:lnTo>
                <a:lnTo>
                  <a:pt x="220226" y="31353"/>
                </a:lnTo>
                <a:lnTo>
                  <a:pt x="222785" y="34385"/>
                </a:lnTo>
                <a:lnTo>
                  <a:pt x="224878" y="37500"/>
                </a:lnTo>
                <a:lnTo>
                  <a:pt x="226506" y="40700"/>
                </a:lnTo>
                <a:lnTo>
                  <a:pt x="227670" y="43983"/>
                </a:lnTo>
                <a:lnTo>
                  <a:pt x="228367" y="47349"/>
                </a:lnTo>
                <a:lnTo>
                  <a:pt x="228600" y="50800"/>
                </a:lnTo>
                <a:lnTo>
                  <a:pt x="228600" y="177800"/>
                </a:lnTo>
                <a:lnTo>
                  <a:pt x="228370" y="181300"/>
                </a:lnTo>
                <a:lnTo>
                  <a:pt x="227678" y="184710"/>
                </a:lnTo>
                <a:lnTo>
                  <a:pt x="226526" y="188029"/>
                </a:lnTo>
                <a:lnTo>
                  <a:pt x="224913" y="191258"/>
                </a:lnTo>
                <a:lnTo>
                  <a:pt x="222840" y="194397"/>
                </a:lnTo>
                <a:lnTo>
                  <a:pt x="220305" y="197445"/>
                </a:lnTo>
                <a:lnTo>
                  <a:pt x="217310" y="200403"/>
                </a:lnTo>
                <a:lnTo>
                  <a:pt x="213854" y="203271"/>
                </a:lnTo>
                <a:lnTo>
                  <a:pt x="209937" y="206048"/>
                </a:lnTo>
                <a:lnTo>
                  <a:pt x="205559" y="208734"/>
                </a:lnTo>
                <a:lnTo>
                  <a:pt x="200721" y="211330"/>
                </a:lnTo>
                <a:lnTo>
                  <a:pt x="195421" y="213836"/>
                </a:lnTo>
                <a:lnTo>
                  <a:pt x="189789" y="216194"/>
                </a:lnTo>
                <a:lnTo>
                  <a:pt x="183952" y="218347"/>
                </a:lnTo>
                <a:lnTo>
                  <a:pt x="177909" y="220295"/>
                </a:lnTo>
                <a:lnTo>
                  <a:pt x="171662" y="222038"/>
                </a:lnTo>
                <a:lnTo>
                  <a:pt x="165209" y="223576"/>
                </a:lnTo>
                <a:lnTo>
                  <a:pt x="158552" y="224909"/>
                </a:lnTo>
                <a:lnTo>
                  <a:pt x="151689" y="226037"/>
                </a:lnTo>
                <a:lnTo>
                  <a:pt x="144621" y="226960"/>
                </a:lnTo>
                <a:lnTo>
                  <a:pt x="137349" y="227677"/>
                </a:lnTo>
                <a:lnTo>
                  <a:pt x="129871" y="228190"/>
                </a:lnTo>
                <a:lnTo>
                  <a:pt x="122188" y="228497"/>
                </a:lnTo>
                <a:lnTo>
                  <a:pt x="114300" y="228600"/>
                </a:lnTo>
                <a:close/>
                <a:moveTo>
                  <a:pt x="114300" y="73660"/>
                </a:moveTo>
                <a:lnTo>
                  <a:pt x="118861" y="73602"/>
                </a:lnTo>
                <a:lnTo>
                  <a:pt x="123441" y="73426"/>
                </a:lnTo>
                <a:lnTo>
                  <a:pt x="128042" y="73134"/>
                </a:lnTo>
                <a:lnTo>
                  <a:pt x="132662" y="72725"/>
                </a:lnTo>
                <a:lnTo>
                  <a:pt x="137302" y="72199"/>
                </a:lnTo>
                <a:lnTo>
                  <a:pt x="141962" y="71557"/>
                </a:lnTo>
                <a:lnTo>
                  <a:pt x="146642" y="70797"/>
                </a:lnTo>
                <a:lnTo>
                  <a:pt x="151342" y="69921"/>
                </a:lnTo>
                <a:lnTo>
                  <a:pt x="156061" y="68927"/>
                </a:lnTo>
                <a:lnTo>
                  <a:pt x="160801" y="67817"/>
                </a:lnTo>
                <a:lnTo>
                  <a:pt x="165560" y="66590"/>
                </a:lnTo>
                <a:lnTo>
                  <a:pt x="170339" y="65246"/>
                </a:lnTo>
                <a:lnTo>
                  <a:pt x="174985" y="63830"/>
                </a:lnTo>
                <a:lnTo>
                  <a:pt x="179348" y="62384"/>
                </a:lnTo>
                <a:lnTo>
                  <a:pt x="183426" y="60910"/>
                </a:lnTo>
                <a:lnTo>
                  <a:pt x="187219" y="59408"/>
                </a:lnTo>
                <a:lnTo>
                  <a:pt x="190728" y="57877"/>
                </a:lnTo>
                <a:lnTo>
                  <a:pt x="193953" y="56317"/>
                </a:lnTo>
                <a:lnTo>
                  <a:pt x="196893" y="54728"/>
                </a:lnTo>
                <a:lnTo>
                  <a:pt x="199549" y="53111"/>
                </a:lnTo>
                <a:lnTo>
                  <a:pt x="201920" y="51465"/>
                </a:lnTo>
                <a:lnTo>
                  <a:pt x="204007" y="49790"/>
                </a:lnTo>
                <a:lnTo>
                  <a:pt x="205809" y="48087"/>
                </a:lnTo>
                <a:lnTo>
                  <a:pt x="207328" y="46355"/>
                </a:lnTo>
                <a:lnTo>
                  <a:pt x="205759" y="44673"/>
                </a:lnTo>
                <a:lnTo>
                  <a:pt x="203910" y="43012"/>
                </a:lnTo>
                <a:lnTo>
                  <a:pt x="201781" y="41374"/>
                </a:lnTo>
                <a:lnTo>
                  <a:pt x="199372" y="39758"/>
                </a:lnTo>
                <a:lnTo>
                  <a:pt x="196684" y="38164"/>
                </a:lnTo>
                <a:lnTo>
                  <a:pt x="193715" y="36592"/>
                </a:lnTo>
                <a:lnTo>
                  <a:pt x="190466" y="35042"/>
                </a:lnTo>
                <a:lnTo>
                  <a:pt x="186937" y="33514"/>
                </a:lnTo>
                <a:lnTo>
                  <a:pt x="183128" y="32008"/>
                </a:lnTo>
                <a:lnTo>
                  <a:pt x="179039" y="30524"/>
                </a:lnTo>
                <a:lnTo>
                  <a:pt x="174670" y="29062"/>
                </a:lnTo>
                <a:lnTo>
                  <a:pt x="170021" y="27622"/>
                </a:lnTo>
                <a:lnTo>
                  <a:pt x="165244" y="26253"/>
                </a:lnTo>
                <a:lnTo>
                  <a:pt x="160492" y="25003"/>
                </a:lnTo>
                <a:lnTo>
                  <a:pt x="155764" y="23872"/>
                </a:lnTo>
                <a:lnTo>
                  <a:pt x="151059" y="22860"/>
                </a:lnTo>
                <a:lnTo>
                  <a:pt x="146380" y="21967"/>
                </a:lnTo>
                <a:lnTo>
                  <a:pt x="141724" y="21193"/>
                </a:lnTo>
                <a:lnTo>
                  <a:pt x="137093" y="20538"/>
                </a:lnTo>
                <a:lnTo>
                  <a:pt x="132486" y="20002"/>
                </a:lnTo>
                <a:lnTo>
                  <a:pt x="127903" y="19586"/>
                </a:lnTo>
                <a:lnTo>
                  <a:pt x="123344" y="19288"/>
                </a:lnTo>
                <a:lnTo>
                  <a:pt x="118810" y="19110"/>
                </a:lnTo>
                <a:lnTo>
                  <a:pt x="114300" y="19050"/>
                </a:lnTo>
                <a:lnTo>
                  <a:pt x="109641" y="19107"/>
                </a:lnTo>
                <a:lnTo>
                  <a:pt x="104978" y="19279"/>
                </a:lnTo>
                <a:lnTo>
                  <a:pt x="100310" y="19566"/>
                </a:lnTo>
                <a:lnTo>
                  <a:pt x="95638" y="19967"/>
                </a:lnTo>
                <a:lnTo>
                  <a:pt x="90962" y="20483"/>
                </a:lnTo>
                <a:lnTo>
                  <a:pt x="86281" y="21114"/>
                </a:lnTo>
                <a:lnTo>
                  <a:pt x="81595" y="21859"/>
                </a:lnTo>
                <a:lnTo>
                  <a:pt x="76906" y="22719"/>
                </a:lnTo>
                <a:lnTo>
                  <a:pt x="72211" y="23693"/>
                </a:lnTo>
                <a:lnTo>
                  <a:pt x="67513" y="24783"/>
                </a:lnTo>
                <a:lnTo>
                  <a:pt x="62810" y="25986"/>
                </a:lnTo>
                <a:lnTo>
                  <a:pt x="58102" y="27305"/>
                </a:lnTo>
                <a:lnTo>
                  <a:pt x="53527" y="28698"/>
                </a:lnTo>
                <a:lnTo>
                  <a:pt x="49221" y="30127"/>
                </a:lnTo>
                <a:lnTo>
                  <a:pt x="45184" y="31591"/>
                </a:lnTo>
                <a:lnTo>
                  <a:pt x="41416" y="33091"/>
                </a:lnTo>
                <a:lnTo>
                  <a:pt x="37917" y="34625"/>
                </a:lnTo>
                <a:lnTo>
                  <a:pt x="34687" y="36195"/>
                </a:lnTo>
                <a:lnTo>
                  <a:pt x="31726" y="37800"/>
                </a:lnTo>
                <a:lnTo>
                  <a:pt x="29034" y="39441"/>
                </a:lnTo>
                <a:lnTo>
                  <a:pt x="26610" y="41116"/>
                </a:lnTo>
                <a:lnTo>
                  <a:pt x="24456" y="42827"/>
                </a:lnTo>
                <a:lnTo>
                  <a:pt x="22571" y="44573"/>
                </a:lnTo>
                <a:lnTo>
                  <a:pt x="20955" y="46355"/>
                </a:lnTo>
                <a:lnTo>
                  <a:pt x="22569" y="48186"/>
                </a:lnTo>
                <a:lnTo>
                  <a:pt x="24448" y="49975"/>
                </a:lnTo>
                <a:lnTo>
                  <a:pt x="26591" y="51723"/>
                </a:lnTo>
                <a:lnTo>
                  <a:pt x="28998" y="53428"/>
                </a:lnTo>
                <a:lnTo>
                  <a:pt x="31671" y="55092"/>
                </a:lnTo>
                <a:lnTo>
                  <a:pt x="34608" y="56713"/>
                </a:lnTo>
                <a:lnTo>
                  <a:pt x="37809" y="58293"/>
                </a:lnTo>
                <a:lnTo>
                  <a:pt x="41275" y="59831"/>
                </a:lnTo>
                <a:lnTo>
                  <a:pt x="45006" y="61327"/>
                </a:lnTo>
                <a:lnTo>
                  <a:pt x="49001" y="62781"/>
                </a:lnTo>
                <a:lnTo>
                  <a:pt x="53261" y="64193"/>
                </a:lnTo>
                <a:lnTo>
                  <a:pt x="57785" y="65564"/>
                </a:lnTo>
                <a:lnTo>
                  <a:pt x="62446" y="66857"/>
                </a:lnTo>
                <a:lnTo>
                  <a:pt x="67116" y="68038"/>
                </a:lnTo>
                <a:lnTo>
                  <a:pt x="71795" y="69106"/>
                </a:lnTo>
                <a:lnTo>
                  <a:pt x="76482" y="70062"/>
                </a:lnTo>
                <a:lnTo>
                  <a:pt x="81179" y="70905"/>
                </a:lnTo>
                <a:lnTo>
                  <a:pt x="85884" y="71636"/>
                </a:lnTo>
                <a:lnTo>
                  <a:pt x="90598" y="72254"/>
                </a:lnTo>
                <a:lnTo>
                  <a:pt x="95321" y="72760"/>
                </a:lnTo>
                <a:lnTo>
                  <a:pt x="100052" y="73154"/>
                </a:lnTo>
                <a:lnTo>
                  <a:pt x="104793" y="73435"/>
                </a:lnTo>
                <a:lnTo>
                  <a:pt x="109542" y="73604"/>
                </a:lnTo>
                <a:lnTo>
                  <a:pt x="114300" y="73660"/>
                </a:lnTo>
                <a:close/>
                <a:moveTo>
                  <a:pt x="113982" y="141605"/>
                </a:moveTo>
                <a:lnTo>
                  <a:pt x="116205" y="141595"/>
                </a:lnTo>
                <a:lnTo>
                  <a:pt x="118428" y="141565"/>
                </a:lnTo>
                <a:lnTo>
                  <a:pt x="120650" y="141516"/>
                </a:lnTo>
                <a:lnTo>
                  <a:pt x="122872" y="141446"/>
                </a:lnTo>
                <a:lnTo>
                  <a:pt x="125095" y="141357"/>
                </a:lnTo>
                <a:lnTo>
                  <a:pt x="127318" y="141248"/>
                </a:lnTo>
                <a:lnTo>
                  <a:pt x="129540" y="141119"/>
                </a:lnTo>
                <a:lnTo>
                  <a:pt x="131762" y="140970"/>
                </a:lnTo>
                <a:lnTo>
                  <a:pt x="133985" y="140801"/>
                </a:lnTo>
                <a:lnTo>
                  <a:pt x="136208" y="140613"/>
                </a:lnTo>
                <a:lnTo>
                  <a:pt x="138430" y="140404"/>
                </a:lnTo>
                <a:lnTo>
                  <a:pt x="140652" y="140176"/>
                </a:lnTo>
                <a:lnTo>
                  <a:pt x="142867" y="139928"/>
                </a:lnTo>
                <a:lnTo>
                  <a:pt x="145067" y="139660"/>
                </a:lnTo>
                <a:lnTo>
                  <a:pt x="147251" y="139373"/>
                </a:lnTo>
                <a:lnTo>
                  <a:pt x="149419" y="139065"/>
                </a:lnTo>
                <a:lnTo>
                  <a:pt x="151572" y="138738"/>
                </a:lnTo>
                <a:lnTo>
                  <a:pt x="153710" y="138390"/>
                </a:lnTo>
                <a:lnTo>
                  <a:pt x="155832" y="138023"/>
                </a:lnTo>
                <a:lnTo>
                  <a:pt x="157939" y="137636"/>
                </a:lnTo>
                <a:lnTo>
                  <a:pt x="160030" y="137229"/>
                </a:lnTo>
                <a:lnTo>
                  <a:pt x="162106" y="136803"/>
                </a:lnTo>
                <a:lnTo>
                  <a:pt x="164166" y="136356"/>
                </a:lnTo>
                <a:lnTo>
                  <a:pt x="166211" y="135890"/>
                </a:lnTo>
                <a:lnTo>
                  <a:pt x="168241" y="135405"/>
                </a:lnTo>
                <a:lnTo>
                  <a:pt x="170255" y="134902"/>
                </a:lnTo>
                <a:lnTo>
                  <a:pt x="172254" y="134382"/>
                </a:lnTo>
                <a:lnTo>
                  <a:pt x="174237" y="133844"/>
                </a:lnTo>
                <a:lnTo>
                  <a:pt x="176205" y="133288"/>
                </a:lnTo>
                <a:lnTo>
                  <a:pt x="178157" y="132715"/>
                </a:lnTo>
                <a:lnTo>
                  <a:pt x="180094" y="132124"/>
                </a:lnTo>
                <a:lnTo>
                  <a:pt x="182016" y="131516"/>
                </a:lnTo>
                <a:lnTo>
                  <a:pt x="183922" y="130889"/>
                </a:lnTo>
                <a:lnTo>
                  <a:pt x="185812" y="130246"/>
                </a:lnTo>
                <a:lnTo>
                  <a:pt x="187688" y="129584"/>
                </a:lnTo>
                <a:lnTo>
                  <a:pt x="189548" y="128905"/>
                </a:lnTo>
                <a:lnTo>
                  <a:pt x="191384" y="128210"/>
                </a:lnTo>
                <a:lnTo>
                  <a:pt x="193190" y="127503"/>
                </a:lnTo>
                <a:lnTo>
                  <a:pt x="194965" y="126782"/>
                </a:lnTo>
                <a:lnTo>
                  <a:pt x="196709" y="126048"/>
                </a:lnTo>
                <a:lnTo>
                  <a:pt x="198422" y="125300"/>
                </a:lnTo>
                <a:lnTo>
                  <a:pt x="200104" y="124539"/>
                </a:lnTo>
                <a:lnTo>
                  <a:pt x="201756" y="123765"/>
                </a:lnTo>
                <a:lnTo>
                  <a:pt x="203376" y="122978"/>
                </a:lnTo>
                <a:lnTo>
                  <a:pt x="204966" y="122178"/>
                </a:lnTo>
                <a:lnTo>
                  <a:pt x="206525" y="121364"/>
                </a:lnTo>
                <a:lnTo>
                  <a:pt x="208053" y="120538"/>
                </a:lnTo>
                <a:lnTo>
                  <a:pt x="209550" y="119698"/>
                </a:lnTo>
                <a:lnTo>
                  <a:pt x="209550" y="70485"/>
                </a:lnTo>
                <a:lnTo>
                  <a:pt x="208002" y="71325"/>
                </a:lnTo>
                <a:lnTo>
                  <a:pt x="206428" y="72152"/>
                </a:lnTo>
                <a:lnTo>
                  <a:pt x="204827" y="72965"/>
                </a:lnTo>
                <a:lnTo>
                  <a:pt x="203200" y="73766"/>
                </a:lnTo>
                <a:lnTo>
                  <a:pt x="201546" y="74553"/>
                </a:lnTo>
                <a:lnTo>
                  <a:pt x="199866" y="75327"/>
                </a:lnTo>
                <a:lnTo>
                  <a:pt x="198160" y="76088"/>
                </a:lnTo>
                <a:lnTo>
                  <a:pt x="196427" y="76835"/>
                </a:lnTo>
                <a:lnTo>
                  <a:pt x="194667" y="77569"/>
                </a:lnTo>
                <a:lnTo>
                  <a:pt x="192881" y="78290"/>
                </a:lnTo>
                <a:lnTo>
                  <a:pt x="191069" y="78998"/>
                </a:lnTo>
                <a:lnTo>
                  <a:pt x="189230" y="79692"/>
                </a:lnTo>
                <a:lnTo>
                  <a:pt x="187369" y="80372"/>
                </a:lnTo>
                <a:lnTo>
                  <a:pt x="185491" y="81033"/>
                </a:lnTo>
                <a:lnTo>
                  <a:pt x="183594" y="81677"/>
                </a:lnTo>
                <a:lnTo>
                  <a:pt x="181681" y="82303"/>
                </a:lnTo>
                <a:lnTo>
                  <a:pt x="179749" y="82912"/>
                </a:lnTo>
                <a:lnTo>
                  <a:pt x="177800" y="83502"/>
                </a:lnTo>
                <a:lnTo>
                  <a:pt x="175833" y="84076"/>
                </a:lnTo>
                <a:lnTo>
                  <a:pt x="173849" y="84631"/>
                </a:lnTo>
                <a:lnTo>
                  <a:pt x="171847" y="85169"/>
                </a:lnTo>
                <a:lnTo>
                  <a:pt x="169827" y="85690"/>
                </a:lnTo>
                <a:lnTo>
                  <a:pt x="167790" y="86192"/>
                </a:lnTo>
                <a:lnTo>
                  <a:pt x="165735" y="86678"/>
                </a:lnTo>
                <a:lnTo>
                  <a:pt x="163667" y="87145"/>
                </a:lnTo>
                <a:lnTo>
                  <a:pt x="161590" y="87595"/>
                </a:lnTo>
                <a:lnTo>
                  <a:pt x="159504" y="88027"/>
                </a:lnTo>
                <a:lnTo>
                  <a:pt x="157409" y="88441"/>
                </a:lnTo>
                <a:lnTo>
                  <a:pt x="155306" y="88838"/>
                </a:lnTo>
                <a:lnTo>
                  <a:pt x="153194" y="89218"/>
                </a:lnTo>
                <a:lnTo>
                  <a:pt x="151073" y="89579"/>
                </a:lnTo>
                <a:lnTo>
                  <a:pt x="148943" y="89923"/>
                </a:lnTo>
                <a:lnTo>
                  <a:pt x="146804" y="90249"/>
                </a:lnTo>
                <a:lnTo>
                  <a:pt x="144657" y="90558"/>
                </a:lnTo>
                <a:lnTo>
                  <a:pt x="142500" y="90849"/>
                </a:lnTo>
                <a:lnTo>
                  <a:pt x="140335" y="91122"/>
                </a:lnTo>
                <a:lnTo>
                  <a:pt x="138163" y="91376"/>
                </a:lnTo>
                <a:lnTo>
                  <a:pt x="135987" y="91608"/>
                </a:lnTo>
                <a:lnTo>
                  <a:pt x="133806" y="91817"/>
                </a:lnTo>
                <a:lnTo>
                  <a:pt x="131621" y="92004"/>
                </a:lnTo>
                <a:lnTo>
                  <a:pt x="129432" y="92170"/>
                </a:lnTo>
                <a:lnTo>
                  <a:pt x="127238" y="92313"/>
                </a:lnTo>
                <a:lnTo>
                  <a:pt x="125040" y="92434"/>
                </a:lnTo>
                <a:lnTo>
                  <a:pt x="122837" y="92534"/>
                </a:lnTo>
                <a:lnTo>
                  <a:pt x="120630" y="92611"/>
                </a:lnTo>
                <a:lnTo>
                  <a:pt x="118419" y="92666"/>
                </a:lnTo>
                <a:lnTo>
                  <a:pt x="116203" y="92699"/>
                </a:lnTo>
                <a:lnTo>
                  <a:pt x="113982" y="92710"/>
                </a:lnTo>
                <a:lnTo>
                  <a:pt x="111760" y="92699"/>
                </a:lnTo>
                <a:lnTo>
                  <a:pt x="109538" y="92666"/>
                </a:lnTo>
                <a:lnTo>
                  <a:pt x="107315" y="92611"/>
                </a:lnTo>
                <a:lnTo>
                  <a:pt x="105092" y="92534"/>
                </a:lnTo>
                <a:lnTo>
                  <a:pt x="102870" y="92434"/>
                </a:lnTo>
                <a:lnTo>
                  <a:pt x="100648" y="92313"/>
                </a:lnTo>
                <a:lnTo>
                  <a:pt x="98425" y="92170"/>
                </a:lnTo>
                <a:lnTo>
                  <a:pt x="96202" y="92004"/>
                </a:lnTo>
                <a:lnTo>
                  <a:pt x="93980" y="91817"/>
                </a:lnTo>
                <a:lnTo>
                  <a:pt x="91758" y="91608"/>
                </a:lnTo>
                <a:lnTo>
                  <a:pt x="89535" y="91376"/>
                </a:lnTo>
                <a:lnTo>
                  <a:pt x="87312" y="91122"/>
                </a:lnTo>
                <a:lnTo>
                  <a:pt x="85098" y="90849"/>
                </a:lnTo>
                <a:lnTo>
                  <a:pt x="82898" y="90558"/>
                </a:lnTo>
                <a:lnTo>
                  <a:pt x="80714" y="90249"/>
                </a:lnTo>
                <a:lnTo>
                  <a:pt x="78546" y="89923"/>
                </a:lnTo>
                <a:lnTo>
                  <a:pt x="76393" y="89579"/>
                </a:lnTo>
                <a:lnTo>
                  <a:pt x="74255" y="89218"/>
                </a:lnTo>
                <a:lnTo>
                  <a:pt x="72133" y="88838"/>
                </a:lnTo>
                <a:lnTo>
                  <a:pt x="70026" y="88441"/>
                </a:lnTo>
                <a:lnTo>
                  <a:pt x="67935" y="88027"/>
                </a:lnTo>
                <a:lnTo>
                  <a:pt x="65859" y="87595"/>
                </a:lnTo>
                <a:lnTo>
                  <a:pt x="63799" y="87145"/>
                </a:lnTo>
                <a:lnTo>
                  <a:pt x="61754" y="86678"/>
                </a:lnTo>
                <a:lnTo>
                  <a:pt x="59725" y="86192"/>
                </a:lnTo>
                <a:lnTo>
                  <a:pt x="57714" y="85690"/>
                </a:lnTo>
                <a:lnTo>
                  <a:pt x="55721" y="85169"/>
                </a:lnTo>
                <a:lnTo>
                  <a:pt x="53746" y="84631"/>
                </a:lnTo>
                <a:lnTo>
                  <a:pt x="51788" y="84076"/>
                </a:lnTo>
                <a:lnTo>
                  <a:pt x="49848" y="83502"/>
                </a:lnTo>
                <a:lnTo>
                  <a:pt x="47925" y="82912"/>
                </a:lnTo>
                <a:lnTo>
                  <a:pt x="46020" y="82303"/>
                </a:lnTo>
                <a:lnTo>
                  <a:pt x="44132" y="81677"/>
                </a:lnTo>
                <a:lnTo>
                  <a:pt x="42263" y="81033"/>
                </a:lnTo>
                <a:lnTo>
                  <a:pt x="40411" y="80372"/>
                </a:lnTo>
                <a:lnTo>
                  <a:pt x="38576" y="79692"/>
                </a:lnTo>
                <a:lnTo>
                  <a:pt x="36767" y="78998"/>
                </a:lnTo>
                <a:lnTo>
                  <a:pt x="34991" y="78290"/>
                </a:lnTo>
                <a:lnTo>
                  <a:pt x="33248" y="77569"/>
                </a:lnTo>
                <a:lnTo>
                  <a:pt x="31538" y="76835"/>
                </a:lnTo>
                <a:lnTo>
                  <a:pt x="29862" y="76088"/>
                </a:lnTo>
                <a:lnTo>
                  <a:pt x="28218" y="75327"/>
                </a:lnTo>
                <a:lnTo>
                  <a:pt x="26607" y="74553"/>
                </a:lnTo>
                <a:lnTo>
                  <a:pt x="25030" y="73766"/>
                </a:lnTo>
                <a:lnTo>
                  <a:pt x="23485" y="72965"/>
                </a:lnTo>
                <a:lnTo>
                  <a:pt x="21974" y="72152"/>
                </a:lnTo>
                <a:lnTo>
                  <a:pt x="20495" y="71325"/>
                </a:lnTo>
                <a:lnTo>
                  <a:pt x="19050" y="70485"/>
                </a:lnTo>
                <a:lnTo>
                  <a:pt x="19050" y="119698"/>
                </a:lnTo>
                <a:lnTo>
                  <a:pt x="20494" y="120538"/>
                </a:lnTo>
                <a:lnTo>
                  <a:pt x="21969" y="121364"/>
                </a:lnTo>
                <a:lnTo>
                  <a:pt x="23475" y="122178"/>
                </a:lnTo>
                <a:lnTo>
                  <a:pt x="25012" y="122978"/>
                </a:lnTo>
                <a:lnTo>
                  <a:pt x="26580" y="123765"/>
                </a:lnTo>
                <a:lnTo>
                  <a:pt x="28178" y="124539"/>
                </a:lnTo>
                <a:lnTo>
                  <a:pt x="29808" y="125300"/>
                </a:lnTo>
                <a:lnTo>
                  <a:pt x="31468" y="126048"/>
                </a:lnTo>
                <a:lnTo>
                  <a:pt x="33159" y="126782"/>
                </a:lnTo>
                <a:lnTo>
                  <a:pt x="34881" y="127503"/>
                </a:lnTo>
                <a:lnTo>
                  <a:pt x="36634" y="128210"/>
                </a:lnTo>
                <a:lnTo>
                  <a:pt x="38418" y="128905"/>
                </a:lnTo>
                <a:lnTo>
                  <a:pt x="40227" y="129584"/>
                </a:lnTo>
                <a:lnTo>
                  <a:pt x="42056" y="130246"/>
                </a:lnTo>
                <a:lnTo>
                  <a:pt x="43904" y="130889"/>
                </a:lnTo>
                <a:lnTo>
                  <a:pt x="45773" y="131516"/>
                </a:lnTo>
                <a:lnTo>
                  <a:pt x="47661" y="132124"/>
                </a:lnTo>
                <a:lnTo>
                  <a:pt x="49570" y="132715"/>
                </a:lnTo>
                <a:lnTo>
                  <a:pt x="51498" y="133288"/>
                </a:lnTo>
                <a:lnTo>
                  <a:pt x="53446" y="133844"/>
                </a:lnTo>
                <a:lnTo>
                  <a:pt x="55414" y="134382"/>
                </a:lnTo>
                <a:lnTo>
                  <a:pt x="57401" y="134902"/>
                </a:lnTo>
                <a:lnTo>
                  <a:pt x="59409" y="135405"/>
                </a:lnTo>
                <a:lnTo>
                  <a:pt x="61436" y="135890"/>
                </a:lnTo>
                <a:lnTo>
                  <a:pt x="63481" y="136356"/>
                </a:lnTo>
                <a:lnTo>
                  <a:pt x="65542" y="136803"/>
                </a:lnTo>
                <a:lnTo>
                  <a:pt x="67618" y="137229"/>
                </a:lnTo>
                <a:lnTo>
                  <a:pt x="69709" y="137636"/>
                </a:lnTo>
                <a:lnTo>
                  <a:pt x="71816" y="138023"/>
                </a:lnTo>
                <a:lnTo>
                  <a:pt x="73938" y="138390"/>
                </a:lnTo>
                <a:lnTo>
                  <a:pt x="76075" y="138738"/>
                </a:lnTo>
                <a:lnTo>
                  <a:pt x="78228" y="139065"/>
                </a:lnTo>
                <a:lnTo>
                  <a:pt x="80397" y="139373"/>
                </a:lnTo>
                <a:lnTo>
                  <a:pt x="82581" y="139660"/>
                </a:lnTo>
                <a:lnTo>
                  <a:pt x="84780" y="139928"/>
                </a:lnTo>
                <a:lnTo>
                  <a:pt x="86995" y="140176"/>
                </a:lnTo>
                <a:lnTo>
                  <a:pt x="89220" y="140404"/>
                </a:lnTo>
                <a:lnTo>
                  <a:pt x="91449" y="140613"/>
                </a:lnTo>
                <a:lnTo>
                  <a:pt x="93682" y="140801"/>
                </a:lnTo>
                <a:lnTo>
                  <a:pt x="95920" y="140970"/>
                </a:lnTo>
                <a:lnTo>
                  <a:pt x="98163" y="141119"/>
                </a:lnTo>
                <a:lnTo>
                  <a:pt x="100409" y="141248"/>
                </a:lnTo>
                <a:lnTo>
                  <a:pt x="102661" y="141357"/>
                </a:lnTo>
                <a:lnTo>
                  <a:pt x="104916" y="141446"/>
                </a:lnTo>
                <a:lnTo>
                  <a:pt x="107176" y="141516"/>
                </a:lnTo>
                <a:lnTo>
                  <a:pt x="109440" y="141565"/>
                </a:lnTo>
                <a:lnTo>
                  <a:pt x="111709" y="141595"/>
                </a:lnTo>
                <a:lnTo>
                  <a:pt x="113982" y="141605"/>
                </a:lnTo>
                <a:close/>
                <a:moveTo>
                  <a:pt x="114300" y="209550"/>
                </a:moveTo>
                <a:lnTo>
                  <a:pt x="116847" y="209531"/>
                </a:lnTo>
                <a:lnTo>
                  <a:pt x="119406" y="209475"/>
                </a:lnTo>
                <a:lnTo>
                  <a:pt x="121980" y="209381"/>
                </a:lnTo>
                <a:lnTo>
                  <a:pt x="124566" y="209250"/>
                </a:lnTo>
                <a:lnTo>
                  <a:pt x="127165" y="209081"/>
                </a:lnTo>
                <a:lnTo>
                  <a:pt x="129778" y="208875"/>
                </a:lnTo>
                <a:lnTo>
                  <a:pt x="132404" y="208632"/>
                </a:lnTo>
                <a:lnTo>
                  <a:pt x="135043" y="208351"/>
                </a:lnTo>
                <a:lnTo>
                  <a:pt x="137696" y="208032"/>
                </a:lnTo>
                <a:lnTo>
                  <a:pt x="140361" y="207676"/>
                </a:lnTo>
                <a:lnTo>
                  <a:pt x="143040" y="207282"/>
                </a:lnTo>
                <a:lnTo>
                  <a:pt x="145732" y="206851"/>
                </a:lnTo>
                <a:lnTo>
                  <a:pt x="148413" y="206389"/>
                </a:lnTo>
                <a:lnTo>
                  <a:pt x="151055" y="205903"/>
                </a:lnTo>
                <a:lnTo>
                  <a:pt x="153660" y="205393"/>
                </a:lnTo>
                <a:lnTo>
                  <a:pt x="156228" y="204858"/>
                </a:lnTo>
                <a:lnTo>
                  <a:pt x="158758" y="204299"/>
                </a:lnTo>
                <a:lnTo>
                  <a:pt x="161250" y="203716"/>
                </a:lnTo>
                <a:lnTo>
                  <a:pt x="163705" y="203108"/>
                </a:lnTo>
                <a:lnTo>
                  <a:pt x="166123" y="202477"/>
                </a:lnTo>
                <a:lnTo>
                  <a:pt x="168503" y="201821"/>
                </a:lnTo>
                <a:lnTo>
                  <a:pt x="170846" y="201141"/>
                </a:lnTo>
                <a:lnTo>
                  <a:pt x="173151" y="200436"/>
                </a:lnTo>
                <a:lnTo>
                  <a:pt x="175419" y="199708"/>
                </a:lnTo>
                <a:lnTo>
                  <a:pt x="177639" y="198960"/>
                </a:lnTo>
                <a:lnTo>
                  <a:pt x="179802" y="198199"/>
                </a:lnTo>
                <a:lnTo>
                  <a:pt x="181908" y="197425"/>
                </a:lnTo>
                <a:lnTo>
                  <a:pt x="183956" y="196638"/>
                </a:lnTo>
                <a:lnTo>
                  <a:pt x="185947" y="195838"/>
                </a:lnTo>
                <a:lnTo>
                  <a:pt x="187881" y="195024"/>
                </a:lnTo>
                <a:lnTo>
                  <a:pt x="189757" y="194198"/>
                </a:lnTo>
                <a:lnTo>
                  <a:pt x="191576" y="193358"/>
                </a:lnTo>
                <a:lnTo>
                  <a:pt x="193338" y="192504"/>
                </a:lnTo>
                <a:lnTo>
                  <a:pt x="195042" y="191638"/>
                </a:lnTo>
                <a:lnTo>
                  <a:pt x="196689" y="190758"/>
                </a:lnTo>
                <a:lnTo>
                  <a:pt x="198279" y="189865"/>
                </a:lnTo>
                <a:lnTo>
                  <a:pt x="199788" y="188963"/>
                </a:lnTo>
                <a:lnTo>
                  <a:pt x="201194" y="188057"/>
                </a:lnTo>
                <a:lnTo>
                  <a:pt x="202496" y="187146"/>
                </a:lnTo>
                <a:lnTo>
                  <a:pt x="203694" y="186231"/>
                </a:lnTo>
                <a:lnTo>
                  <a:pt x="204789" y="185312"/>
                </a:lnTo>
                <a:lnTo>
                  <a:pt x="205780" y="184388"/>
                </a:lnTo>
                <a:lnTo>
                  <a:pt x="206667" y="183460"/>
                </a:lnTo>
                <a:lnTo>
                  <a:pt x="207451" y="182527"/>
                </a:lnTo>
                <a:lnTo>
                  <a:pt x="208131" y="181590"/>
                </a:lnTo>
                <a:lnTo>
                  <a:pt x="208708" y="180649"/>
                </a:lnTo>
                <a:lnTo>
                  <a:pt x="209181" y="179703"/>
                </a:lnTo>
                <a:lnTo>
                  <a:pt x="209550" y="178752"/>
                </a:lnTo>
                <a:lnTo>
                  <a:pt x="209550" y="139065"/>
                </a:lnTo>
                <a:lnTo>
                  <a:pt x="208053" y="139904"/>
                </a:lnTo>
                <a:lnTo>
                  <a:pt x="206525" y="140727"/>
                </a:lnTo>
                <a:lnTo>
                  <a:pt x="204966" y="141536"/>
                </a:lnTo>
                <a:lnTo>
                  <a:pt x="203376" y="142328"/>
                </a:lnTo>
                <a:lnTo>
                  <a:pt x="201756" y="143105"/>
                </a:lnTo>
                <a:lnTo>
                  <a:pt x="200104" y="143867"/>
                </a:lnTo>
                <a:lnTo>
                  <a:pt x="198422" y="144614"/>
                </a:lnTo>
                <a:lnTo>
                  <a:pt x="196709" y="145344"/>
                </a:lnTo>
                <a:lnTo>
                  <a:pt x="194965" y="146060"/>
                </a:lnTo>
                <a:lnTo>
                  <a:pt x="193190" y="146760"/>
                </a:lnTo>
                <a:lnTo>
                  <a:pt x="191384" y="147445"/>
                </a:lnTo>
                <a:lnTo>
                  <a:pt x="189548" y="148114"/>
                </a:lnTo>
                <a:lnTo>
                  <a:pt x="187688" y="148767"/>
                </a:lnTo>
                <a:lnTo>
                  <a:pt x="185812" y="149406"/>
                </a:lnTo>
                <a:lnTo>
                  <a:pt x="183922" y="150029"/>
                </a:lnTo>
                <a:lnTo>
                  <a:pt x="182016" y="150636"/>
                </a:lnTo>
                <a:lnTo>
                  <a:pt x="180094" y="151228"/>
                </a:lnTo>
                <a:lnTo>
                  <a:pt x="178157" y="151805"/>
                </a:lnTo>
                <a:lnTo>
                  <a:pt x="176205" y="152366"/>
                </a:lnTo>
                <a:lnTo>
                  <a:pt x="174237" y="152912"/>
                </a:lnTo>
                <a:lnTo>
                  <a:pt x="172254" y="153442"/>
                </a:lnTo>
                <a:lnTo>
                  <a:pt x="170255" y="153957"/>
                </a:lnTo>
                <a:lnTo>
                  <a:pt x="168241" y="154456"/>
                </a:lnTo>
                <a:lnTo>
                  <a:pt x="166211" y="154940"/>
                </a:lnTo>
                <a:lnTo>
                  <a:pt x="164167" y="155406"/>
                </a:lnTo>
                <a:lnTo>
                  <a:pt x="162110" y="155853"/>
                </a:lnTo>
                <a:lnTo>
                  <a:pt x="160040" y="156279"/>
                </a:lnTo>
                <a:lnTo>
                  <a:pt x="157956" y="156686"/>
                </a:lnTo>
                <a:lnTo>
                  <a:pt x="155859" y="157073"/>
                </a:lnTo>
                <a:lnTo>
                  <a:pt x="153749" y="157440"/>
                </a:lnTo>
                <a:lnTo>
                  <a:pt x="151626" y="157788"/>
                </a:lnTo>
                <a:lnTo>
                  <a:pt x="149490" y="158115"/>
                </a:lnTo>
                <a:lnTo>
                  <a:pt x="147340" y="158423"/>
                </a:lnTo>
                <a:lnTo>
                  <a:pt x="145177" y="158710"/>
                </a:lnTo>
                <a:lnTo>
                  <a:pt x="143001" y="158978"/>
                </a:lnTo>
                <a:lnTo>
                  <a:pt x="140811" y="159226"/>
                </a:lnTo>
                <a:lnTo>
                  <a:pt x="138612" y="159454"/>
                </a:lnTo>
                <a:lnTo>
                  <a:pt x="136406" y="159663"/>
                </a:lnTo>
                <a:lnTo>
                  <a:pt x="134193" y="159851"/>
                </a:lnTo>
                <a:lnTo>
                  <a:pt x="131974" y="160020"/>
                </a:lnTo>
                <a:lnTo>
                  <a:pt x="129748" y="160169"/>
                </a:lnTo>
                <a:lnTo>
                  <a:pt x="127516" y="160298"/>
                </a:lnTo>
                <a:lnTo>
                  <a:pt x="125277" y="160407"/>
                </a:lnTo>
                <a:lnTo>
                  <a:pt x="123031" y="160496"/>
                </a:lnTo>
                <a:lnTo>
                  <a:pt x="120779" y="160566"/>
                </a:lnTo>
                <a:lnTo>
                  <a:pt x="118520" y="160615"/>
                </a:lnTo>
                <a:lnTo>
                  <a:pt x="116255" y="160645"/>
                </a:lnTo>
                <a:lnTo>
                  <a:pt x="113982" y="160655"/>
                </a:lnTo>
                <a:lnTo>
                  <a:pt x="111709" y="160645"/>
                </a:lnTo>
                <a:lnTo>
                  <a:pt x="109440" y="160615"/>
                </a:lnTo>
                <a:lnTo>
                  <a:pt x="107176" y="160566"/>
                </a:lnTo>
                <a:lnTo>
                  <a:pt x="104916" y="160496"/>
                </a:lnTo>
                <a:lnTo>
                  <a:pt x="102661" y="160407"/>
                </a:lnTo>
                <a:lnTo>
                  <a:pt x="100409" y="160298"/>
                </a:lnTo>
                <a:lnTo>
                  <a:pt x="98163" y="160169"/>
                </a:lnTo>
                <a:lnTo>
                  <a:pt x="95920" y="160020"/>
                </a:lnTo>
                <a:lnTo>
                  <a:pt x="93682" y="159851"/>
                </a:lnTo>
                <a:lnTo>
                  <a:pt x="91449" y="159663"/>
                </a:lnTo>
                <a:lnTo>
                  <a:pt x="89220" y="159454"/>
                </a:lnTo>
                <a:lnTo>
                  <a:pt x="86995" y="159226"/>
                </a:lnTo>
                <a:lnTo>
                  <a:pt x="84780" y="158978"/>
                </a:lnTo>
                <a:lnTo>
                  <a:pt x="82581" y="158710"/>
                </a:lnTo>
                <a:lnTo>
                  <a:pt x="80397" y="158423"/>
                </a:lnTo>
                <a:lnTo>
                  <a:pt x="78228" y="158115"/>
                </a:lnTo>
                <a:lnTo>
                  <a:pt x="76075" y="157788"/>
                </a:lnTo>
                <a:lnTo>
                  <a:pt x="73938" y="157440"/>
                </a:lnTo>
                <a:lnTo>
                  <a:pt x="71816" y="157073"/>
                </a:lnTo>
                <a:lnTo>
                  <a:pt x="69709" y="156686"/>
                </a:lnTo>
                <a:lnTo>
                  <a:pt x="67618" y="156279"/>
                </a:lnTo>
                <a:lnTo>
                  <a:pt x="65542" y="155853"/>
                </a:lnTo>
                <a:lnTo>
                  <a:pt x="63481" y="155406"/>
                </a:lnTo>
                <a:lnTo>
                  <a:pt x="61436" y="154940"/>
                </a:lnTo>
                <a:lnTo>
                  <a:pt x="59409" y="154456"/>
                </a:lnTo>
                <a:lnTo>
                  <a:pt x="57401" y="153957"/>
                </a:lnTo>
                <a:lnTo>
                  <a:pt x="55414" y="153442"/>
                </a:lnTo>
                <a:lnTo>
                  <a:pt x="53446" y="152912"/>
                </a:lnTo>
                <a:lnTo>
                  <a:pt x="51498" y="152366"/>
                </a:lnTo>
                <a:lnTo>
                  <a:pt x="49570" y="151805"/>
                </a:lnTo>
                <a:lnTo>
                  <a:pt x="47661" y="151228"/>
                </a:lnTo>
                <a:lnTo>
                  <a:pt x="45773" y="150636"/>
                </a:lnTo>
                <a:lnTo>
                  <a:pt x="43904" y="150029"/>
                </a:lnTo>
                <a:lnTo>
                  <a:pt x="42056" y="149406"/>
                </a:lnTo>
                <a:lnTo>
                  <a:pt x="40227" y="148767"/>
                </a:lnTo>
                <a:lnTo>
                  <a:pt x="38418" y="148114"/>
                </a:lnTo>
                <a:lnTo>
                  <a:pt x="36634" y="147445"/>
                </a:lnTo>
                <a:lnTo>
                  <a:pt x="34881" y="146760"/>
                </a:lnTo>
                <a:lnTo>
                  <a:pt x="33159" y="146060"/>
                </a:lnTo>
                <a:lnTo>
                  <a:pt x="31468" y="145344"/>
                </a:lnTo>
                <a:lnTo>
                  <a:pt x="29808" y="144614"/>
                </a:lnTo>
                <a:lnTo>
                  <a:pt x="28178" y="143867"/>
                </a:lnTo>
                <a:lnTo>
                  <a:pt x="26580" y="143105"/>
                </a:lnTo>
                <a:lnTo>
                  <a:pt x="25012" y="142328"/>
                </a:lnTo>
                <a:lnTo>
                  <a:pt x="23475" y="141536"/>
                </a:lnTo>
                <a:lnTo>
                  <a:pt x="21969" y="140727"/>
                </a:lnTo>
                <a:lnTo>
                  <a:pt x="20494" y="139904"/>
                </a:lnTo>
                <a:lnTo>
                  <a:pt x="19050" y="139065"/>
                </a:lnTo>
                <a:lnTo>
                  <a:pt x="19050" y="179070"/>
                </a:lnTo>
                <a:lnTo>
                  <a:pt x="19368" y="179971"/>
                </a:lnTo>
                <a:lnTo>
                  <a:pt x="19791" y="180874"/>
                </a:lnTo>
                <a:lnTo>
                  <a:pt x="20320" y="181779"/>
                </a:lnTo>
                <a:lnTo>
                  <a:pt x="20955" y="182686"/>
                </a:lnTo>
                <a:lnTo>
                  <a:pt x="21696" y="183595"/>
                </a:lnTo>
                <a:lnTo>
                  <a:pt x="22542" y="184507"/>
                </a:lnTo>
                <a:lnTo>
                  <a:pt x="23495" y="185421"/>
                </a:lnTo>
                <a:lnTo>
                  <a:pt x="24553" y="186337"/>
                </a:lnTo>
                <a:lnTo>
                  <a:pt x="25718" y="187256"/>
                </a:lnTo>
                <a:lnTo>
                  <a:pt x="26988" y="188176"/>
                </a:lnTo>
                <a:lnTo>
                  <a:pt x="28363" y="189099"/>
                </a:lnTo>
                <a:lnTo>
                  <a:pt x="29845" y="190024"/>
                </a:lnTo>
                <a:lnTo>
                  <a:pt x="31410" y="190941"/>
                </a:lnTo>
                <a:lnTo>
                  <a:pt x="33038" y="191841"/>
                </a:lnTo>
                <a:lnTo>
                  <a:pt x="34727" y="192722"/>
                </a:lnTo>
                <a:lnTo>
                  <a:pt x="36477" y="193587"/>
                </a:lnTo>
                <a:lnTo>
                  <a:pt x="38290" y="194433"/>
                </a:lnTo>
                <a:lnTo>
                  <a:pt x="40164" y="195262"/>
                </a:lnTo>
                <a:lnTo>
                  <a:pt x="42100" y="196074"/>
                </a:lnTo>
                <a:lnTo>
                  <a:pt x="44097" y="196868"/>
                </a:lnTo>
                <a:lnTo>
                  <a:pt x="46157" y="197644"/>
                </a:lnTo>
                <a:lnTo>
                  <a:pt x="48278" y="198402"/>
                </a:lnTo>
                <a:lnTo>
                  <a:pt x="50460" y="199143"/>
                </a:lnTo>
                <a:lnTo>
                  <a:pt x="52705" y="199866"/>
                </a:lnTo>
                <a:lnTo>
                  <a:pt x="54998" y="200570"/>
                </a:lnTo>
                <a:lnTo>
                  <a:pt x="57326" y="201251"/>
                </a:lnTo>
                <a:lnTo>
                  <a:pt x="59690" y="201910"/>
                </a:lnTo>
                <a:lnTo>
                  <a:pt x="62089" y="202547"/>
                </a:lnTo>
                <a:lnTo>
                  <a:pt x="64523" y="203163"/>
                </a:lnTo>
                <a:lnTo>
                  <a:pt x="66992" y="203756"/>
                </a:lnTo>
                <a:lnTo>
                  <a:pt x="69497" y="204327"/>
                </a:lnTo>
                <a:lnTo>
                  <a:pt x="72037" y="204876"/>
                </a:lnTo>
                <a:lnTo>
                  <a:pt x="74612" y="205403"/>
                </a:lnTo>
                <a:lnTo>
                  <a:pt x="77223" y="205908"/>
                </a:lnTo>
                <a:lnTo>
                  <a:pt x="79869" y="206390"/>
                </a:lnTo>
                <a:lnTo>
                  <a:pt x="82550" y="206851"/>
                </a:lnTo>
                <a:lnTo>
                  <a:pt x="85244" y="207282"/>
                </a:lnTo>
                <a:lnTo>
                  <a:pt x="87930" y="207676"/>
                </a:lnTo>
                <a:lnTo>
                  <a:pt x="90607" y="208032"/>
                </a:lnTo>
                <a:lnTo>
                  <a:pt x="93274" y="208351"/>
                </a:lnTo>
                <a:lnTo>
                  <a:pt x="95934" y="208632"/>
                </a:lnTo>
                <a:lnTo>
                  <a:pt x="98584" y="208875"/>
                </a:lnTo>
                <a:lnTo>
                  <a:pt x="101225" y="209081"/>
                </a:lnTo>
                <a:lnTo>
                  <a:pt x="103858" y="209250"/>
                </a:lnTo>
                <a:lnTo>
                  <a:pt x="106482" y="209381"/>
                </a:lnTo>
                <a:lnTo>
                  <a:pt x="109097" y="209475"/>
                </a:lnTo>
                <a:lnTo>
                  <a:pt x="111703" y="209531"/>
                </a:lnTo>
                <a:lnTo>
                  <a:pt x="114300" y="209550"/>
                </a:lnTo>
                <a:close/>
              </a:path>
            </a:pathLst>
          </a:custGeom>
          <a:solidFill>
            <a:srgbClr val="1E6B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번호 2"/>
          <p:cNvSpPr/>
          <p:nvPr/>
        </p:nvSpPr>
        <p:spPr>
          <a:xfrm>
            <a:off x="4320540" y="1653540"/>
            <a:ext cx="213360" cy="213360"/>
          </a:xfrm>
          <a:prstGeom prst="ellipse">
            <a:avLst/>
          </a:prstGeom>
          <a:solidFill>
            <a:srgbClr val="1E6B4F"/>
          </a:solidFill>
          <a:ln>
            <a:noFill/>
          </a:ln>
        </p:spPr>
        <p:txBody>
          <a:bodyPr rtlCol="0" anchor="ctr" lIns="0" tIns="0" rIns="0" bIns="0" wrap="none">
            <a:noAutofit/>
          </a:bodyPr>
          <a:lstStyle/>
          <a:p>
            <a:pPr algn="ctr"/>
            <a:r>
              <a:rPr sz="1019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블록 숫자 비교"/>
          <p:cNvSpPr/>
          <p:nvPr/>
        </p:nvSpPr>
        <p:spPr>
          <a:xfrm>
            <a:off x="6477000" y="1600200"/>
            <a:ext cx="1600200" cy="822960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3716">
            <a:solidFill>
              <a:srgbClr val="9DD3B8"/>
            </a:solidFill>
          </a:ln>
        </p:spPr>
        <p:txBody>
          <a:bodyPr rtlCol="0" anchor="t" lIns="45720" tIns="388620" rIns="45720" bIns="0" wrap="none">
            <a:noAutofit/>
          </a:bodyPr>
          <a:lstStyle/>
          <a:p>
            <a:pPr algn="ctr">
              <a:lnSpc>
                <a:spcPts val="1560"/>
              </a:lnSpc>
            </a:pPr>
            <a:r>
              <a:rPr sz="1200" b="1">
                <a:solidFill>
                  <a:srgbClr val="0B3D2E"/>
                </a:solidFill>
                <a:latin typeface="Pretendard"/>
                <a:ea typeface="Pretendard"/>
                <a:cs typeface="Pretendard"/>
              </a:rPr>
              <a:t>숫자 비교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항목마다 결과 기록</a:t>
            </a:r>
          </a:p>
        </p:txBody>
      </p:sp>
      <p:sp>
        <p:nvSpPr>
          <p:cNvPr id="17" name="아이콘 fact_check"/>
          <p:cNvSpPr/>
          <p:nvPr/>
        </p:nvSpPr>
        <p:spPr>
          <a:xfrm>
            <a:off x="7147560" y="1676400"/>
            <a:ext cx="259080" cy="228600"/>
          </a:xfrm>
          <a:custGeom>
            <a:avLst/>
            <a:gdLst/>
            <a:ahLst/>
            <a:cxnLst/>
            <a:rect l="l" t="t" r="r" b="b"/>
            <a:pathLst>
              <a:path w="259080" h="228600">
                <a:moveTo>
                  <a:pt x="19050" y="228600"/>
                </a:moveTo>
                <a:lnTo>
                  <a:pt x="17793" y="228560"/>
                </a:lnTo>
                <a:lnTo>
                  <a:pt x="16563" y="228441"/>
                </a:lnTo>
                <a:lnTo>
                  <a:pt x="15359" y="228243"/>
                </a:lnTo>
                <a:lnTo>
                  <a:pt x="14182" y="227965"/>
                </a:lnTo>
                <a:lnTo>
                  <a:pt x="13031" y="227608"/>
                </a:lnTo>
                <a:lnTo>
                  <a:pt x="11906" y="227171"/>
                </a:lnTo>
                <a:lnTo>
                  <a:pt x="10808" y="226655"/>
                </a:lnTo>
                <a:lnTo>
                  <a:pt x="9737" y="226060"/>
                </a:lnTo>
                <a:lnTo>
                  <a:pt x="8692" y="225385"/>
                </a:lnTo>
                <a:lnTo>
                  <a:pt x="7673" y="224631"/>
                </a:lnTo>
                <a:lnTo>
                  <a:pt x="6681" y="223798"/>
                </a:lnTo>
                <a:lnTo>
                  <a:pt x="5715" y="222885"/>
                </a:lnTo>
                <a:lnTo>
                  <a:pt x="4802" y="221919"/>
                </a:lnTo>
                <a:lnTo>
                  <a:pt x="3969" y="220927"/>
                </a:lnTo>
                <a:lnTo>
                  <a:pt x="3215" y="219908"/>
                </a:lnTo>
                <a:lnTo>
                  <a:pt x="2540" y="218863"/>
                </a:lnTo>
                <a:lnTo>
                  <a:pt x="1945" y="217792"/>
                </a:lnTo>
                <a:lnTo>
                  <a:pt x="1429" y="216694"/>
                </a:lnTo>
                <a:lnTo>
                  <a:pt x="992" y="215569"/>
                </a:lnTo>
                <a:lnTo>
                  <a:pt x="635" y="214418"/>
                </a:lnTo>
                <a:lnTo>
                  <a:pt x="357" y="213241"/>
                </a:lnTo>
                <a:lnTo>
                  <a:pt x="159" y="212037"/>
                </a:lnTo>
                <a:lnTo>
                  <a:pt x="40" y="210807"/>
                </a:lnTo>
                <a:lnTo>
                  <a:pt x="0" y="209550"/>
                </a:lnTo>
                <a:lnTo>
                  <a:pt x="0" y="19050"/>
                </a:lnTo>
                <a:lnTo>
                  <a:pt x="40" y="17793"/>
                </a:lnTo>
                <a:lnTo>
                  <a:pt x="159" y="16563"/>
                </a:lnTo>
                <a:lnTo>
                  <a:pt x="357" y="15359"/>
                </a:lnTo>
                <a:lnTo>
                  <a:pt x="635" y="14182"/>
                </a:lnTo>
                <a:lnTo>
                  <a:pt x="992" y="13031"/>
                </a:lnTo>
                <a:lnTo>
                  <a:pt x="1429" y="11906"/>
                </a:lnTo>
                <a:lnTo>
                  <a:pt x="1945" y="10808"/>
                </a:lnTo>
                <a:lnTo>
                  <a:pt x="2540" y="9737"/>
                </a:lnTo>
                <a:lnTo>
                  <a:pt x="3215" y="8692"/>
                </a:lnTo>
                <a:lnTo>
                  <a:pt x="3969" y="7673"/>
                </a:lnTo>
                <a:lnTo>
                  <a:pt x="4802" y="6681"/>
                </a:lnTo>
                <a:lnTo>
                  <a:pt x="5715" y="5715"/>
                </a:lnTo>
                <a:lnTo>
                  <a:pt x="6681" y="4802"/>
                </a:lnTo>
                <a:lnTo>
                  <a:pt x="7673" y="3969"/>
                </a:lnTo>
                <a:lnTo>
                  <a:pt x="8692" y="3215"/>
                </a:lnTo>
                <a:lnTo>
                  <a:pt x="9737" y="2540"/>
                </a:lnTo>
                <a:lnTo>
                  <a:pt x="10808" y="1945"/>
                </a:lnTo>
                <a:lnTo>
                  <a:pt x="11906" y="1429"/>
                </a:lnTo>
                <a:lnTo>
                  <a:pt x="13031" y="992"/>
                </a:lnTo>
                <a:lnTo>
                  <a:pt x="14182" y="635"/>
                </a:lnTo>
                <a:lnTo>
                  <a:pt x="15359" y="357"/>
                </a:lnTo>
                <a:lnTo>
                  <a:pt x="16563" y="159"/>
                </a:lnTo>
                <a:lnTo>
                  <a:pt x="17793" y="40"/>
                </a:lnTo>
                <a:lnTo>
                  <a:pt x="19050" y="0"/>
                </a:lnTo>
                <a:lnTo>
                  <a:pt x="240030" y="0"/>
                </a:lnTo>
                <a:lnTo>
                  <a:pt x="241287" y="40"/>
                </a:lnTo>
                <a:lnTo>
                  <a:pt x="242517" y="159"/>
                </a:lnTo>
                <a:lnTo>
                  <a:pt x="243721" y="357"/>
                </a:lnTo>
                <a:lnTo>
                  <a:pt x="244898" y="635"/>
                </a:lnTo>
                <a:lnTo>
                  <a:pt x="246049" y="992"/>
                </a:lnTo>
                <a:lnTo>
                  <a:pt x="247174" y="1429"/>
                </a:lnTo>
                <a:lnTo>
                  <a:pt x="248272" y="1945"/>
                </a:lnTo>
                <a:lnTo>
                  <a:pt x="249343" y="2540"/>
                </a:lnTo>
                <a:lnTo>
                  <a:pt x="250388" y="3215"/>
                </a:lnTo>
                <a:lnTo>
                  <a:pt x="251407" y="3969"/>
                </a:lnTo>
                <a:lnTo>
                  <a:pt x="252399" y="4802"/>
                </a:lnTo>
                <a:lnTo>
                  <a:pt x="253365" y="5715"/>
                </a:lnTo>
                <a:lnTo>
                  <a:pt x="254278" y="6681"/>
                </a:lnTo>
                <a:lnTo>
                  <a:pt x="255111" y="7673"/>
                </a:lnTo>
                <a:lnTo>
                  <a:pt x="255865" y="8692"/>
                </a:lnTo>
                <a:lnTo>
                  <a:pt x="256540" y="9737"/>
                </a:lnTo>
                <a:lnTo>
                  <a:pt x="257135" y="10808"/>
                </a:lnTo>
                <a:lnTo>
                  <a:pt x="257651" y="11906"/>
                </a:lnTo>
                <a:lnTo>
                  <a:pt x="258088" y="13031"/>
                </a:lnTo>
                <a:lnTo>
                  <a:pt x="258445" y="14182"/>
                </a:lnTo>
                <a:lnTo>
                  <a:pt x="258723" y="15359"/>
                </a:lnTo>
                <a:lnTo>
                  <a:pt x="258921" y="16563"/>
                </a:lnTo>
                <a:lnTo>
                  <a:pt x="259040" y="17793"/>
                </a:lnTo>
                <a:lnTo>
                  <a:pt x="259080" y="19050"/>
                </a:lnTo>
                <a:lnTo>
                  <a:pt x="259080" y="209550"/>
                </a:lnTo>
                <a:lnTo>
                  <a:pt x="259040" y="210807"/>
                </a:lnTo>
                <a:lnTo>
                  <a:pt x="258921" y="212037"/>
                </a:lnTo>
                <a:lnTo>
                  <a:pt x="258723" y="213241"/>
                </a:lnTo>
                <a:lnTo>
                  <a:pt x="258445" y="214418"/>
                </a:lnTo>
                <a:lnTo>
                  <a:pt x="258088" y="215569"/>
                </a:lnTo>
                <a:lnTo>
                  <a:pt x="257651" y="216694"/>
                </a:lnTo>
                <a:lnTo>
                  <a:pt x="257135" y="217792"/>
                </a:lnTo>
                <a:lnTo>
                  <a:pt x="256540" y="218863"/>
                </a:lnTo>
                <a:lnTo>
                  <a:pt x="255865" y="219908"/>
                </a:lnTo>
                <a:lnTo>
                  <a:pt x="255111" y="220927"/>
                </a:lnTo>
                <a:lnTo>
                  <a:pt x="254278" y="221919"/>
                </a:lnTo>
                <a:lnTo>
                  <a:pt x="253365" y="222885"/>
                </a:lnTo>
                <a:lnTo>
                  <a:pt x="252399" y="223798"/>
                </a:lnTo>
                <a:lnTo>
                  <a:pt x="251407" y="224631"/>
                </a:lnTo>
                <a:lnTo>
                  <a:pt x="250388" y="225385"/>
                </a:lnTo>
                <a:lnTo>
                  <a:pt x="249343" y="226060"/>
                </a:lnTo>
                <a:lnTo>
                  <a:pt x="248272" y="226655"/>
                </a:lnTo>
                <a:lnTo>
                  <a:pt x="247174" y="227171"/>
                </a:lnTo>
                <a:lnTo>
                  <a:pt x="246049" y="227608"/>
                </a:lnTo>
                <a:lnTo>
                  <a:pt x="244898" y="227965"/>
                </a:lnTo>
                <a:lnTo>
                  <a:pt x="243721" y="228243"/>
                </a:lnTo>
                <a:lnTo>
                  <a:pt x="242517" y="228441"/>
                </a:lnTo>
                <a:lnTo>
                  <a:pt x="241287" y="228560"/>
                </a:lnTo>
                <a:lnTo>
                  <a:pt x="240030" y="228600"/>
                </a:lnTo>
                <a:lnTo>
                  <a:pt x="19050" y="228600"/>
                </a:lnTo>
                <a:close/>
                <a:moveTo>
                  <a:pt x="19050" y="209550"/>
                </a:moveTo>
                <a:lnTo>
                  <a:pt x="240030" y="209550"/>
                </a:lnTo>
                <a:lnTo>
                  <a:pt x="240030" y="19050"/>
                </a:lnTo>
                <a:lnTo>
                  <a:pt x="19050" y="19050"/>
                </a:lnTo>
                <a:lnTo>
                  <a:pt x="19050" y="209550"/>
                </a:lnTo>
                <a:close/>
                <a:moveTo>
                  <a:pt x="40640" y="177800"/>
                </a:moveTo>
                <a:lnTo>
                  <a:pt x="104140" y="177800"/>
                </a:lnTo>
                <a:lnTo>
                  <a:pt x="104140" y="152400"/>
                </a:lnTo>
                <a:lnTo>
                  <a:pt x="40640" y="152400"/>
                </a:lnTo>
                <a:lnTo>
                  <a:pt x="40640" y="177800"/>
                </a:lnTo>
                <a:close/>
                <a:moveTo>
                  <a:pt x="161925" y="152400"/>
                </a:moveTo>
                <a:lnTo>
                  <a:pt x="224790" y="89535"/>
                </a:lnTo>
                <a:lnTo>
                  <a:pt x="206692" y="71438"/>
                </a:lnTo>
                <a:lnTo>
                  <a:pt x="161925" y="116522"/>
                </a:lnTo>
                <a:lnTo>
                  <a:pt x="143828" y="98425"/>
                </a:lnTo>
                <a:lnTo>
                  <a:pt x="126048" y="116522"/>
                </a:lnTo>
                <a:lnTo>
                  <a:pt x="161925" y="152400"/>
                </a:lnTo>
                <a:close/>
                <a:moveTo>
                  <a:pt x="40640" y="127000"/>
                </a:moveTo>
                <a:lnTo>
                  <a:pt x="104140" y="127000"/>
                </a:lnTo>
                <a:lnTo>
                  <a:pt x="104140" y="101600"/>
                </a:lnTo>
                <a:lnTo>
                  <a:pt x="40640" y="101600"/>
                </a:lnTo>
                <a:lnTo>
                  <a:pt x="40640" y="127000"/>
                </a:lnTo>
                <a:close/>
                <a:moveTo>
                  <a:pt x="40640" y="76200"/>
                </a:moveTo>
                <a:lnTo>
                  <a:pt x="104140" y="76200"/>
                </a:lnTo>
                <a:lnTo>
                  <a:pt x="104140" y="50800"/>
                </a:lnTo>
                <a:lnTo>
                  <a:pt x="40640" y="50800"/>
                </a:lnTo>
                <a:lnTo>
                  <a:pt x="40640" y="76200"/>
                </a:lnTo>
                <a:close/>
                <a:moveTo>
                  <a:pt x="19050" y="209550"/>
                </a:moveTo>
                <a:lnTo>
                  <a:pt x="19050" y="19050"/>
                </a:lnTo>
                <a:lnTo>
                  <a:pt x="19050" y="209550"/>
                </a:lnTo>
                <a:close/>
              </a:path>
            </a:pathLst>
          </a:custGeom>
          <a:solidFill>
            <a:srgbClr val="1E6B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번호 3"/>
          <p:cNvSpPr/>
          <p:nvPr/>
        </p:nvSpPr>
        <p:spPr>
          <a:xfrm>
            <a:off x="6530340" y="1653540"/>
            <a:ext cx="213360" cy="213360"/>
          </a:xfrm>
          <a:prstGeom prst="ellipse">
            <a:avLst/>
          </a:prstGeom>
          <a:solidFill>
            <a:srgbClr val="1E6B4F"/>
          </a:solidFill>
          <a:ln>
            <a:noFill/>
          </a:ln>
        </p:spPr>
        <p:txBody>
          <a:bodyPr rtlCol="0" anchor="ctr" lIns="0" tIns="0" rIns="0" bIns="0" wrap="none">
            <a:noAutofit/>
          </a:bodyPr>
          <a:lstStyle/>
          <a:p>
            <a:pPr algn="ctr"/>
            <a:r>
              <a:rPr sz="1019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판단 모두 일치?"/>
          <p:cNvSpPr/>
          <p:nvPr/>
        </p:nvSpPr>
        <p:spPr>
          <a:xfrm>
            <a:off x="8305800" y="1554480"/>
            <a:ext cx="1676400" cy="914400"/>
          </a:xfrm>
          <a:prstGeom prst="diamond">
            <a:avLst/>
          </a:prstGeom>
          <a:solidFill>
            <a:srgbClr val="FFFFFF"/>
          </a:solidFill>
          <a:ln w="13716">
            <a:solidFill>
              <a:srgbClr val="9DD3B8"/>
            </a:solidFill>
          </a:ln>
        </p:spPr>
        <p:txBody>
          <a:bodyPr rtlCol="0" anchor="t" lIns="45720" tIns="243840" rIns="45720" bIns="0" wrap="none">
            <a:noAutofit/>
          </a:bodyPr>
          <a:lstStyle/>
          <a:p>
            <a:pPr algn="ctr">
              <a:lnSpc>
                <a:spcPts val="1560"/>
              </a:lnSpc>
            </a:pPr>
            <a:r>
              <a:rPr sz="1200" b="1">
                <a:solidFill>
                  <a:srgbClr val="0B3D2E"/>
                </a:solidFill>
                <a:latin typeface="Pretendard"/>
                <a:ea typeface="Pretendard"/>
                <a:cs typeface="Pretendard"/>
              </a:rPr>
              <a:t>모두 일치?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건수·해시·합계</a:t>
            </a:r>
          </a:p>
        </p:txBody>
      </p:sp>
      <p:sp>
        <p:nvSpPr>
          <p:cNvPr id="20" name="블록 일치 (종료 0)"/>
          <p:cNvSpPr/>
          <p:nvPr/>
        </p:nvSpPr>
        <p:spPr>
          <a:xfrm>
            <a:off x="10515600" y="1844040"/>
            <a:ext cx="1158240" cy="335280"/>
          </a:xfrm>
          <a:prstGeom prst="roundRect">
            <a:avLst>
              <a:gd name="adj" fmla="val 50000"/>
            </a:avLst>
          </a:prstGeom>
          <a:solidFill>
            <a:srgbClr val="0B3D2E"/>
          </a:solidFill>
          <a:ln w="15240">
            <a:solidFill>
              <a:srgbClr val="0B3D2E"/>
            </a:solidFill>
          </a:ln>
        </p:spPr>
        <p:txBody>
          <a:bodyPr rtlCol="0" anchor="ctr" lIns="116205" tIns="0" rIns="0" bIns="0" wrap="none">
            <a:noAutofit/>
          </a:bodyPr>
          <a:lstStyle/>
          <a:p>
            <a:pPr algn="l"/>
            <a:r>
              <a:rPr sz="108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일치 (종료 0)</a:t>
            </a:r>
          </a:p>
        </p:txBody>
      </p:sp>
      <p:sp>
        <p:nvSpPr>
          <p:cNvPr id="21" name="블록 묶음 비교"/>
          <p:cNvSpPr/>
          <p:nvPr/>
        </p:nvSpPr>
        <p:spPr>
          <a:xfrm>
            <a:off x="8267700" y="2758440"/>
            <a:ext cx="1752600" cy="76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716">
            <a:solidFill>
              <a:srgbClr val="9DD3B8"/>
            </a:solidFill>
          </a:ln>
        </p:spPr>
        <p:txBody>
          <a:bodyPr rtlCol="0" anchor="t" lIns="45720" tIns="358140" rIns="45720" bIns="0" wrap="none">
            <a:noAutofit/>
          </a:bodyPr>
          <a:lstStyle/>
          <a:p>
            <a:pPr algn="ctr">
              <a:lnSpc>
                <a:spcPts val="1560"/>
              </a:lnSpc>
            </a:pPr>
            <a:r>
              <a:rPr sz="1200" b="1">
                <a:solidFill>
                  <a:srgbClr val="0B3D2E"/>
                </a:solidFill>
                <a:latin typeface="Pretendard"/>
                <a:ea typeface="Pretendard"/>
                <a:cs typeface="Pretendard"/>
              </a:rPr>
              <a:t>묶음 비교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PK MD5 앞 2바이트</a:t>
            </a:r>
          </a:p>
        </p:txBody>
      </p:sp>
      <p:sp>
        <p:nvSpPr>
          <p:cNvPr id="22" name="아이콘 manage_search"/>
          <p:cNvSpPr/>
          <p:nvPr/>
        </p:nvSpPr>
        <p:spPr>
          <a:xfrm>
            <a:off x="9017000" y="2842260"/>
            <a:ext cx="254000" cy="165100"/>
          </a:xfrm>
          <a:custGeom>
            <a:avLst/>
            <a:gdLst/>
            <a:ahLst/>
            <a:cxnLst/>
            <a:rect l="l" t="t" r="r" b="b"/>
            <a:pathLst>
              <a:path w="254000" h="165100">
                <a:moveTo>
                  <a:pt x="0" y="165100"/>
                </a:moveTo>
                <a:lnTo>
                  <a:pt x="0" y="146050"/>
                </a:lnTo>
                <a:lnTo>
                  <a:pt x="127000" y="146050"/>
                </a:lnTo>
                <a:lnTo>
                  <a:pt x="127000" y="165100"/>
                </a:lnTo>
                <a:lnTo>
                  <a:pt x="0" y="165100"/>
                </a:lnTo>
                <a:close/>
                <a:moveTo>
                  <a:pt x="0" y="98425"/>
                </a:moveTo>
                <a:lnTo>
                  <a:pt x="0" y="79375"/>
                </a:lnTo>
                <a:lnTo>
                  <a:pt x="63500" y="79375"/>
                </a:lnTo>
                <a:lnTo>
                  <a:pt x="63500" y="98425"/>
                </a:lnTo>
                <a:lnTo>
                  <a:pt x="0" y="98425"/>
                </a:lnTo>
                <a:close/>
                <a:moveTo>
                  <a:pt x="0" y="31750"/>
                </a:moveTo>
                <a:lnTo>
                  <a:pt x="0" y="12700"/>
                </a:lnTo>
                <a:lnTo>
                  <a:pt x="63500" y="12700"/>
                </a:lnTo>
                <a:lnTo>
                  <a:pt x="63500" y="31750"/>
                </a:lnTo>
                <a:lnTo>
                  <a:pt x="0" y="31750"/>
                </a:lnTo>
                <a:close/>
                <a:moveTo>
                  <a:pt x="240665" y="165100"/>
                </a:moveTo>
                <a:lnTo>
                  <a:pt x="189865" y="114300"/>
                </a:lnTo>
                <a:lnTo>
                  <a:pt x="188480" y="115336"/>
                </a:lnTo>
                <a:lnTo>
                  <a:pt x="187078" y="116328"/>
                </a:lnTo>
                <a:lnTo>
                  <a:pt x="185658" y="117277"/>
                </a:lnTo>
                <a:lnTo>
                  <a:pt x="184221" y="118181"/>
                </a:lnTo>
                <a:lnTo>
                  <a:pt x="182765" y="119040"/>
                </a:lnTo>
                <a:lnTo>
                  <a:pt x="181292" y="119856"/>
                </a:lnTo>
                <a:lnTo>
                  <a:pt x="179802" y="120628"/>
                </a:lnTo>
                <a:lnTo>
                  <a:pt x="178294" y="121356"/>
                </a:lnTo>
                <a:lnTo>
                  <a:pt x="176768" y="122039"/>
                </a:lnTo>
                <a:lnTo>
                  <a:pt x="175225" y="122678"/>
                </a:lnTo>
                <a:lnTo>
                  <a:pt x="173664" y="123274"/>
                </a:lnTo>
                <a:lnTo>
                  <a:pt x="172085" y="123825"/>
                </a:lnTo>
                <a:lnTo>
                  <a:pt x="170493" y="124332"/>
                </a:lnTo>
                <a:lnTo>
                  <a:pt x="168892" y="124795"/>
                </a:lnTo>
                <a:lnTo>
                  <a:pt x="167283" y="125214"/>
                </a:lnTo>
                <a:lnTo>
                  <a:pt x="165664" y="125589"/>
                </a:lnTo>
                <a:lnTo>
                  <a:pt x="164037" y="125920"/>
                </a:lnTo>
                <a:lnTo>
                  <a:pt x="162401" y="126206"/>
                </a:lnTo>
                <a:lnTo>
                  <a:pt x="160756" y="126449"/>
                </a:lnTo>
                <a:lnTo>
                  <a:pt x="159103" y="126647"/>
                </a:lnTo>
                <a:lnTo>
                  <a:pt x="157440" y="126802"/>
                </a:lnTo>
                <a:lnTo>
                  <a:pt x="155769" y="126912"/>
                </a:lnTo>
                <a:lnTo>
                  <a:pt x="154089" y="126978"/>
                </a:lnTo>
                <a:lnTo>
                  <a:pt x="152400" y="127000"/>
                </a:lnTo>
                <a:lnTo>
                  <a:pt x="148062" y="126871"/>
                </a:lnTo>
                <a:lnTo>
                  <a:pt x="143832" y="126484"/>
                </a:lnTo>
                <a:lnTo>
                  <a:pt x="139710" y="125839"/>
                </a:lnTo>
                <a:lnTo>
                  <a:pt x="135696" y="124936"/>
                </a:lnTo>
                <a:lnTo>
                  <a:pt x="131790" y="123775"/>
                </a:lnTo>
                <a:lnTo>
                  <a:pt x="127992" y="122357"/>
                </a:lnTo>
                <a:lnTo>
                  <a:pt x="124302" y="120680"/>
                </a:lnTo>
                <a:lnTo>
                  <a:pt x="120721" y="118745"/>
                </a:lnTo>
                <a:lnTo>
                  <a:pt x="117247" y="116552"/>
                </a:lnTo>
                <a:lnTo>
                  <a:pt x="113881" y="114102"/>
                </a:lnTo>
                <a:lnTo>
                  <a:pt x="110623" y="111393"/>
                </a:lnTo>
                <a:lnTo>
                  <a:pt x="107474" y="108426"/>
                </a:lnTo>
                <a:lnTo>
                  <a:pt x="104507" y="105277"/>
                </a:lnTo>
                <a:lnTo>
                  <a:pt x="101798" y="102019"/>
                </a:lnTo>
                <a:lnTo>
                  <a:pt x="99348" y="98653"/>
                </a:lnTo>
                <a:lnTo>
                  <a:pt x="97155" y="95179"/>
                </a:lnTo>
                <a:lnTo>
                  <a:pt x="95220" y="91598"/>
                </a:lnTo>
                <a:lnTo>
                  <a:pt x="93543" y="87908"/>
                </a:lnTo>
                <a:lnTo>
                  <a:pt x="92125" y="84110"/>
                </a:lnTo>
                <a:lnTo>
                  <a:pt x="90964" y="80204"/>
                </a:lnTo>
                <a:lnTo>
                  <a:pt x="90061" y="76190"/>
                </a:lnTo>
                <a:lnTo>
                  <a:pt x="89416" y="72068"/>
                </a:lnTo>
                <a:lnTo>
                  <a:pt x="89029" y="67838"/>
                </a:lnTo>
                <a:lnTo>
                  <a:pt x="88900" y="63500"/>
                </a:lnTo>
                <a:lnTo>
                  <a:pt x="89029" y="59162"/>
                </a:lnTo>
                <a:lnTo>
                  <a:pt x="89416" y="54932"/>
                </a:lnTo>
                <a:lnTo>
                  <a:pt x="90061" y="50810"/>
                </a:lnTo>
                <a:lnTo>
                  <a:pt x="90964" y="46796"/>
                </a:lnTo>
                <a:lnTo>
                  <a:pt x="92125" y="42890"/>
                </a:lnTo>
                <a:lnTo>
                  <a:pt x="93543" y="39092"/>
                </a:lnTo>
                <a:lnTo>
                  <a:pt x="95220" y="35402"/>
                </a:lnTo>
                <a:lnTo>
                  <a:pt x="97155" y="31821"/>
                </a:lnTo>
                <a:lnTo>
                  <a:pt x="99348" y="28347"/>
                </a:lnTo>
                <a:lnTo>
                  <a:pt x="101798" y="24981"/>
                </a:lnTo>
                <a:lnTo>
                  <a:pt x="104507" y="21723"/>
                </a:lnTo>
                <a:lnTo>
                  <a:pt x="107474" y="18574"/>
                </a:lnTo>
                <a:lnTo>
                  <a:pt x="110623" y="15607"/>
                </a:lnTo>
                <a:lnTo>
                  <a:pt x="113881" y="12898"/>
                </a:lnTo>
                <a:lnTo>
                  <a:pt x="117247" y="10448"/>
                </a:lnTo>
                <a:lnTo>
                  <a:pt x="120721" y="8255"/>
                </a:lnTo>
                <a:lnTo>
                  <a:pt x="124302" y="6320"/>
                </a:lnTo>
                <a:lnTo>
                  <a:pt x="127992" y="4643"/>
                </a:lnTo>
                <a:lnTo>
                  <a:pt x="131790" y="3225"/>
                </a:lnTo>
                <a:lnTo>
                  <a:pt x="135696" y="2064"/>
                </a:lnTo>
                <a:lnTo>
                  <a:pt x="139710" y="1161"/>
                </a:lnTo>
                <a:lnTo>
                  <a:pt x="143832" y="516"/>
                </a:lnTo>
                <a:lnTo>
                  <a:pt x="148062" y="129"/>
                </a:lnTo>
                <a:lnTo>
                  <a:pt x="152400" y="0"/>
                </a:lnTo>
                <a:lnTo>
                  <a:pt x="156738" y="129"/>
                </a:lnTo>
                <a:lnTo>
                  <a:pt x="160968" y="516"/>
                </a:lnTo>
                <a:lnTo>
                  <a:pt x="165090" y="1161"/>
                </a:lnTo>
                <a:lnTo>
                  <a:pt x="169104" y="2064"/>
                </a:lnTo>
                <a:lnTo>
                  <a:pt x="173010" y="3225"/>
                </a:lnTo>
                <a:lnTo>
                  <a:pt x="176808" y="4643"/>
                </a:lnTo>
                <a:lnTo>
                  <a:pt x="180498" y="6320"/>
                </a:lnTo>
                <a:lnTo>
                  <a:pt x="184079" y="8255"/>
                </a:lnTo>
                <a:lnTo>
                  <a:pt x="187553" y="10448"/>
                </a:lnTo>
                <a:lnTo>
                  <a:pt x="190919" y="12898"/>
                </a:lnTo>
                <a:lnTo>
                  <a:pt x="194177" y="15607"/>
                </a:lnTo>
                <a:lnTo>
                  <a:pt x="197326" y="18574"/>
                </a:lnTo>
                <a:lnTo>
                  <a:pt x="200293" y="21723"/>
                </a:lnTo>
                <a:lnTo>
                  <a:pt x="203002" y="24981"/>
                </a:lnTo>
                <a:lnTo>
                  <a:pt x="205452" y="28347"/>
                </a:lnTo>
                <a:lnTo>
                  <a:pt x="207645" y="31821"/>
                </a:lnTo>
                <a:lnTo>
                  <a:pt x="209580" y="35402"/>
                </a:lnTo>
                <a:lnTo>
                  <a:pt x="211257" y="39092"/>
                </a:lnTo>
                <a:lnTo>
                  <a:pt x="212675" y="42890"/>
                </a:lnTo>
                <a:lnTo>
                  <a:pt x="213836" y="46796"/>
                </a:lnTo>
                <a:lnTo>
                  <a:pt x="214739" y="50810"/>
                </a:lnTo>
                <a:lnTo>
                  <a:pt x="215384" y="54932"/>
                </a:lnTo>
                <a:lnTo>
                  <a:pt x="215771" y="59162"/>
                </a:lnTo>
                <a:lnTo>
                  <a:pt x="215900" y="63500"/>
                </a:lnTo>
                <a:lnTo>
                  <a:pt x="215878" y="65189"/>
                </a:lnTo>
                <a:lnTo>
                  <a:pt x="215812" y="66869"/>
                </a:lnTo>
                <a:lnTo>
                  <a:pt x="215702" y="68540"/>
                </a:lnTo>
                <a:lnTo>
                  <a:pt x="215547" y="70203"/>
                </a:lnTo>
                <a:lnTo>
                  <a:pt x="215349" y="71856"/>
                </a:lnTo>
                <a:lnTo>
                  <a:pt x="215106" y="73501"/>
                </a:lnTo>
                <a:lnTo>
                  <a:pt x="214820" y="75137"/>
                </a:lnTo>
                <a:lnTo>
                  <a:pt x="214489" y="76764"/>
                </a:lnTo>
                <a:lnTo>
                  <a:pt x="214114" y="78383"/>
                </a:lnTo>
                <a:lnTo>
                  <a:pt x="213695" y="79992"/>
                </a:lnTo>
                <a:lnTo>
                  <a:pt x="213232" y="81593"/>
                </a:lnTo>
                <a:lnTo>
                  <a:pt x="212725" y="83185"/>
                </a:lnTo>
                <a:lnTo>
                  <a:pt x="212174" y="84764"/>
                </a:lnTo>
                <a:lnTo>
                  <a:pt x="211578" y="86325"/>
                </a:lnTo>
                <a:lnTo>
                  <a:pt x="210939" y="87868"/>
                </a:lnTo>
                <a:lnTo>
                  <a:pt x="210256" y="89394"/>
                </a:lnTo>
                <a:lnTo>
                  <a:pt x="209528" y="90902"/>
                </a:lnTo>
                <a:lnTo>
                  <a:pt x="208756" y="92392"/>
                </a:lnTo>
                <a:lnTo>
                  <a:pt x="207940" y="93865"/>
                </a:lnTo>
                <a:lnTo>
                  <a:pt x="207081" y="95321"/>
                </a:lnTo>
                <a:lnTo>
                  <a:pt x="206177" y="96758"/>
                </a:lnTo>
                <a:lnTo>
                  <a:pt x="205228" y="98178"/>
                </a:lnTo>
                <a:lnTo>
                  <a:pt x="204236" y="99580"/>
                </a:lnTo>
                <a:lnTo>
                  <a:pt x="203200" y="100965"/>
                </a:lnTo>
                <a:lnTo>
                  <a:pt x="254000" y="151765"/>
                </a:lnTo>
                <a:lnTo>
                  <a:pt x="240665" y="165100"/>
                </a:lnTo>
                <a:close/>
                <a:moveTo>
                  <a:pt x="152324" y="107950"/>
                </a:moveTo>
                <a:lnTo>
                  <a:pt x="155368" y="107860"/>
                </a:lnTo>
                <a:lnTo>
                  <a:pt x="158335" y="107591"/>
                </a:lnTo>
                <a:lnTo>
                  <a:pt x="161227" y="107141"/>
                </a:lnTo>
                <a:lnTo>
                  <a:pt x="164043" y="106512"/>
                </a:lnTo>
                <a:lnTo>
                  <a:pt x="166783" y="105703"/>
                </a:lnTo>
                <a:lnTo>
                  <a:pt x="169447" y="104715"/>
                </a:lnTo>
                <a:lnTo>
                  <a:pt x="172034" y="103546"/>
                </a:lnTo>
                <a:lnTo>
                  <a:pt x="174546" y="102198"/>
                </a:lnTo>
                <a:lnTo>
                  <a:pt x="176982" y="100671"/>
                </a:lnTo>
                <a:lnTo>
                  <a:pt x="179341" y="98963"/>
                </a:lnTo>
                <a:lnTo>
                  <a:pt x="181625" y="97076"/>
                </a:lnTo>
                <a:lnTo>
                  <a:pt x="183832" y="95009"/>
                </a:lnTo>
                <a:lnTo>
                  <a:pt x="185912" y="92813"/>
                </a:lnTo>
                <a:lnTo>
                  <a:pt x="187810" y="90540"/>
                </a:lnTo>
                <a:lnTo>
                  <a:pt x="189528" y="88190"/>
                </a:lnTo>
                <a:lnTo>
                  <a:pt x="191064" y="85763"/>
                </a:lnTo>
                <a:lnTo>
                  <a:pt x="192420" y="83259"/>
                </a:lnTo>
                <a:lnTo>
                  <a:pt x="193596" y="80678"/>
                </a:lnTo>
                <a:lnTo>
                  <a:pt x="194590" y="78020"/>
                </a:lnTo>
                <a:lnTo>
                  <a:pt x="195404" y="75286"/>
                </a:lnTo>
                <a:lnTo>
                  <a:pt x="196036" y="72474"/>
                </a:lnTo>
                <a:lnTo>
                  <a:pt x="196488" y="69585"/>
                </a:lnTo>
                <a:lnTo>
                  <a:pt x="196760" y="66619"/>
                </a:lnTo>
                <a:lnTo>
                  <a:pt x="196850" y="63576"/>
                </a:lnTo>
                <a:lnTo>
                  <a:pt x="196760" y="60532"/>
                </a:lnTo>
                <a:lnTo>
                  <a:pt x="196491" y="57565"/>
                </a:lnTo>
                <a:lnTo>
                  <a:pt x="196041" y="54673"/>
                </a:lnTo>
                <a:lnTo>
                  <a:pt x="195412" y="51857"/>
                </a:lnTo>
                <a:lnTo>
                  <a:pt x="194603" y="49117"/>
                </a:lnTo>
                <a:lnTo>
                  <a:pt x="193615" y="46453"/>
                </a:lnTo>
                <a:lnTo>
                  <a:pt x="192446" y="43866"/>
                </a:lnTo>
                <a:lnTo>
                  <a:pt x="191098" y="41354"/>
                </a:lnTo>
                <a:lnTo>
                  <a:pt x="189571" y="38918"/>
                </a:lnTo>
                <a:lnTo>
                  <a:pt x="187863" y="36559"/>
                </a:lnTo>
                <a:lnTo>
                  <a:pt x="185976" y="34275"/>
                </a:lnTo>
                <a:lnTo>
                  <a:pt x="183909" y="32068"/>
                </a:lnTo>
                <a:lnTo>
                  <a:pt x="181713" y="29988"/>
                </a:lnTo>
                <a:lnTo>
                  <a:pt x="179440" y="28090"/>
                </a:lnTo>
                <a:lnTo>
                  <a:pt x="177090" y="26372"/>
                </a:lnTo>
                <a:lnTo>
                  <a:pt x="174663" y="24836"/>
                </a:lnTo>
                <a:lnTo>
                  <a:pt x="172159" y="23480"/>
                </a:lnTo>
                <a:lnTo>
                  <a:pt x="169578" y="22304"/>
                </a:lnTo>
                <a:lnTo>
                  <a:pt x="166920" y="21310"/>
                </a:lnTo>
                <a:lnTo>
                  <a:pt x="164186" y="20496"/>
                </a:lnTo>
                <a:lnTo>
                  <a:pt x="161374" y="19864"/>
                </a:lnTo>
                <a:lnTo>
                  <a:pt x="158485" y="19412"/>
                </a:lnTo>
                <a:lnTo>
                  <a:pt x="155519" y="19140"/>
                </a:lnTo>
                <a:lnTo>
                  <a:pt x="152476" y="19050"/>
                </a:lnTo>
                <a:lnTo>
                  <a:pt x="149432" y="19140"/>
                </a:lnTo>
                <a:lnTo>
                  <a:pt x="146465" y="19409"/>
                </a:lnTo>
                <a:lnTo>
                  <a:pt x="143573" y="19859"/>
                </a:lnTo>
                <a:lnTo>
                  <a:pt x="140757" y="20488"/>
                </a:lnTo>
                <a:lnTo>
                  <a:pt x="138017" y="21297"/>
                </a:lnTo>
                <a:lnTo>
                  <a:pt x="135353" y="22285"/>
                </a:lnTo>
                <a:lnTo>
                  <a:pt x="132766" y="23454"/>
                </a:lnTo>
                <a:lnTo>
                  <a:pt x="130254" y="24802"/>
                </a:lnTo>
                <a:lnTo>
                  <a:pt x="127818" y="26329"/>
                </a:lnTo>
                <a:lnTo>
                  <a:pt x="125459" y="28037"/>
                </a:lnTo>
                <a:lnTo>
                  <a:pt x="123175" y="29924"/>
                </a:lnTo>
                <a:lnTo>
                  <a:pt x="120968" y="31991"/>
                </a:lnTo>
                <a:lnTo>
                  <a:pt x="118888" y="34187"/>
                </a:lnTo>
                <a:lnTo>
                  <a:pt x="116990" y="36460"/>
                </a:lnTo>
                <a:lnTo>
                  <a:pt x="115272" y="38810"/>
                </a:lnTo>
                <a:lnTo>
                  <a:pt x="113736" y="41237"/>
                </a:lnTo>
                <a:lnTo>
                  <a:pt x="112380" y="43741"/>
                </a:lnTo>
                <a:lnTo>
                  <a:pt x="111204" y="46322"/>
                </a:lnTo>
                <a:lnTo>
                  <a:pt x="110210" y="48980"/>
                </a:lnTo>
                <a:lnTo>
                  <a:pt x="109396" y="51714"/>
                </a:lnTo>
                <a:lnTo>
                  <a:pt x="108764" y="54526"/>
                </a:lnTo>
                <a:lnTo>
                  <a:pt x="108312" y="57415"/>
                </a:lnTo>
                <a:lnTo>
                  <a:pt x="108040" y="60381"/>
                </a:lnTo>
                <a:lnTo>
                  <a:pt x="107950" y="63424"/>
                </a:lnTo>
                <a:lnTo>
                  <a:pt x="108040" y="66468"/>
                </a:lnTo>
                <a:lnTo>
                  <a:pt x="108309" y="69435"/>
                </a:lnTo>
                <a:lnTo>
                  <a:pt x="108759" y="72327"/>
                </a:lnTo>
                <a:lnTo>
                  <a:pt x="109388" y="75143"/>
                </a:lnTo>
                <a:lnTo>
                  <a:pt x="110197" y="77883"/>
                </a:lnTo>
                <a:lnTo>
                  <a:pt x="111185" y="80547"/>
                </a:lnTo>
                <a:lnTo>
                  <a:pt x="112354" y="83134"/>
                </a:lnTo>
                <a:lnTo>
                  <a:pt x="113702" y="85646"/>
                </a:lnTo>
                <a:lnTo>
                  <a:pt x="115229" y="88082"/>
                </a:lnTo>
                <a:lnTo>
                  <a:pt x="116937" y="90441"/>
                </a:lnTo>
                <a:lnTo>
                  <a:pt x="118824" y="92725"/>
                </a:lnTo>
                <a:lnTo>
                  <a:pt x="120891" y="94932"/>
                </a:lnTo>
                <a:lnTo>
                  <a:pt x="123087" y="97012"/>
                </a:lnTo>
                <a:lnTo>
                  <a:pt x="125360" y="98910"/>
                </a:lnTo>
                <a:lnTo>
                  <a:pt x="127710" y="100628"/>
                </a:lnTo>
                <a:lnTo>
                  <a:pt x="130137" y="102164"/>
                </a:lnTo>
                <a:lnTo>
                  <a:pt x="132641" y="103520"/>
                </a:lnTo>
                <a:lnTo>
                  <a:pt x="135222" y="104696"/>
                </a:lnTo>
                <a:lnTo>
                  <a:pt x="137880" y="105690"/>
                </a:lnTo>
                <a:lnTo>
                  <a:pt x="140614" y="106504"/>
                </a:lnTo>
                <a:lnTo>
                  <a:pt x="143426" y="107136"/>
                </a:lnTo>
                <a:lnTo>
                  <a:pt x="146315" y="107588"/>
                </a:lnTo>
                <a:lnTo>
                  <a:pt x="149281" y="107860"/>
                </a:lnTo>
                <a:lnTo>
                  <a:pt x="152324" y="107950"/>
                </a:lnTo>
                <a:close/>
              </a:path>
            </a:pathLst>
          </a:custGeom>
          <a:solidFill>
            <a:srgbClr val="1E6B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번호 4"/>
          <p:cNvSpPr/>
          <p:nvPr/>
        </p:nvSpPr>
        <p:spPr>
          <a:xfrm>
            <a:off x="8321040" y="2811780"/>
            <a:ext cx="213360" cy="213360"/>
          </a:xfrm>
          <a:prstGeom prst="ellipse">
            <a:avLst/>
          </a:prstGeom>
          <a:solidFill>
            <a:srgbClr val="1E6B4F"/>
          </a:solidFill>
          <a:ln>
            <a:noFill/>
          </a:ln>
        </p:spPr>
        <p:txBody>
          <a:bodyPr rtlCol="0" anchor="ctr" lIns="0" tIns="0" rIns="0" bIns="0" wrap="none">
            <a:noAutofit/>
          </a:bodyPr>
          <a:lstStyle/>
          <a:p>
            <a:pPr algn="ctr"/>
            <a:r>
              <a:rPr sz="1019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4" name="블록 행 비교"/>
          <p:cNvSpPr/>
          <p:nvPr/>
        </p:nvSpPr>
        <p:spPr>
          <a:xfrm>
            <a:off x="6096000" y="2758440"/>
            <a:ext cx="1981200" cy="76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3716">
            <a:solidFill>
              <a:srgbClr val="9DD3B8"/>
            </a:solidFill>
          </a:ln>
        </p:spPr>
        <p:txBody>
          <a:bodyPr rtlCol="0" anchor="t" lIns="45720" tIns="358140" rIns="45720" bIns="0" wrap="none">
            <a:noAutofit/>
          </a:bodyPr>
          <a:lstStyle/>
          <a:p>
            <a:pPr algn="ctr">
              <a:lnSpc>
                <a:spcPts val="1560"/>
              </a:lnSpc>
            </a:pPr>
            <a:r>
              <a:rPr sz="1200" b="1">
                <a:solidFill>
                  <a:srgbClr val="0B3D2E"/>
                </a:solidFill>
                <a:latin typeface="Pretendard"/>
                <a:ea typeface="Pretendard"/>
                <a:cs typeface="Pretendard"/>
              </a:rPr>
              <a:t>행 비교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missing · extra · diff</a:t>
            </a:r>
          </a:p>
        </p:txBody>
      </p:sp>
      <p:sp>
        <p:nvSpPr>
          <p:cNvPr id="25" name="아이콘 table"/>
          <p:cNvSpPr/>
          <p:nvPr/>
        </p:nvSpPr>
        <p:spPr>
          <a:xfrm>
            <a:off x="6972300" y="280416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9050" y="228600"/>
                </a:moveTo>
                <a:lnTo>
                  <a:pt x="17793" y="228560"/>
                </a:lnTo>
                <a:lnTo>
                  <a:pt x="16563" y="228441"/>
                </a:lnTo>
                <a:lnTo>
                  <a:pt x="15359" y="228243"/>
                </a:lnTo>
                <a:lnTo>
                  <a:pt x="14182" y="227965"/>
                </a:lnTo>
                <a:lnTo>
                  <a:pt x="13031" y="227608"/>
                </a:lnTo>
                <a:lnTo>
                  <a:pt x="11906" y="227171"/>
                </a:lnTo>
                <a:lnTo>
                  <a:pt x="10808" y="226655"/>
                </a:lnTo>
                <a:lnTo>
                  <a:pt x="9737" y="226060"/>
                </a:lnTo>
                <a:lnTo>
                  <a:pt x="8692" y="225385"/>
                </a:lnTo>
                <a:lnTo>
                  <a:pt x="7673" y="224631"/>
                </a:lnTo>
                <a:lnTo>
                  <a:pt x="6681" y="223798"/>
                </a:lnTo>
                <a:lnTo>
                  <a:pt x="5715" y="222885"/>
                </a:lnTo>
                <a:lnTo>
                  <a:pt x="4802" y="221919"/>
                </a:lnTo>
                <a:lnTo>
                  <a:pt x="3969" y="220927"/>
                </a:lnTo>
                <a:lnTo>
                  <a:pt x="3215" y="219908"/>
                </a:lnTo>
                <a:lnTo>
                  <a:pt x="2540" y="218863"/>
                </a:lnTo>
                <a:lnTo>
                  <a:pt x="1945" y="217792"/>
                </a:lnTo>
                <a:lnTo>
                  <a:pt x="1429" y="216694"/>
                </a:lnTo>
                <a:lnTo>
                  <a:pt x="992" y="215569"/>
                </a:lnTo>
                <a:lnTo>
                  <a:pt x="635" y="214418"/>
                </a:lnTo>
                <a:lnTo>
                  <a:pt x="357" y="213241"/>
                </a:lnTo>
                <a:lnTo>
                  <a:pt x="159" y="212037"/>
                </a:lnTo>
                <a:lnTo>
                  <a:pt x="40" y="210807"/>
                </a:lnTo>
                <a:lnTo>
                  <a:pt x="0" y="209550"/>
                </a:lnTo>
                <a:lnTo>
                  <a:pt x="0" y="19050"/>
                </a:lnTo>
                <a:lnTo>
                  <a:pt x="40" y="17793"/>
                </a:lnTo>
                <a:lnTo>
                  <a:pt x="159" y="16563"/>
                </a:lnTo>
                <a:lnTo>
                  <a:pt x="357" y="15359"/>
                </a:lnTo>
                <a:lnTo>
                  <a:pt x="635" y="14182"/>
                </a:lnTo>
                <a:lnTo>
                  <a:pt x="992" y="13031"/>
                </a:lnTo>
                <a:lnTo>
                  <a:pt x="1429" y="11906"/>
                </a:lnTo>
                <a:lnTo>
                  <a:pt x="1945" y="10808"/>
                </a:lnTo>
                <a:lnTo>
                  <a:pt x="2540" y="9737"/>
                </a:lnTo>
                <a:lnTo>
                  <a:pt x="3215" y="8692"/>
                </a:lnTo>
                <a:lnTo>
                  <a:pt x="3969" y="7673"/>
                </a:lnTo>
                <a:lnTo>
                  <a:pt x="4802" y="6681"/>
                </a:lnTo>
                <a:lnTo>
                  <a:pt x="5715" y="5715"/>
                </a:lnTo>
                <a:lnTo>
                  <a:pt x="6681" y="4802"/>
                </a:lnTo>
                <a:lnTo>
                  <a:pt x="7673" y="3969"/>
                </a:lnTo>
                <a:lnTo>
                  <a:pt x="8692" y="3215"/>
                </a:lnTo>
                <a:lnTo>
                  <a:pt x="9737" y="2540"/>
                </a:lnTo>
                <a:lnTo>
                  <a:pt x="10808" y="1945"/>
                </a:lnTo>
                <a:lnTo>
                  <a:pt x="11906" y="1429"/>
                </a:lnTo>
                <a:lnTo>
                  <a:pt x="13031" y="992"/>
                </a:lnTo>
                <a:lnTo>
                  <a:pt x="14182" y="635"/>
                </a:lnTo>
                <a:lnTo>
                  <a:pt x="15359" y="357"/>
                </a:lnTo>
                <a:lnTo>
                  <a:pt x="16563" y="159"/>
                </a:lnTo>
                <a:lnTo>
                  <a:pt x="17793" y="40"/>
                </a:lnTo>
                <a:lnTo>
                  <a:pt x="19050" y="0"/>
                </a:lnTo>
                <a:lnTo>
                  <a:pt x="209550" y="0"/>
                </a:lnTo>
                <a:lnTo>
                  <a:pt x="210807" y="40"/>
                </a:lnTo>
                <a:lnTo>
                  <a:pt x="212037" y="159"/>
                </a:lnTo>
                <a:lnTo>
                  <a:pt x="213241" y="357"/>
                </a:lnTo>
                <a:lnTo>
                  <a:pt x="214418" y="635"/>
                </a:lnTo>
                <a:lnTo>
                  <a:pt x="215569" y="992"/>
                </a:lnTo>
                <a:lnTo>
                  <a:pt x="216694" y="1429"/>
                </a:lnTo>
                <a:lnTo>
                  <a:pt x="217792" y="1945"/>
                </a:lnTo>
                <a:lnTo>
                  <a:pt x="218863" y="2540"/>
                </a:lnTo>
                <a:lnTo>
                  <a:pt x="219908" y="3215"/>
                </a:lnTo>
                <a:lnTo>
                  <a:pt x="220927" y="3969"/>
                </a:lnTo>
                <a:lnTo>
                  <a:pt x="221919" y="4802"/>
                </a:lnTo>
                <a:lnTo>
                  <a:pt x="222885" y="5715"/>
                </a:lnTo>
                <a:lnTo>
                  <a:pt x="223798" y="6681"/>
                </a:lnTo>
                <a:lnTo>
                  <a:pt x="224631" y="7673"/>
                </a:lnTo>
                <a:lnTo>
                  <a:pt x="225385" y="8692"/>
                </a:lnTo>
                <a:lnTo>
                  <a:pt x="226060" y="9737"/>
                </a:lnTo>
                <a:lnTo>
                  <a:pt x="226655" y="10808"/>
                </a:lnTo>
                <a:lnTo>
                  <a:pt x="227171" y="11906"/>
                </a:lnTo>
                <a:lnTo>
                  <a:pt x="227608" y="13031"/>
                </a:lnTo>
                <a:lnTo>
                  <a:pt x="227965" y="14182"/>
                </a:lnTo>
                <a:lnTo>
                  <a:pt x="228243" y="15359"/>
                </a:lnTo>
                <a:lnTo>
                  <a:pt x="228441" y="16563"/>
                </a:lnTo>
                <a:lnTo>
                  <a:pt x="228560" y="17793"/>
                </a:lnTo>
                <a:lnTo>
                  <a:pt x="228600" y="19050"/>
                </a:lnTo>
                <a:lnTo>
                  <a:pt x="228600" y="209550"/>
                </a:lnTo>
                <a:lnTo>
                  <a:pt x="228560" y="210807"/>
                </a:lnTo>
                <a:lnTo>
                  <a:pt x="228441" y="212037"/>
                </a:lnTo>
                <a:lnTo>
                  <a:pt x="228243" y="213241"/>
                </a:lnTo>
                <a:lnTo>
                  <a:pt x="227965" y="214418"/>
                </a:lnTo>
                <a:lnTo>
                  <a:pt x="227608" y="215569"/>
                </a:lnTo>
                <a:lnTo>
                  <a:pt x="227171" y="216694"/>
                </a:lnTo>
                <a:lnTo>
                  <a:pt x="226655" y="217792"/>
                </a:lnTo>
                <a:lnTo>
                  <a:pt x="226060" y="218863"/>
                </a:lnTo>
                <a:lnTo>
                  <a:pt x="225385" y="219908"/>
                </a:lnTo>
                <a:lnTo>
                  <a:pt x="224631" y="220927"/>
                </a:lnTo>
                <a:lnTo>
                  <a:pt x="223798" y="221919"/>
                </a:lnTo>
                <a:lnTo>
                  <a:pt x="222885" y="222885"/>
                </a:lnTo>
                <a:lnTo>
                  <a:pt x="221919" y="223798"/>
                </a:lnTo>
                <a:lnTo>
                  <a:pt x="220927" y="224631"/>
                </a:lnTo>
                <a:lnTo>
                  <a:pt x="219908" y="225385"/>
                </a:lnTo>
                <a:lnTo>
                  <a:pt x="218863" y="226060"/>
                </a:lnTo>
                <a:lnTo>
                  <a:pt x="217792" y="226655"/>
                </a:lnTo>
                <a:lnTo>
                  <a:pt x="216694" y="227171"/>
                </a:lnTo>
                <a:lnTo>
                  <a:pt x="215569" y="227608"/>
                </a:lnTo>
                <a:lnTo>
                  <a:pt x="214418" y="227965"/>
                </a:lnTo>
                <a:lnTo>
                  <a:pt x="213241" y="228243"/>
                </a:lnTo>
                <a:lnTo>
                  <a:pt x="212037" y="228441"/>
                </a:lnTo>
                <a:lnTo>
                  <a:pt x="210807" y="228560"/>
                </a:lnTo>
                <a:lnTo>
                  <a:pt x="209550" y="228600"/>
                </a:lnTo>
                <a:lnTo>
                  <a:pt x="19050" y="228600"/>
                </a:lnTo>
                <a:close/>
                <a:moveTo>
                  <a:pt x="104775" y="149225"/>
                </a:moveTo>
                <a:lnTo>
                  <a:pt x="19050" y="149225"/>
                </a:lnTo>
                <a:lnTo>
                  <a:pt x="19050" y="209550"/>
                </a:lnTo>
                <a:lnTo>
                  <a:pt x="104775" y="209550"/>
                </a:lnTo>
                <a:lnTo>
                  <a:pt x="104775" y="149225"/>
                </a:lnTo>
                <a:close/>
                <a:moveTo>
                  <a:pt x="123825" y="149225"/>
                </a:moveTo>
                <a:lnTo>
                  <a:pt x="123825" y="209550"/>
                </a:lnTo>
                <a:lnTo>
                  <a:pt x="209550" y="209550"/>
                </a:lnTo>
                <a:lnTo>
                  <a:pt x="209550" y="149225"/>
                </a:lnTo>
                <a:lnTo>
                  <a:pt x="123825" y="149225"/>
                </a:lnTo>
                <a:close/>
                <a:moveTo>
                  <a:pt x="104775" y="130175"/>
                </a:moveTo>
                <a:lnTo>
                  <a:pt x="104775" y="69850"/>
                </a:lnTo>
                <a:lnTo>
                  <a:pt x="19050" y="69850"/>
                </a:lnTo>
                <a:lnTo>
                  <a:pt x="19050" y="130175"/>
                </a:lnTo>
                <a:lnTo>
                  <a:pt x="104775" y="130175"/>
                </a:lnTo>
                <a:close/>
                <a:moveTo>
                  <a:pt x="123825" y="130175"/>
                </a:moveTo>
                <a:lnTo>
                  <a:pt x="209550" y="130175"/>
                </a:lnTo>
                <a:lnTo>
                  <a:pt x="209550" y="69850"/>
                </a:lnTo>
                <a:lnTo>
                  <a:pt x="123825" y="69850"/>
                </a:lnTo>
                <a:lnTo>
                  <a:pt x="123825" y="130175"/>
                </a:lnTo>
                <a:close/>
                <a:moveTo>
                  <a:pt x="19050" y="50800"/>
                </a:moveTo>
                <a:lnTo>
                  <a:pt x="209550" y="50800"/>
                </a:lnTo>
                <a:lnTo>
                  <a:pt x="209550" y="19050"/>
                </a:lnTo>
                <a:lnTo>
                  <a:pt x="19050" y="19050"/>
                </a:lnTo>
                <a:lnTo>
                  <a:pt x="19050" y="50800"/>
                </a:lnTo>
                <a:close/>
              </a:path>
            </a:pathLst>
          </a:custGeom>
          <a:solidFill>
            <a:srgbClr val="1E6B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번호 5"/>
          <p:cNvSpPr/>
          <p:nvPr/>
        </p:nvSpPr>
        <p:spPr>
          <a:xfrm>
            <a:off x="6149340" y="2811780"/>
            <a:ext cx="213360" cy="213360"/>
          </a:xfrm>
          <a:prstGeom prst="ellipse">
            <a:avLst/>
          </a:prstGeom>
          <a:solidFill>
            <a:srgbClr val="1E6B4F"/>
          </a:solidFill>
          <a:ln>
            <a:noFill/>
          </a:ln>
        </p:spPr>
        <p:txBody>
          <a:bodyPr rtlCol="0" anchor="ctr" lIns="0" tIns="0" rIns="0" bIns="0" wrap="none">
            <a:noAutofit/>
          </a:bodyPr>
          <a:lstStyle/>
          <a:p>
            <a:pPr algn="ctr"/>
            <a:r>
              <a:rPr sz="1019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블록 불일치 (종료 5)"/>
          <p:cNvSpPr/>
          <p:nvPr/>
        </p:nvSpPr>
        <p:spPr>
          <a:xfrm>
            <a:off x="4114800" y="2971800"/>
            <a:ext cx="1676400" cy="335280"/>
          </a:xfrm>
          <a:prstGeom prst="roundRect">
            <a:avLst>
              <a:gd name="adj" fmla="val 50000"/>
            </a:avLst>
          </a:prstGeom>
          <a:solidFill>
            <a:srgbClr val="0B3D2E"/>
          </a:solidFill>
          <a:ln w="15240">
            <a:solidFill>
              <a:srgbClr val="0B3D2E"/>
            </a:solidFill>
          </a:ln>
        </p:spPr>
        <p:txBody>
          <a:bodyPr rtlCol="0" anchor="ctr" lIns="306705" tIns="0" rIns="0" bIns="0" wrap="none">
            <a:noAutofit/>
          </a:bodyPr>
          <a:lstStyle/>
          <a:p>
            <a:pPr algn="l"/>
            <a:r>
              <a:rPr sz="108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불일치 (종료 5)</a:t>
            </a:r>
          </a:p>
        </p:txBody>
      </p:sp>
      <p:sp>
        <p:nvSpPr>
          <p:cNvPr id="28" name="블록 건수"/>
          <p:cNvSpPr/>
          <p:nvPr/>
        </p:nvSpPr>
        <p:spPr>
          <a:xfrm>
            <a:off x="563880" y="4419600"/>
            <a:ext cx="164592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3716">
            <a:solidFill>
              <a:srgbClr val="9DD3B8"/>
            </a:solidFill>
          </a:ln>
        </p:spPr>
        <p:txBody>
          <a:bodyPr rtlCol="0" anchor="t" lIns="45720" tIns="152400" rIns="45720" bIns="0" wrap="none">
            <a:noAutofit/>
          </a:bodyPr>
          <a:lstStyle/>
          <a:p>
            <a:pPr algn="ctr">
              <a:lnSpc>
                <a:spcPts val="1560"/>
              </a:lnSpc>
            </a:pPr>
            <a:r>
              <a:rPr sz="1200" b="1">
                <a:solidFill>
                  <a:srgbClr val="0B3D2E"/>
                </a:solidFill>
                <a:latin typeface="Pretendard"/>
                <a:ea typeface="Pretendard"/>
                <a:cs typeface="Pretendard"/>
              </a:rPr>
              <a:t>건수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COUNT_BIG ↔ count</a:t>
            </a:r>
          </a:p>
        </p:txBody>
      </p:sp>
      <p:sp>
        <p:nvSpPr>
          <p:cNvPr id="29" name="블록 행 해시 합"/>
          <p:cNvSpPr/>
          <p:nvPr/>
        </p:nvSpPr>
        <p:spPr>
          <a:xfrm>
            <a:off x="2362200" y="4419600"/>
            <a:ext cx="164592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3716">
            <a:solidFill>
              <a:srgbClr val="9DD3B8"/>
            </a:solidFill>
          </a:ln>
        </p:spPr>
        <p:txBody>
          <a:bodyPr rtlCol="0" anchor="t" lIns="45720" tIns="152400" rIns="45720" bIns="0" wrap="none">
            <a:noAutofit/>
          </a:bodyPr>
          <a:lstStyle/>
          <a:p>
            <a:pPr algn="ctr">
              <a:lnSpc>
                <a:spcPts val="1560"/>
              </a:lnSpc>
            </a:pPr>
            <a:r>
              <a:rPr sz="1200" b="1">
                <a:solidFill>
                  <a:srgbClr val="0B3D2E"/>
                </a:solidFill>
                <a:latin typeface="Pretendard"/>
                <a:ea typeface="Pretendard"/>
                <a:cs typeface="Pretendard"/>
              </a:rPr>
              <a:t>행 해시 합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MD5 앞 8바이트 합</a:t>
            </a:r>
          </a:p>
        </p:txBody>
      </p:sp>
      <p:sp>
        <p:nvSpPr>
          <p:cNvPr id="30" name="블록 수치 합계"/>
          <p:cNvSpPr/>
          <p:nvPr/>
        </p:nvSpPr>
        <p:spPr>
          <a:xfrm>
            <a:off x="4160520" y="4419600"/>
            <a:ext cx="164592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3716">
            <a:solidFill>
              <a:srgbClr val="9DD3B8"/>
            </a:solidFill>
          </a:ln>
        </p:spPr>
        <p:txBody>
          <a:bodyPr rtlCol="0" anchor="t" lIns="45720" tIns="152400" rIns="45720" bIns="0" wrap="none">
            <a:noAutofit/>
          </a:bodyPr>
          <a:lstStyle/>
          <a:p>
            <a:pPr algn="ctr">
              <a:lnSpc>
                <a:spcPts val="1560"/>
              </a:lnSpc>
            </a:pPr>
            <a:r>
              <a:rPr sz="1200" b="1">
                <a:solidFill>
                  <a:srgbClr val="0B3D2E"/>
                </a:solidFill>
                <a:latin typeface="Pretendard"/>
                <a:ea typeface="Pretendard"/>
                <a:cs typeface="Pretendard"/>
              </a:rPr>
              <a:t>수치 합계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decimal(38, s) 합</a:t>
            </a:r>
          </a:p>
        </p:txBody>
      </p:sp>
      <p:sp>
        <p:nvSpPr>
          <p:cNvPr id="31" name="블록 정규화는 표현만 맞춘다 · 값 차이는 해시로 잡는다"/>
          <p:cNvSpPr/>
          <p:nvPr/>
        </p:nvSpPr>
        <p:spPr>
          <a:xfrm>
            <a:off x="563880" y="5334000"/>
            <a:ext cx="5181600" cy="3962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5240">
            <a:solidFill>
              <a:srgbClr val="1E6B4F"/>
            </a:solidFill>
          </a:ln>
        </p:spPr>
        <p:txBody>
          <a:bodyPr rtlCol="0" anchor="ctr" lIns="1054608" tIns="0" rIns="0" bIns="0" wrap="none">
            <a:noAutofit/>
          </a:bodyPr>
          <a:lstStyle/>
          <a:p>
            <a:pPr algn="l"/>
            <a:r>
              <a:rPr sz="1080" b="1">
                <a:solidFill>
                  <a:srgbClr val="0B3D2E"/>
                </a:solidFill>
                <a:latin typeface="Pretendard"/>
                <a:ea typeface="Pretendard"/>
                <a:cs typeface="Pretendard"/>
              </a:rPr>
              <a:t>정규화는 표현만 맞춘다 · 값 차이는 해시로 잡는다</a:t>
            </a:r>
          </a:p>
        </p:txBody>
      </p:sp>
      <p:sp>
        <p:nvSpPr>
          <p:cNvPr id="32" name="아이콘 rule_settings"/>
          <p:cNvSpPr/>
          <p:nvPr/>
        </p:nvSpPr>
        <p:spPr>
          <a:xfrm>
            <a:off x="1370584" y="5466080"/>
            <a:ext cx="162211" cy="156845"/>
          </a:xfrm>
          <a:custGeom>
            <a:avLst/>
            <a:gdLst/>
            <a:ahLst/>
            <a:cxnLst/>
            <a:rect l="l" t="t" r="r" b="b"/>
            <a:pathLst>
              <a:path w="162211" h="156845">
                <a:moveTo>
                  <a:pt x="826" y="132080"/>
                </a:moveTo>
                <a:lnTo>
                  <a:pt x="826" y="119698"/>
                </a:lnTo>
                <a:lnTo>
                  <a:pt x="26210" y="119698"/>
                </a:lnTo>
                <a:lnTo>
                  <a:pt x="23320" y="116808"/>
                </a:lnTo>
                <a:lnTo>
                  <a:pt x="21305" y="114742"/>
                </a:lnTo>
                <a:lnTo>
                  <a:pt x="19385" y="112672"/>
                </a:lnTo>
                <a:lnTo>
                  <a:pt x="17561" y="110598"/>
                </a:lnTo>
                <a:lnTo>
                  <a:pt x="15834" y="108519"/>
                </a:lnTo>
                <a:lnTo>
                  <a:pt x="14202" y="106436"/>
                </a:lnTo>
                <a:lnTo>
                  <a:pt x="12666" y="104348"/>
                </a:lnTo>
                <a:lnTo>
                  <a:pt x="11227" y="102257"/>
                </a:lnTo>
                <a:lnTo>
                  <a:pt x="9883" y="100161"/>
                </a:lnTo>
                <a:lnTo>
                  <a:pt x="8636" y="98060"/>
                </a:lnTo>
                <a:lnTo>
                  <a:pt x="7484" y="95956"/>
                </a:lnTo>
                <a:lnTo>
                  <a:pt x="6428" y="93847"/>
                </a:lnTo>
                <a:lnTo>
                  <a:pt x="5469" y="91734"/>
                </a:lnTo>
                <a:lnTo>
                  <a:pt x="4595" y="89622"/>
                </a:lnTo>
                <a:lnTo>
                  <a:pt x="3798" y="87517"/>
                </a:lnTo>
                <a:lnTo>
                  <a:pt x="3076" y="85420"/>
                </a:lnTo>
                <a:lnTo>
                  <a:pt x="2431" y="83330"/>
                </a:lnTo>
                <a:lnTo>
                  <a:pt x="1861" y="81247"/>
                </a:lnTo>
                <a:lnTo>
                  <a:pt x="1367" y="79171"/>
                </a:lnTo>
                <a:lnTo>
                  <a:pt x="949" y="77102"/>
                </a:lnTo>
                <a:lnTo>
                  <a:pt x="608" y="75040"/>
                </a:lnTo>
                <a:lnTo>
                  <a:pt x="342" y="72986"/>
                </a:lnTo>
                <a:lnTo>
                  <a:pt x="152" y="70939"/>
                </a:lnTo>
                <a:lnTo>
                  <a:pt x="38" y="68898"/>
                </a:lnTo>
                <a:lnTo>
                  <a:pt x="0" y="66866"/>
                </a:lnTo>
                <a:lnTo>
                  <a:pt x="90" y="63149"/>
                </a:lnTo>
                <a:lnTo>
                  <a:pt x="358" y="59499"/>
                </a:lnTo>
                <a:lnTo>
                  <a:pt x="806" y="55915"/>
                </a:lnTo>
                <a:lnTo>
                  <a:pt x="1433" y="52396"/>
                </a:lnTo>
                <a:lnTo>
                  <a:pt x="2239" y="48944"/>
                </a:lnTo>
                <a:lnTo>
                  <a:pt x="3225" y="45557"/>
                </a:lnTo>
                <a:lnTo>
                  <a:pt x="4389" y="42237"/>
                </a:lnTo>
                <a:lnTo>
                  <a:pt x="5733" y="38982"/>
                </a:lnTo>
                <a:lnTo>
                  <a:pt x="7255" y="35793"/>
                </a:lnTo>
                <a:lnTo>
                  <a:pt x="8957" y="32670"/>
                </a:lnTo>
                <a:lnTo>
                  <a:pt x="10838" y="29613"/>
                </a:lnTo>
                <a:lnTo>
                  <a:pt x="12898" y="26622"/>
                </a:lnTo>
                <a:lnTo>
                  <a:pt x="15105" y="23740"/>
                </a:lnTo>
                <a:lnTo>
                  <a:pt x="17424" y="21010"/>
                </a:lnTo>
                <a:lnTo>
                  <a:pt x="19857" y="18432"/>
                </a:lnTo>
                <a:lnTo>
                  <a:pt x="22403" y="16006"/>
                </a:lnTo>
                <a:lnTo>
                  <a:pt x="25062" y="13731"/>
                </a:lnTo>
                <a:lnTo>
                  <a:pt x="27835" y="11609"/>
                </a:lnTo>
                <a:lnTo>
                  <a:pt x="30720" y="9638"/>
                </a:lnTo>
                <a:lnTo>
                  <a:pt x="33719" y="7819"/>
                </a:lnTo>
                <a:lnTo>
                  <a:pt x="36831" y="6153"/>
                </a:lnTo>
                <a:lnTo>
                  <a:pt x="40057" y="4638"/>
                </a:lnTo>
                <a:lnTo>
                  <a:pt x="43395" y="3275"/>
                </a:lnTo>
                <a:lnTo>
                  <a:pt x="46847" y="2064"/>
                </a:lnTo>
                <a:lnTo>
                  <a:pt x="46847" y="14859"/>
                </a:lnTo>
                <a:lnTo>
                  <a:pt x="44277" y="15947"/>
                </a:lnTo>
                <a:lnTo>
                  <a:pt x="41794" y="17146"/>
                </a:lnTo>
                <a:lnTo>
                  <a:pt x="39398" y="18458"/>
                </a:lnTo>
                <a:lnTo>
                  <a:pt x="37090" y="19881"/>
                </a:lnTo>
                <a:lnTo>
                  <a:pt x="34869" y="21416"/>
                </a:lnTo>
                <a:lnTo>
                  <a:pt x="32736" y="23062"/>
                </a:lnTo>
                <a:lnTo>
                  <a:pt x="30690" y="24821"/>
                </a:lnTo>
                <a:lnTo>
                  <a:pt x="28732" y="26691"/>
                </a:lnTo>
                <a:lnTo>
                  <a:pt x="26861" y="28673"/>
                </a:lnTo>
                <a:lnTo>
                  <a:pt x="25077" y="30767"/>
                </a:lnTo>
                <a:lnTo>
                  <a:pt x="23381" y="32973"/>
                </a:lnTo>
                <a:lnTo>
                  <a:pt x="21773" y="35290"/>
                </a:lnTo>
                <a:lnTo>
                  <a:pt x="20273" y="37685"/>
                </a:lnTo>
                <a:lnTo>
                  <a:pt x="18903" y="40123"/>
                </a:lnTo>
                <a:lnTo>
                  <a:pt x="17664" y="42604"/>
                </a:lnTo>
                <a:lnTo>
                  <a:pt x="16556" y="45127"/>
                </a:lnTo>
                <a:lnTo>
                  <a:pt x="15578" y="47694"/>
                </a:lnTo>
                <a:lnTo>
                  <a:pt x="14730" y="50304"/>
                </a:lnTo>
                <a:lnTo>
                  <a:pt x="14013" y="52957"/>
                </a:lnTo>
                <a:lnTo>
                  <a:pt x="13426" y="55652"/>
                </a:lnTo>
                <a:lnTo>
                  <a:pt x="12969" y="58391"/>
                </a:lnTo>
                <a:lnTo>
                  <a:pt x="12643" y="61173"/>
                </a:lnTo>
                <a:lnTo>
                  <a:pt x="12448" y="63998"/>
                </a:lnTo>
                <a:lnTo>
                  <a:pt x="12382" y="66866"/>
                </a:lnTo>
                <a:lnTo>
                  <a:pt x="12408" y="68646"/>
                </a:lnTo>
                <a:lnTo>
                  <a:pt x="12483" y="70411"/>
                </a:lnTo>
                <a:lnTo>
                  <a:pt x="12608" y="72160"/>
                </a:lnTo>
                <a:lnTo>
                  <a:pt x="12784" y="73894"/>
                </a:lnTo>
                <a:lnTo>
                  <a:pt x="13010" y="75611"/>
                </a:lnTo>
                <a:lnTo>
                  <a:pt x="13285" y="77313"/>
                </a:lnTo>
                <a:lnTo>
                  <a:pt x="13611" y="78999"/>
                </a:lnTo>
                <a:lnTo>
                  <a:pt x="13988" y="80670"/>
                </a:lnTo>
                <a:lnTo>
                  <a:pt x="14414" y="82324"/>
                </a:lnTo>
                <a:lnTo>
                  <a:pt x="14891" y="83963"/>
                </a:lnTo>
                <a:lnTo>
                  <a:pt x="15417" y="85586"/>
                </a:lnTo>
                <a:lnTo>
                  <a:pt x="15994" y="87193"/>
                </a:lnTo>
                <a:lnTo>
                  <a:pt x="16631" y="88781"/>
                </a:lnTo>
                <a:lnTo>
                  <a:pt x="17338" y="90344"/>
                </a:lnTo>
                <a:lnTo>
                  <a:pt x="18116" y="91882"/>
                </a:lnTo>
                <a:lnTo>
                  <a:pt x="18964" y="93396"/>
                </a:lnTo>
                <a:lnTo>
                  <a:pt x="19882" y="94886"/>
                </a:lnTo>
                <a:lnTo>
                  <a:pt x="20870" y="96351"/>
                </a:lnTo>
                <a:lnTo>
                  <a:pt x="21928" y="97792"/>
                </a:lnTo>
                <a:lnTo>
                  <a:pt x="23057" y="99209"/>
                </a:lnTo>
                <a:lnTo>
                  <a:pt x="24256" y="100601"/>
                </a:lnTo>
                <a:lnTo>
                  <a:pt x="25525" y="101969"/>
                </a:lnTo>
                <a:lnTo>
                  <a:pt x="26864" y="103313"/>
                </a:lnTo>
                <a:lnTo>
                  <a:pt x="28273" y="104632"/>
                </a:lnTo>
                <a:lnTo>
                  <a:pt x="34465" y="110204"/>
                </a:lnTo>
                <a:lnTo>
                  <a:pt x="34465" y="86058"/>
                </a:lnTo>
                <a:lnTo>
                  <a:pt x="46847" y="86058"/>
                </a:lnTo>
                <a:lnTo>
                  <a:pt x="46847" y="132080"/>
                </a:lnTo>
                <a:lnTo>
                  <a:pt x="826" y="132080"/>
                </a:lnTo>
                <a:close/>
                <a:moveTo>
                  <a:pt x="145082" y="63151"/>
                </a:moveTo>
                <a:lnTo>
                  <a:pt x="132699" y="63151"/>
                </a:lnTo>
                <a:lnTo>
                  <a:pt x="132607" y="61407"/>
                </a:lnTo>
                <a:lnTo>
                  <a:pt x="132470" y="59685"/>
                </a:lnTo>
                <a:lnTo>
                  <a:pt x="132286" y="57985"/>
                </a:lnTo>
                <a:lnTo>
                  <a:pt x="132057" y="56306"/>
                </a:lnTo>
                <a:lnTo>
                  <a:pt x="131782" y="54649"/>
                </a:lnTo>
                <a:lnTo>
                  <a:pt x="131461" y="53013"/>
                </a:lnTo>
                <a:lnTo>
                  <a:pt x="131094" y="51398"/>
                </a:lnTo>
                <a:lnTo>
                  <a:pt x="130681" y="49805"/>
                </a:lnTo>
                <a:lnTo>
                  <a:pt x="130223" y="48234"/>
                </a:lnTo>
                <a:lnTo>
                  <a:pt x="129718" y="46684"/>
                </a:lnTo>
                <a:lnTo>
                  <a:pt x="129168" y="45155"/>
                </a:lnTo>
                <a:lnTo>
                  <a:pt x="128572" y="43648"/>
                </a:lnTo>
                <a:lnTo>
                  <a:pt x="127924" y="42164"/>
                </a:lnTo>
                <a:lnTo>
                  <a:pt x="127219" y="40705"/>
                </a:lnTo>
                <a:lnTo>
                  <a:pt x="126456" y="39269"/>
                </a:lnTo>
                <a:lnTo>
                  <a:pt x="125637" y="37858"/>
                </a:lnTo>
                <a:lnTo>
                  <a:pt x="124759" y="36472"/>
                </a:lnTo>
                <a:lnTo>
                  <a:pt x="123825" y="35110"/>
                </a:lnTo>
                <a:lnTo>
                  <a:pt x="122833" y="33772"/>
                </a:lnTo>
                <a:lnTo>
                  <a:pt x="121784" y="32458"/>
                </a:lnTo>
                <a:lnTo>
                  <a:pt x="120678" y="31169"/>
                </a:lnTo>
                <a:lnTo>
                  <a:pt x="119514" y="29904"/>
                </a:lnTo>
                <a:lnTo>
                  <a:pt x="118293" y="28664"/>
                </a:lnTo>
                <a:lnTo>
                  <a:pt x="117015" y="27448"/>
                </a:lnTo>
                <a:lnTo>
                  <a:pt x="110823" y="21876"/>
                </a:lnTo>
                <a:lnTo>
                  <a:pt x="110823" y="46022"/>
                </a:lnTo>
                <a:lnTo>
                  <a:pt x="98441" y="46022"/>
                </a:lnTo>
                <a:lnTo>
                  <a:pt x="98441" y="0"/>
                </a:lnTo>
                <a:lnTo>
                  <a:pt x="144463" y="0"/>
                </a:lnTo>
                <a:lnTo>
                  <a:pt x="144463" y="12382"/>
                </a:lnTo>
                <a:lnTo>
                  <a:pt x="118872" y="12382"/>
                </a:lnTo>
                <a:lnTo>
                  <a:pt x="121968" y="15272"/>
                </a:lnTo>
                <a:lnTo>
                  <a:pt x="123917" y="17171"/>
                </a:lnTo>
                <a:lnTo>
                  <a:pt x="125774" y="19084"/>
                </a:lnTo>
                <a:lnTo>
                  <a:pt x="127540" y="21012"/>
                </a:lnTo>
                <a:lnTo>
                  <a:pt x="129214" y="22953"/>
                </a:lnTo>
                <a:lnTo>
                  <a:pt x="130796" y="24910"/>
                </a:lnTo>
                <a:lnTo>
                  <a:pt x="132286" y="26880"/>
                </a:lnTo>
                <a:lnTo>
                  <a:pt x="133685" y="28865"/>
                </a:lnTo>
                <a:lnTo>
                  <a:pt x="134992" y="30865"/>
                </a:lnTo>
                <a:lnTo>
                  <a:pt x="136208" y="32878"/>
                </a:lnTo>
                <a:lnTo>
                  <a:pt x="137331" y="34906"/>
                </a:lnTo>
                <a:lnTo>
                  <a:pt x="138363" y="36948"/>
                </a:lnTo>
                <a:lnTo>
                  <a:pt x="139303" y="39005"/>
                </a:lnTo>
                <a:lnTo>
                  <a:pt x="140163" y="41064"/>
                </a:lnTo>
                <a:lnTo>
                  <a:pt x="140954" y="43115"/>
                </a:lnTo>
                <a:lnTo>
                  <a:pt x="141676" y="45157"/>
                </a:lnTo>
                <a:lnTo>
                  <a:pt x="142330" y="47191"/>
                </a:lnTo>
                <a:lnTo>
                  <a:pt x="142915" y="49216"/>
                </a:lnTo>
                <a:lnTo>
                  <a:pt x="143431" y="51233"/>
                </a:lnTo>
                <a:lnTo>
                  <a:pt x="143878" y="53240"/>
                </a:lnTo>
                <a:lnTo>
                  <a:pt x="144256" y="55240"/>
                </a:lnTo>
                <a:lnTo>
                  <a:pt x="144566" y="57230"/>
                </a:lnTo>
                <a:lnTo>
                  <a:pt x="144806" y="59212"/>
                </a:lnTo>
                <a:lnTo>
                  <a:pt x="144978" y="61186"/>
                </a:lnTo>
                <a:lnTo>
                  <a:pt x="145082" y="63151"/>
                </a:lnTo>
                <a:close/>
                <a:moveTo>
                  <a:pt x="117221" y="156845"/>
                </a:moveTo>
                <a:lnTo>
                  <a:pt x="116189" y="146939"/>
                </a:lnTo>
                <a:lnTo>
                  <a:pt x="115500" y="146725"/>
                </a:lnTo>
                <a:lnTo>
                  <a:pt x="114808" y="146495"/>
                </a:lnTo>
                <a:lnTo>
                  <a:pt x="114112" y="146249"/>
                </a:lnTo>
                <a:lnTo>
                  <a:pt x="113415" y="145987"/>
                </a:lnTo>
                <a:lnTo>
                  <a:pt x="112714" y="145710"/>
                </a:lnTo>
                <a:lnTo>
                  <a:pt x="112010" y="145417"/>
                </a:lnTo>
                <a:lnTo>
                  <a:pt x="111303" y="145108"/>
                </a:lnTo>
                <a:lnTo>
                  <a:pt x="110594" y="144784"/>
                </a:lnTo>
                <a:lnTo>
                  <a:pt x="109882" y="144443"/>
                </a:lnTo>
                <a:lnTo>
                  <a:pt x="109167" y="144087"/>
                </a:lnTo>
                <a:lnTo>
                  <a:pt x="108449" y="143715"/>
                </a:lnTo>
                <a:lnTo>
                  <a:pt x="107728" y="143327"/>
                </a:lnTo>
                <a:lnTo>
                  <a:pt x="107017" y="142928"/>
                </a:lnTo>
                <a:lnTo>
                  <a:pt x="106329" y="142522"/>
                </a:lnTo>
                <a:lnTo>
                  <a:pt x="105664" y="142109"/>
                </a:lnTo>
                <a:lnTo>
                  <a:pt x="105022" y="141688"/>
                </a:lnTo>
                <a:lnTo>
                  <a:pt x="104403" y="141260"/>
                </a:lnTo>
                <a:lnTo>
                  <a:pt x="103807" y="140825"/>
                </a:lnTo>
                <a:lnTo>
                  <a:pt x="103233" y="140383"/>
                </a:lnTo>
                <a:lnTo>
                  <a:pt x="102683" y="139934"/>
                </a:lnTo>
                <a:lnTo>
                  <a:pt x="102156" y="139477"/>
                </a:lnTo>
                <a:lnTo>
                  <a:pt x="101651" y="139014"/>
                </a:lnTo>
                <a:lnTo>
                  <a:pt x="101170" y="138543"/>
                </a:lnTo>
                <a:lnTo>
                  <a:pt x="100711" y="138065"/>
                </a:lnTo>
                <a:lnTo>
                  <a:pt x="92043" y="142192"/>
                </a:lnTo>
                <a:lnTo>
                  <a:pt x="84820" y="131048"/>
                </a:lnTo>
                <a:lnTo>
                  <a:pt x="92662" y="124857"/>
                </a:lnTo>
                <a:lnTo>
                  <a:pt x="92498" y="124072"/>
                </a:lnTo>
                <a:lnTo>
                  <a:pt x="92347" y="123300"/>
                </a:lnTo>
                <a:lnTo>
                  <a:pt x="92211" y="122542"/>
                </a:lnTo>
                <a:lnTo>
                  <a:pt x="92089" y="121796"/>
                </a:lnTo>
                <a:lnTo>
                  <a:pt x="91982" y="121063"/>
                </a:lnTo>
                <a:lnTo>
                  <a:pt x="91888" y="120342"/>
                </a:lnTo>
                <a:lnTo>
                  <a:pt x="91810" y="119635"/>
                </a:lnTo>
                <a:lnTo>
                  <a:pt x="91745" y="118941"/>
                </a:lnTo>
                <a:lnTo>
                  <a:pt x="91695" y="118259"/>
                </a:lnTo>
                <a:lnTo>
                  <a:pt x="91659" y="117591"/>
                </a:lnTo>
                <a:lnTo>
                  <a:pt x="91638" y="116935"/>
                </a:lnTo>
                <a:lnTo>
                  <a:pt x="91630" y="116292"/>
                </a:lnTo>
                <a:lnTo>
                  <a:pt x="91638" y="115650"/>
                </a:lnTo>
                <a:lnTo>
                  <a:pt x="91659" y="114994"/>
                </a:lnTo>
                <a:lnTo>
                  <a:pt x="91695" y="114325"/>
                </a:lnTo>
                <a:lnTo>
                  <a:pt x="91745" y="113644"/>
                </a:lnTo>
                <a:lnTo>
                  <a:pt x="91810" y="112949"/>
                </a:lnTo>
                <a:lnTo>
                  <a:pt x="91888" y="112242"/>
                </a:lnTo>
                <a:lnTo>
                  <a:pt x="91982" y="111522"/>
                </a:lnTo>
                <a:lnTo>
                  <a:pt x="92089" y="110789"/>
                </a:lnTo>
                <a:lnTo>
                  <a:pt x="92211" y="110043"/>
                </a:lnTo>
                <a:lnTo>
                  <a:pt x="92347" y="109284"/>
                </a:lnTo>
                <a:lnTo>
                  <a:pt x="92498" y="108512"/>
                </a:lnTo>
                <a:lnTo>
                  <a:pt x="92662" y="107728"/>
                </a:lnTo>
                <a:lnTo>
                  <a:pt x="84820" y="101536"/>
                </a:lnTo>
                <a:lnTo>
                  <a:pt x="92043" y="90186"/>
                </a:lnTo>
                <a:lnTo>
                  <a:pt x="100711" y="94313"/>
                </a:lnTo>
                <a:lnTo>
                  <a:pt x="101170" y="93901"/>
                </a:lnTo>
                <a:lnTo>
                  <a:pt x="101651" y="93488"/>
                </a:lnTo>
                <a:lnTo>
                  <a:pt x="102156" y="93075"/>
                </a:lnTo>
                <a:lnTo>
                  <a:pt x="102683" y="92662"/>
                </a:lnTo>
                <a:lnTo>
                  <a:pt x="103233" y="92250"/>
                </a:lnTo>
                <a:lnTo>
                  <a:pt x="103807" y="91837"/>
                </a:lnTo>
                <a:lnTo>
                  <a:pt x="104403" y="91424"/>
                </a:lnTo>
                <a:lnTo>
                  <a:pt x="105022" y="91011"/>
                </a:lnTo>
                <a:lnTo>
                  <a:pt x="105664" y="90599"/>
                </a:lnTo>
                <a:lnTo>
                  <a:pt x="106329" y="90186"/>
                </a:lnTo>
                <a:lnTo>
                  <a:pt x="107017" y="89773"/>
                </a:lnTo>
                <a:lnTo>
                  <a:pt x="107728" y="89360"/>
                </a:lnTo>
                <a:lnTo>
                  <a:pt x="108449" y="88956"/>
                </a:lnTo>
                <a:lnTo>
                  <a:pt x="109167" y="88569"/>
                </a:lnTo>
                <a:lnTo>
                  <a:pt x="109882" y="88200"/>
                </a:lnTo>
                <a:lnTo>
                  <a:pt x="110594" y="87847"/>
                </a:lnTo>
                <a:lnTo>
                  <a:pt x="111303" y="87512"/>
                </a:lnTo>
                <a:lnTo>
                  <a:pt x="112010" y="87193"/>
                </a:lnTo>
                <a:lnTo>
                  <a:pt x="112714" y="86892"/>
                </a:lnTo>
                <a:lnTo>
                  <a:pt x="113415" y="86609"/>
                </a:lnTo>
                <a:lnTo>
                  <a:pt x="114112" y="86342"/>
                </a:lnTo>
                <a:lnTo>
                  <a:pt x="114808" y="86093"/>
                </a:lnTo>
                <a:lnTo>
                  <a:pt x="115500" y="85861"/>
                </a:lnTo>
                <a:lnTo>
                  <a:pt x="116189" y="85646"/>
                </a:lnTo>
                <a:lnTo>
                  <a:pt x="117221" y="75533"/>
                </a:lnTo>
                <a:lnTo>
                  <a:pt x="129604" y="75533"/>
                </a:lnTo>
                <a:lnTo>
                  <a:pt x="130842" y="85646"/>
                </a:lnTo>
                <a:lnTo>
                  <a:pt x="131531" y="85861"/>
                </a:lnTo>
                <a:lnTo>
                  <a:pt x="132223" y="86093"/>
                </a:lnTo>
                <a:lnTo>
                  <a:pt x="132918" y="86342"/>
                </a:lnTo>
                <a:lnTo>
                  <a:pt x="133616" y="86609"/>
                </a:lnTo>
                <a:lnTo>
                  <a:pt x="134317" y="86892"/>
                </a:lnTo>
                <a:lnTo>
                  <a:pt x="135021" y="87193"/>
                </a:lnTo>
                <a:lnTo>
                  <a:pt x="135727" y="87512"/>
                </a:lnTo>
                <a:lnTo>
                  <a:pt x="136437" y="87847"/>
                </a:lnTo>
                <a:lnTo>
                  <a:pt x="137149" y="88200"/>
                </a:lnTo>
                <a:lnTo>
                  <a:pt x="137864" y="88569"/>
                </a:lnTo>
                <a:lnTo>
                  <a:pt x="138582" y="88956"/>
                </a:lnTo>
                <a:lnTo>
                  <a:pt x="139303" y="89360"/>
                </a:lnTo>
                <a:lnTo>
                  <a:pt x="140014" y="89773"/>
                </a:lnTo>
                <a:lnTo>
                  <a:pt x="140702" y="90186"/>
                </a:lnTo>
                <a:lnTo>
                  <a:pt x="141367" y="90599"/>
                </a:lnTo>
                <a:lnTo>
                  <a:pt x="142009" y="91011"/>
                </a:lnTo>
                <a:lnTo>
                  <a:pt x="142628" y="91424"/>
                </a:lnTo>
                <a:lnTo>
                  <a:pt x="143224" y="91837"/>
                </a:lnTo>
                <a:lnTo>
                  <a:pt x="143798" y="92250"/>
                </a:lnTo>
                <a:lnTo>
                  <a:pt x="144348" y="92662"/>
                </a:lnTo>
                <a:lnTo>
                  <a:pt x="144875" y="93075"/>
                </a:lnTo>
                <a:lnTo>
                  <a:pt x="145380" y="93488"/>
                </a:lnTo>
                <a:lnTo>
                  <a:pt x="145861" y="93901"/>
                </a:lnTo>
                <a:lnTo>
                  <a:pt x="146320" y="94313"/>
                </a:lnTo>
                <a:lnTo>
                  <a:pt x="154988" y="90186"/>
                </a:lnTo>
                <a:lnTo>
                  <a:pt x="162211" y="101536"/>
                </a:lnTo>
                <a:lnTo>
                  <a:pt x="154368" y="107728"/>
                </a:lnTo>
                <a:lnTo>
                  <a:pt x="154533" y="108512"/>
                </a:lnTo>
                <a:lnTo>
                  <a:pt x="154684" y="109284"/>
                </a:lnTo>
                <a:lnTo>
                  <a:pt x="154820" y="110043"/>
                </a:lnTo>
                <a:lnTo>
                  <a:pt x="154942" y="110789"/>
                </a:lnTo>
                <a:lnTo>
                  <a:pt x="155049" y="111522"/>
                </a:lnTo>
                <a:lnTo>
                  <a:pt x="155142" y="112242"/>
                </a:lnTo>
                <a:lnTo>
                  <a:pt x="155221" y="112949"/>
                </a:lnTo>
                <a:lnTo>
                  <a:pt x="155286" y="113644"/>
                </a:lnTo>
                <a:lnTo>
                  <a:pt x="155336" y="114325"/>
                </a:lnTo>
                <a:lnTo>
                  <a:pt x="155372" y="114994"/>
                </a:lnTo>
                <a:lnTo>
                  <a:pt x="155393" y="115650"/>
                </a:lnTo>
                <a:lnTo>
                  <a:pt x="155400" y="116292"/>
                </a:lnTo>
                <a:lnTo>
                  <a:pt x="155393" y="116935"/>
                </a:lnTo>
                <a:lnTo>
                  <a:pt x="155372" y="117591"/>
                </a:lnTo>
                <a:lnTo>
                  <a:pt x="155336" y="118259"/>
                </a:lnTo>
                <a:lnTo>
                  <a:pt x="155286" y="118941"/>
                </a:lnTo>
                <a:lnTo>
                  <a:pt x="155221" y="119635"/>
                </a:lnTo>
                <a:lnTo>
                  <a:pt x="155142" y="120342"/>
                </a:lnTo>
                <a:lnTo>
                  <a:pt x="155049" y="121063"/>
                </a:lnTo>
                <a:lnTo>
                  <a:pt x="154942" y="121796"/>
                </a:lnTo>
                <a:lnTo>
                  <a:pt x="154820" y="122542"/>
                </a:lnTo>
                <a:lnTo>
                  <a:pt x="154684" y="123300"/>
                </a:lnTo>
                <a:lnTo>
                  <a:pt x="154533" y="124072"/>
                </a:lnTo>
                <a:lnTo>
                  <a:pt x="154368" y="124857"/>
                </a:lnTo>
                <a:lnTo>
                  <a:pt x="162211" y="131048"/>
                </a:lnTo>
                <a:lnTo>
                  <a:pt x="154988" y="142192"/>
                </a:lnTo>
                <a:lnTo>
                  <a:pt x="146320" y="138065"/>
                </a:lnTo>
                <a:lnTo>
                  <a:pt x="145861" y="138543"/>
                </a:lnTo>
                <a:lnTo>
                  <a:pt x="145380" y="139014"/>
                </a:lnTo>
                <a:lnTo>
                  <a:pt x="144875" y="139477"/>
                </a:lnTo>
                <a:lnTo>
                  <a:pt x="144348" y="139934"/>
                </a:lnTo>
                <a:lnTo>
                  <a:pt x="143798" y="140383"/>
                </a:lnTo>
                <a:lnTo>
                  <a:pt x="143224" y="140825"/>
                </a:lnTo>
                <a:lnTo>
                  <a:pt x="142628" y="141260"/>
                </a:lnTo>
                <a:lnTo>
                  <a:pt x="142009" y="141688"/>
                </a:lnTo>
                <a:lnTo>
                  <a:pt x="141367" y="142109"/>
                </a:lnTo>
                <a:lnTo>
                  <a:pt x="140702" y="142522"/>
                </a:lnTo>
                <a:lnTo>
                  <a:pt x="140014" y="142928"/>
                </a:lnTo>
                <a:lnTo>
                  <a:pt x="139303" y="143327"/>
                </a:lnTo>
                <a:lnTo>
                  <a:pt x="138582" y="143715"/>
                </a:lnTo>
                <a:lnTo>
                  <a:pt x="137864" y="144087"/>
                </a:lnTo>
                <a:lnTo>
                  <a:pt x="137149" y="144443"/>
                </a:lnTo>
                <a:lnTo>
                  <a:pt x="136437" y="144784"/>
                </a:lnTo>
                <a:lnTo>
                  <a:pt x="135727" y="145108"/>
                </a:lnTo>
                <a:lnTo>
                  <a:pt x="135021" y="145417"/>
                </a:lnTo>
                <a:lnTo>
                  <a:pt x="134317" y="145710"/>
                </a:lnTo>
                <a:lnTo>
                  <a:pt x="133616" y="145987"/>
                </a:lnTo>
                <a:lnTo>
                  <a:pt x="132918" y="146249"/>
                </a:lnTo>
                <a:lnTo>
                  <a:pt x="132223" y="146495"/>
                </a:lnTo>
                <a:lnTo>
                  <a:pt x="131531" y="146725"/>
                </a:lnTo>
                <a:lnTo>
                  <a:pt x="130842" y="146939"/>
                </a:lnTo>
                <a:lnTo>
                  <a:pt x="129604" y="156845"/>
                </a:lnTo>
                <a:lnTo>
                  <a:pt x="117221" y="156845"/>
                </a:lnTo>
                <a:close/>
                <a:moveTo>
                  <a:pt x="123412" y="137239"/>
                </a:moveTo>
                <a:lnTo>
                  <a:pt x="124904" y="137198"/>
                </a:lnTo>
                <a:lnTo>
                  <a:pt x="126353" y="137073"/>
                </a:lnTo>
                <a:lnTo>
                  <a:pt x="127759" y="136865"/>
                </a:lnTo>
                <a:lnTo>
                  <a:pt x="129122" y="136574"/>
                </a:lnTo>
                <a:lnTo>
                  <a:pt x="130442" y="136200"/>
                </a:lnTo>
                <a:lnTo>
                  <a:pt x="131719" y="135743"/>
                </a:lnTo>
                <a:lnTo>
                  <a:pt x="132953" y="135203"/>
                </a:lnTo>
                <a:lnTo>
                  <a:pt x="134144" y="134579"/>
                </a:lnTo>
                <a:lnTo>
                  <a:pt x="135292" y="133873"/>
                </a:lnTo>
                <a:lnTo>
                  <a:pt x="136397" y="133083"/>
                </a:lnTo>
                <a:lnTo>
                  <a:pt x="137459" y="132210"/>
                </a:lnTo>
                <a:lnTo>
                  <a:pt x="138478" y="131254"/>
                </a:lnTo>
                <a:lnTo>
                  <a:pt x="139434" y="130236"/>
                </a:lnTo>
                <a:lnTo>
                  <a:pt x="140306" y="129174"/>
                </a:lnTo>
                <a:lnTo>
                  <a:pt x="141096" y="128069"/>
                </a:lnTo>
                <a:lnTo>
                  <a:pt x="141803" y="126921"/>
                </a:lnTo>
                <a:lnTo>
                  <a:pt x="142426" y="125730"/>
                </a:lnTo>
                <a:lnTo>
                  <a:pt x="142966" y="124496"/>
                </a:lnTo>
                <a:lnTo>
                  <a:pt x="143423" y="123219"/>
                </a:lnTo>
                <a:lnTo>
                  <a:pt x="143798" y="121899"/>
                </a:lnTo>
                <a:lnTo>
                  <a:pt x="144088" y="120536"/>
                </a:lnTo>
                <a:lnTo>
                  <a:pt x="144296" y="119130"/>
                </a:lnTo>
                <a:lnTo>
                  <a:pt x="144421" y="117681"/>
                </a:lnTo>
                <a:lnTo>
                  <a:pt x="144463" y="116189"/>
                </a:lnTo>
                <a:lnTo>
                  <a:pt x="144421" y="114697"/>
                </a:lnTo>
                <a:lnTo>
                  <a:pt x="144296" y="113248"/>
                </a:lnTo>
                <a:lnTo>
                  <a:pt x="144088" y="111842"/>
                </a:lnTo>
                <a:lnTo>
                  <a:pt x="143798" y="110479"/>
                </a:lnTo>
                <a:lnTo>
                  <a:pt x="143423" y="109159"/>
                </a:lnTo>
                <a:lnTo>
                  <a:pt x="142966" y="107883"/>
                </a:lnTo>
                <a:lnTo>
                  <a:pt x="142426" y="106649"/>
                </a:lnTo>
                <a:lnTo>
                  <a:pt x="141803" y="105458"/>
                </a:lnTo>
                <a:lnTo>
                  <a:pt x="141096" y="104310"/>
                </a:lnTo>
                <a:lnTo>
                  <a:pt x="140306" y="103205"/>
                </a:lnTo>
                <a:lnTo>
                  <a:pt x="139434" y="102143"/>
                </a:lnTo>
                <a:lnTo>
                  <a:pt x="138478" y="101124"/>
                </a:lnTo>
                <a:lnTo>
                  <a:pt x="137459" y="100168"/>
                </a:lnTo>
                <a:lnTo>
                  <a:pt x="136397" y="99295"/>
                </a:lnTo>
                <a:lnTo>
                  <a:pt x="135292" y="98505"/>
                </a:lnTo>
                <a:lnTo>
                  <a:pt x="134144" y="97799"/>
                </a:lnTo>
                <a:lnTo>
                  <a:pt x="132953" y="97175"/>
                </a:lnTo>
                <a:lnTo>
                  <a:pt x="131719" y="96635"/>
                </a:lnTo>
                <a:lnTo>
                  <a:pt x="130442" y="96178"/>
                </a:lnTo>
                <a:lnTo>
                  <a:pt x="129122" y="95804"/>
                </a:lnTo>
                <a:lnTo>
                  <a:pt x="127759" y="95513"/>
                </a:lnTo>
                <a:lnTo>
                  <a:pt x="126353" y="95305"/>
                </a:lnTo>
                <a:lnTo>
                  <a:pt x="124904" y="95180"/>
                </a:lnTo>
                <a:lnTo>
                  <a:pt x="123412" y="95139"/>
                </a:lnTo>
                <a:lnTo>
                  <a:pt x="121920" y="95180"/>
                </a:lnTo>
                <a:lnTo>
                  <a:pt x="120471" y="95305"/>
                </a:lnTo>
                <a:lnTo>
                  <a:pt x="119065" y="95513"/>
                </a:lnTo>
                <a:lnTo>
                  <a:pt x="117703" y="95804"/>
                </a:lnTo>
                <a:lnTo>
                  <a:pt x="116383" y="96178"/>
                </a:lnTo>
                <a:lnTo>
                  <a:pt x="115106" y="96635"/>
                </a:lnTo>
                <a:lnTo>
                  <a:pt x="113872" y="97175"/>
                </a:lnTo>
                <a:lnTo>
                  <a:pt x="112681" y="97799"/>
                </a:lnTo>
                <a:lnTo>
                  <a:pt x="111533" y="98505"/>
                </a:lnTo>
                <a:lnTo>
                  <a:pt x="110428" y="99295"/>
                </a:lnTo>
                <a:lnTo>
                  <a:pt x="109366" y="100168"/>
                </a:lnTo>
                <a:lnTo>
                  <a:pt x="108347" y="101124"/>
                </a:lnTo>
                <a:lnTo>
                  <a:pt x="107391" y="102143"/>
                </a:lnTo>
                <a:lnTo>
                  <a:pt x="106518" y="103205"/>
                </a:lnTo>
                <a:lnTo>
                  <a:pt x="105728" y="104310"/>
                </a:lnTo>
                <a:lnTo>
                  <a:pt x="105022" y="105458"/>
                </a:lnTo>
                <a:lnTo>
                  <a:pt x="104399" y="106649"/>
                </a:lnTo>
                <a:lnTo>
                  <a:pt x="103858" y="107883"/>
                </a:lnTo>
                <a:lnTo>
                  <a:pt x="103401" y="109159"/>
                </a:lnTo>
                <a:lnTo>
                  <a:pt x="103027" y="110479"/>
                </a:lnTo>
                <a:lnTo>
                  <a:pt x="102736" y="111842"/>
                </a:lnTo>
                <a:lnTo>
                  <a:pt x="102528" y="113248"/>
                </a:lnTo>
                <a:lnTo>
                  <a:pt x="102404" y="114697"/>
                </a:lnTo>
                <a:lnTo>
                  <a:pt x="102362" y="116189"/>
                </a:lnTo>
                <a:lnTo>
                  <a:pt x="102404" y="117681"/>
                </a:lnTo>
                <a:lnTo>
                  <a:pt x="102528" y="119130"/>
                </a:lnTo>
                <a:lnTo>
                  <a:pt x="102736" y="120536"/>
                </a:lnTo>
                <a:lnTo>
                  <a:pt x="103027" y="121899"/>
                </a:lnTo>
                <a:lnTo>
                  <a:pt x="103401" y="123219"/>
                </a:lnTo>
                <a:lnTo>
                  <a:pt x="103858" y="124496"/>
                </a:lnTo>
                <a:lnTo>
                  <a:pt x="104399" y="125730"/>
                </a:lnTo>
                <a:lnTo>
                  <a:pt x="105022" y="126921"/>
                </a:lnTo>
                <a:lnTo>
                  <a:pt x="105728" y="128069"/>
                </a:lnTo>
                <a:lnTo>
                  <a:pt x="106518" y="129174"/>
                </a:lnTo>
                <a:lnTo>
                  <a:pt x="107391" y="130236"/>
                </a:lnTo>
                <a:lnTo>
                  <a:pt x="108347" y="131254"/>
                </a:lnTo>
                <a:lnTo>
                  <a:pt x="109366" y="132210"/>
                </a:lnTo>
                <a:lnTo>
                  <a:pt x="110428" y="133083"/>
                </a:lnTo>
                <a:lnTo>
                  <a:pt x="111533" y="133873"/>
                </a:lnTo>
                <a:lnTo>
                  <a:pt x="112681" y="134579"/>
                </a:lnTo>
                <a:lnTo>
                  <a:pt x="113872" y="135203"/>
                </a:lnTo>
                <a:lnTo>
                  <a:pt x="115106" y="135743"/>
                </a:lnTo>
                <a:lnTo>
                  <a:pt x="116383" y="136200"/>
                </a:lnTo>
                <a:lnTo>
                  <a:pt x="117703" y="136574"/>
                </a:lnTo>
                <a:lnTo>
                  <a:pt x="119065" y="136865"/>
                </a:lnTo>
                <a:lnTo>
                  <a:pt x="120471" y="137073"/>
                </a:lnTo>
                <a:lnTo>
                  <a:pt x="121920" y="137198"/>
                </a:lnTo>
                <a:lnTo>
                  <a:pt x="123412" y="137239"/>
                </a:lnTo>
                <a:close/>
              </a:path>
            </a:pathLst>
          </a:custGeom>
          <a:solidFill>
            <a:srgbClr val="1E6B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블록 T-L01 ~ T-L17"/>
          <p:cNvSpPr/>
          <p:nvPr/>
        </p:nvSpPr>
        <p:spPr>
          <a:xfrm>
            <a:off x="6324600" y="4419600"/>
            <a:ext cx="25908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3716">
            <a:solidFill>
              <a:srgbClr val="9DD3B8"/>
            </a:solidFill>
          </a:ln>
        </p:spPr>
        <p:txBody>
          <a:bodyPr rtlCol="0" anchor="t" lIns="45720" tIns="129540" rIns="45720" bIns="0" wrap="none">
            <a:noAutofit/>
          </a:bodyPr>
          <a:lstStyle/>
          <a:p>
            <a:pPr algn="ctr">
              <a:lnSpc>
                <a:spcPts val="1560"/>
              </a:lnSpc>
            </a:pPr>
            <a:r>
              <a:rPr sz="1200" b="1">
                <a:solidFill>
                  <a:srgbClr val="0B3D2E"/>
                </a:solidFill>
                <a:latin typeface="Pretendard"/>
                <a:ea typeface="Pretendard"/>
                <a:cs typeface="Pretendard"/>
              </a:rPr>
              <a:t>T-L01 ~ T-L17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변환 · 적재 17개 (3단계)</a:t>
            </a:r>
          </a:p>
        </p:txBody>
      </p:sp>
      <p:sp>
        <p:nvSpPr>
          <p:cNvPr id="34" name="블록 T-C01 ~ T-C12"/>
          <p:cNvSpPr/>
          <p:nvPr/>
        </p:nvSpPr>
        <p:spPr>
          <a:xfrm>
            <a:off x="9037320" y="4419600"/>
            <a:ext cx="25908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3716">
            <a:solidFill>
              <a:srgbClr val="9DD3B8"/>
            </a:solidFill>
          </a:ln>
        </p:spPr>
        <p:txBody>
          <a:bodyPr rtlCol="0" anchor="t" lIns="45720" tIns="129540" rIns="45720" bIns="0" wrap="none">
            <a:noAutofit/>
          </a:bodyPr>
          <a:lstStyle/>
          <a:p>
            <a:pPr algn="ctr">
              <a:lnSpc>
                <a:spcPts val="1560"/>
              </a:lnSpc>
            </a:pPr>
            <a:r>
              <a:rPr sz="1200" b="1">
                <a:solidFill>
                  <a:srgbClr val="0B3D2E"/>
                </a:solidFill>
                <a:latin typeface="Pretendard"/>
                <a:ea typeface="Pretendard"/>
                <a:cs typeface="Pretendard"/>
              </a:rPr>
              <a:t>T-C01 ~ T-C12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CDC · 전환 12개 (4 · 5단계)</a:t>
            </a:r>
          </a:p>
        </p:txBody>
      </p:sp>
      <p:sp>
        <p:nvSpPr>
          <p:cNvPr id="35" name="블록 T-N01 ~ T-N03"/>
          <p:cNvSpPr/>
          <p:nvPr/>
        </p:nvSpPr>
        <p:spPr>
          <a:xfrm>
            <a:off x="6324600" y="5212080"/>
            <a:ext cx="25908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3716">
            <a:solidFill>
              <a:srgbClr val="9DD3B8"/>
            </a:solidFill>
          </a:ln>
        </p:spPr>
        <p:txBody>
          <a:bodyPr rtlCol="0" anchor="t" lIns="45720" tIns="129540" rIns="45720" bIns="0" wrap="none">
            <a:noAutofit/>
          </a:bodyPr>
          <a:lstStyle/>
          <a:p>
            <a:pPr algn="ctr">
              <a:lnSpc>
                <a:spcPts val="1560"/>
              </a:lnSpc>
            </a:pPr>
            <a:r>
              <a:rPr sz="1200" b="1">
                <a:solidFill>
                  <a:srgbClr val="0B3D2E"/>
                </a:solidFill>
                <a:latin typeface="Pretendard"/>
                <a:ea typeface="Pretendard"/>
                <a:cs typeface="Pretendard"/>
              </a:rPr>
              <a:t>T-N01 ~ T-N03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폐쇄망 3개 (6단계)</a:t>
            </a:r>
          </a:p>
        </p:txBody>
      </p:sp>
      <p:sp>
        <p:nvSpPr>
          <p:cNvPr id="36" name="블록 B01 ~ B14"/>
          <p:cNvSpPr/>
          <p:nvPr/>
        </p:nvSpPr>
        <p:spPr>
          <a:xfrm>
            <a:off x="9037320" y="5212080"/>
            <a:ext cx="2590800" cy="685800"/>
          </a:xfrm>
          <a:prstGeom prst="roundRect">
            <a:avLst>
              <a:gd name="adj" fmla="val 13333"/>
            </a:avLst>
          </a:prstGeom>
          <a:solidFill>
            <a:srgbClr val="D5EFE2"/>
          </a:solidFill>
          <a:ln w="16764">
            <a:solidFill>
              <a:srgbClr val="1E6B4F"/>
            </a:solidFill>
          </a:ln>
        </p:spPr>
        <p:txBody>
          <a:bodyPr rtlCol="0" anchor="t" lIns="45720" tIns="129540" rIns="45720" bIns="0" wrap="none">
            <a:noAutofit/>
          </a:bodyPr>
          <a:lstStyle/>
          <a:p>
            <a:pPr algn="ctr">
              <a:lnSpc>
                <a:spcPts val="1560"/>
              </a:lnSpc>
            </a:pPr>
            <a:r>
              <a:rPr sz="1200" b="1">
                <a:solidFill>
                  <a:srgbClr val="0B3D2E"/>
                </a:solidFill>
                <a:latin typeface="Pretendard"/>
                <a:ea typeface="Pretendard"/>
                <a:cs typeface="Pretendard"/>
              </a:rPr>
              <a:t>B01 ~ B14</a:t>
            </a:r>
          </a:p>
          <a:p>
            <a:pPr algn="ctr">
              <a:lnSpc>
                <a:spcPts val="1320"/>
              </a:lnSpc>
            </a:pPr>
            <a:r>
              <a:rPr sz="1019" b="0">
                <a:solidFill>
                  <a:srgbClr val="16202C"/>
                </a:solidFill>
                <a:latin typeface="Pretendard"/>
                <a:ea typeface="Pretendard"/>
                <a:cs typeface="Pretendard"/>
              </a:rPr>
              <a:t>주의 보고 · 합격 기준 아님</a:t>
            </a:r>
          </a:p>
        </p:txBody>
      </p:sp>
      <p:cxnSp>
        <p:nvCxnSpPr>
          <p:cNvPr id="37" name="연결 start→b1"/>
          <p:cNvCxnSpPr>
            <a:stCxn id="9" idx="3"/>
            <a:endCxn id="10" idx="1"/>
          </p:cNvCxnSpPr>
          <p:nvPr/>
        </p:nvCxnSpPr>
        <p:spPr>
          <a:xfrm>
            <a:off x="1783080" y="2011680"/>
            <a:ext cx="350520" cy="0"/>
          </a:xfrm>
          <a:prstGeom prst="line">
            <a:avLst/>
          </a:prstGeom>
          <a:ln w="16764">
            <a:solidFill>
              <a:srgbClr val="1E6B4F"/>
            </a:solidFill>
            <a:tailEnd type="triangle" w="med" len="med"/>
          </a:ln>
        </p:spPr>
      </p:cxnSp>
      <p:cxnSp>
        <p:nvCxnSpPr>
          <p:cNvPr id="38" name="연결 b1→b2"/>
          <p:cNvCxnSpPr>
            <a:stCxn id="10" idx="3"/>
            <a:endCxn id="13" idx="1"/>
          </p:cNvCxnSpPr>
          <p:nvPr/>
        </p:nvCxnSpPr>
        <p:spPr>
          <a:xfrm>
            <a:off x="3886200" y="2011680"/>
            <a:ext cx="381000" cy="0"/>
          </a:xfrm>
          <a:prstGeom prst="line">
            <a:avLst/>
          </a:prstGeom>
          <a:ln w="16764">
            <a:solidFill>
              <a:srgbClr val="1E6B4F"/>
            </a:solidFill>
            <a:tailEnd type="triangle" w="med" len="med"/>
          </a:ln>
        </p:spPr>
      </p:cxnSp>
      <p:cxnSp>
        <p:nvCxnSpPr>
          <p:cNvPr id="39" name="연결 b2→b3"/>
          <p:cNvCxnSpPr>
            <a:stCxn id="13" idx="3"/>
            <a:endCxn id="16" idx="1"/>
          </p:cNvCxnSpPr>
          <p:nvPr/>
        </p:nvCxnSpPr>
        <p:spPr>
          <a:xfrm>
            <a:off x="6096000" y="2011680"/>
            <a:ext cx="381000" cy="0"/>
          </a:xfrm>
          <a:prstGeom prst="line">
            <a:avLst/>
          </a:prstGeom>
          <a:ln w="16764">
            <a:solidFill>
              <a:srgbClr val="1E6B4F"/>
            </a:solidFill>
            <a:tailEnd type="triangle" w="med" len="med"/>
          </a:ln>
        </p:spPr>
      </p:cxnSp>
      <p:cxnSp>
        <p:nvCxnSpPr>
          <p:cNvPr id="40" name="연결 b3→chk"/>
          <p:cNvCxnSpPr>
            <a:stCxn id="16" idx="3"/>
            <a:endCxn id="19" idx="1"/>
          </p:cNvCxnSpPr>
          <p:nvPr/>
        </p:nvCxnSpPr>
        <p:spPr>
          <a:xfrm>
            <a:off x="8077200" y="2011680"/>
            <a:ext cx="228600" cy="0"/>
          </a:xfrm>
          <a:prstGeom prst="line">
            <a:avLst/>
          </a:prstGeom>
          <a:ln w="16764">
            <a:solidFill>
              <a:srgbClr val="1E6B4F"/>
            </a:solidFill>
            <a:tailEnd type="triangle" w="med" len="med"/>
          </a:ln>
        </p:spPr>
      </p:cxnSp>
      <p:cxnSp>
        <p:nvCxnSpPr>
          <p:cNvPr id="41" name="연결 chk→ok"/>
          <p:cNvCxnSpPr>
            <a:stCxn id="19" idx="3"/>
            <a:endCxn id="20" idx="1"/>
          </p:cNvCxnSpPr>
          <p:nvPr/>
        </p:nvCxnSpPr>
        <p:spPr>
          <a:xfrm>
            <a:off x="9982200" y="2011680"/>
            <a:ext cx="533400" cy="0"/>
          </a:xfrm>
          <a:prstGeom prst="line">
            <a:avLst/>
          </a:prstGeom>
          <a:ln w="16764">
            <a:solidFill>
              <a:srgbClr val="1E6B4F"/>
            </a:solidFill>
            <a:tailEnd type="triangle" w="med" len="med"/>
          </a:ln>
        </p:spPr>
      </p:cxnSp>
      <p:sp>
        <p:nvSpPr>
          <p:cNvPr id="42" name="라벨 예"/>
          <p:cNvSpPr txBox="1"/>
          <p:nvPr/>
        </p:nvSpPr>
        <p:spPr>
          <a:xfrm>
            <a:off x="10138410" y="1790700"/>
            <a:ext cx="220980" cy="19050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019" b="1">
                <a:solidFill>
                  <a:srgbClr val="1E6B4F"/>
                </a:solidFill>
                <a:latin typeface="Pretendard"/>
                <a:ea typeface="Pretendard"/>
                <a:cs typeface="Pretendard"/>
              </a:rPr>
              <a:t>예</a:t>
            </a:r>
          </a:p>
        </p:txBody>
      </p:sp>
      <p:cxnSp>
        <p:nvCxnSpPr>
          <p:cNvPr id="43" name="연결 chk→b4"/>
          <p:cNvCxnSpPr>
            <a:stCxn id="19" idx="2"/>
            <a:endCxn id="21" idx="0"/>
          </p:cNvCxnSpPr>
          <p:nvPr/>
        </p:nvCxnSpPr>
        <p:spPr>
          <a:xfrm>
            <a:off x="9144000" y="2468880"/>
            <a:ext cx="0" cy="289560"/>
          </a:xfrm>
          <a:prstGeom prst="line">
            <a:avLst/>
          </a:prstGeom>
          <a:ln w="16764">
            <a:solidFill>
              <a:srgbClr val="2E9E6E"/>
            </a:solidFill>
            <a:prstDash val="dash"/>
            <a:tailEnd type="triangle" w="med" len="med"/>
          </a:ln>
        </p:spPr>
      </p:cxnSp>
      <p:sp>
        <p:nvSpPr>
          <p:cNvPr id="44" name="라벨 아니오"/>
          <p:cNvSpPr txBox="1"/>
          <p:nvPr/>
        </p:nvSpPr>
        <p:spPr>
          <a:xfrm>
            <a:off x="9189720" y="2518410"/>
            <a:ext cx="480060" cy="190500"/>
          </a:xfrm>
          <a:prstGeom prst="rect">
            <a:avLst/>
          </a:prstGeom>
          <a:solidFill>
            <a:srgbClr val="FFFFFF"/>
          </a:solidFill>
        </p:spPr>
        <p:txBody>
          <a:bodyPr wrap="square" lIns="0" tIns="0" rIns="0" bIns="0" anchor="ctr">
            <a:noAutofit/>
          </a:bodyPr>
          <a:lstStyle/>
          <a:p>
            <a:pPr algn="ctr"/>
            <a:r>
              <a:rPr sz="1019" b="1">
                <a:solidFill>
                  <a:srgbClr val="2E9E6E"/>
                </a:solidFill>
                <a:latin typeface="Pretendard"/>
                <a:ea typeface="Pretendard"/>
                <a:cs typeface="Pretendard"/>
              </a:rPr>
              <a:t>아니오</a:t>
            </a:r>
          </a:p>
        </p:txBody>
      </p:sp>
      <p:cxnSp>
        <p:nvCxnSpPr>
          <p:cNvPr id="45" name="연결 b4→b5"/>
          <p:cNvCxnSpPr>
            <a:stCxn id="21" idx="1"/>
            <a:endCxn id="24" idx="3"/>
          </p:cNvCxnSpPr>
          <p:nvPr/>
        </p:nvCxnSpPr>
        <p:spPr>
          <a:xfrm flipH="1">
            <a:off x="8077200" y="3139440"/>
            <a:ext cx="190500" cy="0"/>
          </a:xfrm>
          <a:prstGeom prst="line">
            <a:avLst/>
          </a:prstGeom>
          <a:ln w="16764">
            <a:solidFill>
              <a:srgbClr val="2E9E6E"/>
            </a:solidFill>
            <a:prstDash val="dash"/>
            <a:tailEnd type="triangle" w="med" len="med"/>
          </a:ln>
        </p:spPr>
      </p:cxnSp>
      <p:cxnSp>
        <p:nvCxnSpPr>
          <p:cNvPr id="46" name="연결 b5→ng"/>
          <p:cNvCxnSpPr>
            <a:stCxn id="24" idx="1"/>
            <a:endCxn id="27" idx="3"/>
          </p:cNvCxnSpPr>
          <p:nvPr/>
        </p:nvCxnSpPr>
        <p:spPr>
          <a:xfrm flipH="1">
            <a:off x="5791200" y="3139440"/>
            <a:ext cx="304800" cy="0"/>
          </a:xfrm>
          <a:prstGeom prst="line">
            <a:avLst/>
          </a:prstGeom>
          <a:ln w="16764">
            <a:solidFill>
              <a:srgbClr val="2E9E6E"/>
            </a:solidFill>
            <a:prstDash val="dash"/>
            <a:tailEnd type="triangle" w="med" len="med"/>
          </a:ln>
        </p:spPr>
      </p:cxnSp>
      <p:sp>
        <p:nvSpPr>
          <p:cNvPr id="47" name="범례"/>
          <p:cNvSpPr/>
          <p:nvPr/>
        </p:nvSpPr>
        <p:spPr>
          <a:xfrm>
            <a:off x="381000" y="6309360"/>
            <a:ext cx="3808095" cy="396240"/>
          </a:xfrm>
          <a:prstGeom prst="roundRect">
            <a:avLst>
              <a:gd name="adj" fmla="val 19230"/>
            </a:avLst>
          </a:prstGeom>
          <a:solidFill>
            <a:srgbClr val="FFFFFF"/>
          </a:solidFill>
          <a:ln w="10668">
            <a:solidFill>
              <a:srgbClr val="9DD3B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범례 제목"/>
          <p:cNvSpPr txBox="1"/>
          <p:nvPr/>
        </p:nvSpPr>
        <p:spPr>
          <a:xfrm>
            <a:off x="518160" y="6309360"/>
            <a:ext cx="381000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19" b="1">
                <a:solidFill>
                  <a:srgbClr val="0B3D2E"/>
                </a:solidFill>
                <a:latin typeface="Pretendard"/>
                <a:ea typeface="Pretendard"/>
                <a:cs typeface="Pretendard"/>
              </a:rPr>
              <a:t>범례</a:t>
            </a:r>
          </a:p>
        </p:txBody>
      </p:sp>
      <p:cxnSp>
        <p:nvCxnSpPr>
          <p:cNvPr id="49" name="범례 처리 순서"/>
          <p:cNvCxnSpPr/>
          <p:nvPr/>
        </p:nvCxnSpPr>
        <p:spPr>
          <a:xfrm>
            <a:off x="914400" y="6507480"/>
            <a:ext cx="350520" cy="0"/>
          </a:xfrm>
          <a:prstGeom prst="line">
            <a:avLst/>
          </a:prstGeom>
          <a:ln w="16764">
            <a:solidFill>
              <a:srgbClr val="1E6B4F"/>
            </a:solidFill>
            <a:tailEnd type="triangle" w="med" len="med"/>
          </a:ln>
        </p:spPr>
      </p:cxnSp>
      <p:sp>
        <p:nvSpPr>
          <p:cNvPr id="50" name="범례 글 처리 순서"/>
          <p:cNvSpPr txBox="1"/>
          <p:nvPr/>
        </p:nvSpPr>
        <p:spPr>
          <a:xfrm>
            <a:off x="1341120" y="6309360"/>
            <a:ext cx="741807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19" b="1">
                <a:solidFill>
                  <a:srgbClr val="16202C"/>
                </a:solidFill>
                <a:latin typeface="Pretendard"/>
                <a:ea typeface="Pretendard"/>
                <a:cs typeface="Pretendard"/>
              </a:rPr>
              <a:t>처리 순서</a:t>
            </a:r>
          </a:p>
        </p:txBody>
      </p:sp>
      <p:cxnSp>
        <p:nvCxnSpPr>
          <p:cNvPr id="51" name="범례 불합격(불일치) 시 경로"/>
          <p:cNvCxnSpPr/>
          <p:nvPr/>
        </p:nvCxnSpPr>
        <p:spPr>
          <a:xfrm>
            <a:off x="2159127" y="6507480"/>
            <a:ext cx="350520" cy="0"/>
          </a:xfrm>
          <a:prstGeom prst="line">
            <a:avLst/>
          </a:prstGeom>
          <a:ln w="16764">
            <a:solidFill>
              <a:srgbClr val="2E9E6E"/>
            </a:solidFill>
            <a:prstDash val="dash"/>
            <a:tailEnd type="triangle" w="med" len="med"/>
          </a:ln>
        </p:spPr>
      </p:cxnSp>
      <p:sp>
        <p:nvSpPr>
          <p:cNvPr id="52" name="범례 글 불합격(불일치) 시 경로"/>
          <p:cNvSpPr txBox="1"/>
          <p:nvPr/>
        </p:nvSpPr>
        <p:spPr>
          <a:xfrm>
            <a:off x="2585847" y="6309360"/>
            <a:ext cx="1603248" cy="3962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/>
            <a:r>
              <a:rPr sz="1019" b="1">
                <a:solidFill>
                  <a:srgbClr val="16202C"/>
                </a:solidFill>
                <a:latin typeface="Pretendard"/>
                <a:ea typeface="Pretendard"/>
                <a:cs typeface="Pretendard"/>
              </a:rPr>
              <a:t>불합격(불일치) 시 경로</a:t>
            </a:r>
          </a:p>
        </p:txBody>
      </p:sp>
      <p:sp>
        <p:nvSpPr>
          <p:cNvPr id="53" name="설명"/>
          <p:cNvSpPr txBox="1"/>
          <p:nvPr/>
        </p:nvSpPr>
        <p:spPr>
          <a:xfrm>
            <a:off x="5955411" y="6347460"/>
            <a:ext cx="5855589" cy="1905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합격 기준: 모든 테이블의 건수·해시·합계 일치(KDMS_MOCK 30항목) · 원천·대상은 읽기만</a:t>
            </a:r>
          </a:p>
        </p:txBody>
      </p:sp>
      <p:sp>
        <p:nvSpPr>
          <p:cNvPr id="54" name="설명"/>
          <p:cNvSpPr txBox="1"/>
          <p:nvPr/>
        </p:nvSpPr>
        <p:spPr>
          <a:xfrm>
            <a:off x="5903595" y="6537960"/>
            <a:ext cx="5907405" cy="1905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/>
            <a:r>
              <a:rPr sz="1019" b="0">
                <a:solidFill>
                  <a:srgbClr val="3F4E61"/>
                </a:solidFill>
                <a:latin typeface="Pretendard"/>
                <a:ea typeface="Pretendard"/>
                <a:cs typeface="Pretendard"/>
              </a:rPr>
              <a:t>차이 행은 PK 만 테이블마다 앞 100건(verify_row_diff) · 다른 컬럼 값은 남기지 않는다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KDMS 검증 계획서</dc:title>
  <dc:subject/>
  <dc:creator>KDMS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