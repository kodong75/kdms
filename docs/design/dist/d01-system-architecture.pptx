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01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d01-system-architecture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