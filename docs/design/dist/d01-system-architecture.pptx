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막대"/>
          <p:cNvSpPr/>
          <p:nvPr/>
        </p:nvSpPr>
        <p:spPr>
          <a:xfrm>
            <a:off x="381000" y="289560"/>
            <a:ext cx="53340" cy="335280"/>
          </a:xfrm>
          <a:prstGeom prst="roundRect">
            <a:avLst>
              <a:gd name="adj" fmla="val 50000"/>
            </a:avLst>
          </a:pr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제목"/>
          <p:cNvSpPr txBox="1"/>
          <p:nvPr/>
        </p:nvSpPr>
        <p:spPr>
          <a:xfrm>
            <a:off x="533400" y="289560"/>
            <a:ext cx="7620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KDMS 시스템 구성도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533400" y="624840"/>
            <a:ext cx="76200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6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MS-SQL 2019 → PostgreSQL 16 무중단 이관 · 단일 실행 파일(kdms.jar) · 폐쇄망</a:t>
            </a:r>
          </a:p>
        </p:txBody>
      </p:sp>
      <p:sp>
        <p:nvSpPr>
          <p:cNvPr id="5" name="문서 정보"/>
          <p:cNvSpPr txBox="1"/>
          <p:nvPr/>
        </p:nvSpPr>
        <p:spPr>
          <a:xfrm>
            <a:off x="8763000" y="426720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KDMS-D01 · v0.2 · 2026-10-06</a:t>
            </a:r>
          </a:p>
        </p:txBody>
      </p:sp>
      <p:sp>
        <p:nvSpPr>
          <p:cNvPr id="6" name="영역 원천 · MS-SQL 2019"/>
          <p:cNvSpPr/>
          <p:nvPr/>
        </p:nvSpPr>
        <p:spPr>
          <a:xfrm>
            <a:off x="381000" y="2057400"/>
            <a:ext cx="2057400" cy="3855720"/>
          </a:xfrm>
          <a:prstGeom prst="roundRect">
            <a:avLst>
              <a:gd name="adj" fmla="val 6666"/>
            </a:avLst>
          </a:prstGeom>
          <a:solidFill>
            <a:srgbClr val="F1F6FC"/>
          </a:solidFill>
          <a:ln w="10668">
            <a:solidFill>
              <a:srgbClr val="A9C3E2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원천 · MS-SQL 2019</a:t>
            </a:r>
          </a:p>
          <a:p>
            <a:pPr algn="l">
              <a:lnSpc>
                <a:spcPts val="120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JDBC(mssql-jdbc) · TCP 1433</a:t>
            </a:r>
          </a:p>
        </p:txBody>
      </p:sp>
      <p:sp>
        <p:nvSpPr>
          <p:cNvPr id="7" name="영역 kdms.jar · 단일 실행 파일"/>
          <p:cNvSpPr/>
          <p:nvPr/>
        </p:nvSpPr>
        <p:spPr>
          <a:xfrm>
            <a:off x="2971800" y="1341120"/>
            <a:ext cx="6248400" cy="4572000"/>
          </a:xfrm>
          <a:prstGeom prst="roundRect">
            <a:avLst>
              <a:gd name="adj" fmla="val 3000"/>
            </a:avLst>
          </a:prstGeom>
          <a:solidFill>
            <a:srgbClr val="E8F1FB"/>
          </a:solidFill>
          <a:ln w="15240">
            <a:solidFill>
              <a:srgbClr val="164B8C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r">
              <a:lnSpc>
                <a:spcPts val="1560"/>
              </a:lnSpc>
            </a:pPr>
            <a:r>
              <a:rPr sz="12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kdms.jar · 단일 실행 파일</a:t>
            </a:r>
          </a:p>
          <a:p>
            <a:pPr algn="r">
              <a:lnSpc>
                <a:spcPts val="120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Spring Boot · Java 17+ · 외부 다운로드 0</a:t>
            </a:r>
          </a:p>
        </p:txBody>
      </p:sp>
      <p:sp>
        <p:nvSpPr>
          <p:cNvPr id="8" name="영역 대상 · PostgreSQL 16"/>
          <p:cNvSpPr/>
          <p:nvPr/>
        </p:nvSpPr>
        <p:spPr>
          <a:xfrm>
            <a:off x="9677400" y="2057400"/>
            <a:ext cx="2133600" cy="3855720"/>
          </a:xfrm>
          <a:prstGeom prst="roundRect">
            <a:avLst>
              <a:gd name="adj" fmla="val 6428"/>
            </a:avLst>
          </a:prstGeom>
          <a:solidFill>
            <a:srgbClr val="F1F6FC"/>
          </a:solidFill>
          <a:ln w="10668">
            <a:solidFill>
              <a:srgbClr val="A9C3E2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대상 · PostgreSQL 16</a:t>
            </a:r>
          </a:p>
          <a:p>
            <a:pPr algn="l">
              <a:lnSpc>
                <a:spcPts val="120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JDBC(PgJDBC) · TCP 5432</a:t>
            </a:r>
          </a:p>
        </p:txBody>
      </p:sp>
      <p:sp>
        <p:nvSpPr>
          <p:cNvPr id="9" name="블록 운영자 · 브라우저 / 터미널"/>
          <p:cNvSpPr/>
          <p:nvPr/>
        </p:nvSpPr>
        <p:spPr>
          <a:xfrm>
            <a:off x="3429000" y="822960"/>
            <a:ext cx="32994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64B8C"/>
            </a:solidFill>
          </a:ln>
        </p:spPr>
        <p:txBody>
          <a:bodyPr rtlCol="0" anchor="ctr" lIns="925449" tIns="0" rIns="0" bIns="0" wrap="none">
            <a:noAutofit/>
          </a:bodyPr>
          <a:lstStyle/>
          <a:p>
            <a:pPr algn="l"/>
            <a:r>
              <a:rPr sz="1019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운영자 · 브라우저 / 터미널</a:t>
            </a:r>
          </a:p>
        </p:txBody>
      </p:sp>
      <p:sp>
        <p:nvSpPr>
          <p:cNvPr id="10" name="아이콘 person"/>
          <p:cNvSpPr/>
          <p:nvPr/>
        </p:nvSpPr>
        <p:spPr>
          <a:xfrm>
            <a:off x="4113149" y="943721"/>
            <a:ext cx="132080" cy="128159"/>
          </a:xfrm>
          <a:custGeom>
            <a:avLst/>
            <a:gdLst/>
            <a:ahLst/>
            <a:cxnLst/>
            <a:rect l="l" t="t" r="r" b="b"/>
            <a:pathLst>
              <a:path w="132080" h="128159">
                <a:moveTo>
                  <a:pt x="43752" y="53245"/>
                </a:moveTo>
                <a:lnTo>
                  <a:pt x="42367" y="51766"/>
                </a:lnTo>
                <a:lnTo>
                  <a:pt x="41103" y="50218"/>
                </a:lnTo>
                <a:lnTo>
                  <a:pt x="39959" y="48601"/>
                </a:lnTo>
                <a:lnTo>
                  <a:pt x="38936" y="46916"/>
                </a:lnTo>
                <a:lnTo>
                  <a:pt x="38033" y="45162"/>
                </a:lnTo>
                <a:lnTo>
                  <a:pt x="37251" y="43339"/>
                </a:lnTo>
                <a:lnTo>
                  <a:pt x="36589" y="41447"/>
                </a:lnTo>
                <a:lnTo>
                  <a:pt x="36047" y="39487"/>
                </a:lnTo>
                <a:lnTo>
                  <a:pt x="35625" y="37457"/>
                </a:lnTo>
                <a:lnTo>
                  <a:pt x="35325" y="35359"/>
                </a:lnTo>
                <a:lnTo>
                  <a:pt x="35144" y="33192"/>
                </a:lnTo>
                <a:lnTo>
                  <a:pt x="35084" y="30956"/>
                </a:lnTo>
                <a:lnTo>
                  <a:pt x="35144" y="28721"/>
                </a:lnTo>
                <a:lnTo>
                  <a:pt x="35325" y="26554"/>
                </a:lnTo>
                <a:lnTo>
                  <a:pt x="35625" y="24456"/>
                </a:lnTo>
                <a:lnTo>
                  <a:pt x="36047" y="22426"/>
                </a:lnTo>
                <a:lnTo>
                  <a:pt x="36589" y="20466"/>
                </a:lnTo>
                <a:lnTo>
                  <a:pt x="37251" y="18574"/>
                </a:lnTo>
                <a:lnTo>
                  <a:pt x="38033" y="16751"/>
                </a:lnTo>
                <a:lnTo>
                  <a:pt x="38936" y="14997"/>
                </a:lnTo>
                <a:lnTo>
                  <a:pt x="39959" y="13311"/>
                </a:lnTo>
                <a:lnTo>
                  <a:pt x="41103" y="11695"/>
                </a:lnTo>
                <a:lnTo>
                  <a:pt x="42367" y="10147"/>
                </a:lnTo>
                <a:lnTo>
                  <a:pt x="43752" y="8668"/>
                </a:lnTo>
                <a:lnTo>
                  <a:pt x="45231" y="7283"/>
                </a:lnTo>
                <a:lnTo>
                  <a:pt x="46778" y="6019"/>
                </a:lnTo>
                <a:lnTo>
                  <a:pt x="48395" y="4876"/>
                </a:lnTo>
                <a:lnTo>
                  <a:pt x="50080" y="3852"/>
                </a:lnTo>
                <a:lnTo>
                  <a:pt x="51835" y="2950"/>
                </a:lnTo>
                <a:lnTo>
                  <a:pt x="53658" y="2167"/>
                </a:lnTo>
                <a:lnTo>
                  <a:pt x="55549" y="1505"/>
                </a:lnTo>
                <a:lnTo>
                  <a:pt x="57510" y="963"/>
                </a:lnTo>
                <a:lnTo>
                  <a:pt x="59539" y="542"/>
                </a:lnTo>
                <a:lnTo>
                  <a:pt x="61637" y="241"/>
                </a:lnTo>
                <a:lnTo>
                  <a:pt x="63804" y="60"/>
                </a:lnTo>
                <a:lnTo>
                  <a:pt x="66040" y="0"/>
                </a:lnTo>
                <a:lnTo>
                  <a:pt x="68276" y="60"/>
                </a:lnTo>
                <a:lnTo>
                  <a:pt x="70443" y="241"/>
                </a:lnTo>
                <a:lnTo>
                  <a:pt x="72541" y="542"/>
                </a:lnTo>
                <a:lnTo>
                  <a:pt x="74570" y="963"/>
                </a:lnTo>
                <a:lnTo>
                  <a:pt x="76531" y="1505"/>
                </a:lnTo>
                <a:lnTo>
                  <a:pt x="78423" y="2167"/>
                </a:lnTo>
                <a:lnTo>
                  <a:pt x="80245" y="2950"/>
                </a:lnTo>
                <a:lnTo>
                  <a:pt x="82000" y="3852"/>
                </a:lnTo>
                <a:lnTo>
                  <a:pt x="83685" y="4876"/>
                </a:lnTo>
                <a:lnTo>
                  <a:pt x="85302" y="6019"/>
                </a:lnTo>
                <a:lnTo>
                  <a:pt x="86849" y="7283"/>
                </a:lnTo>
                <a:lnTo>
                  <a:pt x="88329" y="8668"/>
                </a:lnTo>
                <a:lnTo>
                  <a:pt x="89713" y="10147"/>
                </a:lnTo>
                <a:lnTo>
                  <a:pt x="90977" y="11695"/>
                </a:lnTo>
                <a:lnTo>
                  <a:pt x="92121" y="13311"/>
                </a:lnTo>
                <a:lnTo>
                  <a:pt x="93144" y="14997"/>
                </a:lnTo>
                <a:lnTo>
                  <a:pt x="94047" y="16751"/>
                </a:lnTo>
                <a:lnTo>
                  <a:pt x="94829" y="18574"/>
                </a:lnTo>
                <a:lnTo>
                  <a:pt x="95491" y="20466"/>
                </a:lnTo>
                <a:lnTo>
                  <a:pt x="96033" y="22426"/>
                </a:lnTo>
                <a:lnTo>
                  <a:pt x="96455" y="24456"/>
                </a:lnTo>
                <a:lnTo>
                  <a:pt x="96755" y="26554"/>
                </a:lnTo>
                <a:lnTo>
                  <a:pt x="96936" y="28721"/>
                </a:lnTo>
                <a:lnTo>
                  <a:pt x="96996" y="30956"/>
                </a:lnTo>
                <a:lnTo>
                  <a:pt x="96936" y="33192"/>
                </a:lnTo>
                <a:lnTo>
                  <a:pt x="96755" y="35359"/>
                </a:lnTo>
                <a:lnTo>
                  <a:pt x="96455" y="37457"/>
                </a:lnTo>
                <a:lnTo>
                  <a:pt x="96033" y="39487"/>
                </a:lnTo>
                <a:lnTo>
                  <a:pt x="95491" y="41447"/>
                </a:lnTo>
                <a:lnTo>
                  <a:pt x="94829" y="43339"/>
                </a:lnTo>
                <a:lnTo>
                  <a:pt x="94047" y="45162"/>
                </a:lnTo>
                <a:lnTo>
                  <a:pt x="93144" y="46916"/>
                </a:lnTo>
                <a:lnTo>
                  <a:pt x="92121" y="48601"/>
                </a:lnTo>
                <a:lnTo>
                  <a:pt x="90977" y="50218"/>
                </a:lnTo>
                <a:lnTo>
                  <a:pt x="89713" y="51766"/>
                </a:lnTo>
                <a:lnTo>
                  <a:pt x="88329" y="53245"/>
                </a:lnTo>
                <a:lnTo>
                  <a:pt x="86849" y="54629"/>
                </a:lnTo>
                <a:lnTo>
                  <a:pt x="85302" y="55893"/>
                </a:lnTo>
                <a:lnTo>
                  <a:pt x="83685" y="57037"/>
                </a:lnTo>
                <a:lnTo>
                  <a:pt x="82000" y="58060"/>
                </a:lnTo>
                <a:lnTo>
                  <a:pt x="80245" y="58963"/>
                </a:lnTo>
                <a:lnTo>
                  <a:pt x="78423" y="59746"/>
                </a:lnTo>
                <a:lnTo>
                  <a:pt x="76531" y="60408"/>
                </a:lnTo>
                <a:lnTo>
                  <a:pt x="74570" y="60950"/>
                </a:lnTo>
                <a:lnTo>
                  <a:pt x="72541" y="61371"/>
                </a:lnTo>
                <a:lnTo>
                  <a:pt x="70443" y="61672"/>
                </a:lnTo>
                <a:lnTo>
                  <a:pt x="68276" y="61852"/>
                </a:lnTo>
                <a:lnTo>
                  <a:pt x="66040" y="61913"/>
                </a:lnTo>
                <a:lnTo>
                  <a:pt x="63804" y="61852"/>
                </a:lnTo>
                <a:lnTo>
                  <a:pt x="61637" y="61672"/>
                </a:lnTo>
                <a:lnTo>
                  <a:pt x="59539" y="61371"/>
                </a:lnTo>
                <a:lnTo>
                  <a:pt x="57510" y="60950"/>
                </a:lnTo>
                <a:lnTo>
                  <a:pt x="55549" y="60408"/>
                </a:lnTo>
                <a:lnTo>
                  <a:pt x="53658" y="59746"/>
                </a:lnTo>
                <a:lnTo>
                  <a:pt x="51835" y="58963"/>
                </a:lnTo>
                <a:lnTo>
                  <a:pt x="50080" y="58060"/>
                </a:lnTo>
                <a:lnTo>
                  <a:pt x="48395" y="57037"/>
                </a:lnTo>
                <a:lnTo>
                  <a:pt x="46778" y="55893"/>
                </a:lnTo>
                <a:lnTo>
                  <a:pt x="45231" y="54629"/>
                </a:lnTo>
                <a:lnTo>
                  <a:pt x="43752" y="53245"/>
                </a:lnTo>
                <a:close/>
                <a:moveTo>
                  <a:pt x="0" y="128159"/>
                </a:moveTo>
                <a:lnTo>
                  <a:pt x="0" y="108760"/>
                </a:lnTo>
                <a:lnTo>
                  <a:pt x="27" y="107468"/>
                </a:lnTo>
                <a:lnTo>
                  <a:pt x="109" y="106209"/>
                </a:lnTo>
                <a:lnTo>
                  <a:pt x="245" y="104981"/>
                </a:lnTo>
                <a:lnTo>
                  <a:pt x="436" y="103784"/>
                </a:lnTo>
                <a:lnTo>
                  <a:pt x="681" y="102619"/>
                </a:lnTo>
                <a:lnTo>
                  <a:pt x="980" y="101485"/>
                </a:lnTo>
                <a:lnTo>
                  <a:pt x="1334" y="100383"/>
                </a:lnTo>
                <a:lnTo>
                  <a:pt x="1743" y="99312"/>
                </a:lnTo>
                <a:lnTo>
                  <a:pt x="2206" y="98273"/>
                </a:lnTo>
                <a:lnTo>
                  <a:pt x="2723" y="97266"/>
                </a:lnTo>
                <a:lnTo>
                  <a:pt x="3295" y="96290"/>
                </a:lnTo>
                <a:lnTo>
                  <a:pt x="3921" y="95345"/>
                </a:lnTo>
                <a:lnTo>
                  <a:pt x="4590" y="94435"/>
                </a:lnTo>
                <a:lnTo>
                  <a:pt x="5291" y="93563"/>
                </a:lnTo>
                <a:lnTo>
                  <a:pt x="6024" y="92727"/>
                </a:lnTo>
                <a:lnTo>
                  <a:pt x="6787" y="91929"/>
                </a:lnTo>
                <a:lnTo>
                  <a:pt x="7583" y="91168"/>
                </a:lnTo>
                <a:lnTo>
                  <a:pt x="8410" y="90444"/>
                </a:lnTo>
                <a:lnTo>
                  <a:pt x="9268" y="89757"/>
                </a:lnTo>
                <a:lnTo>
                  <a:pt x="10158" y="89108"/>
                </a:lnTo>
                <a:lnTo>
                  <a:pt x="11080" y="88496"/>
                </a:lnTo>
                <a:lnTo>
                  <a:pt x="12033" y="87922"/>
                </a:lnTo>
                <a:lnTo>
                  <a:pt x="13017" y="87384"/>
                </a:lnTo>
                <a:lnTo>
                  <a:pt x="14033" y="86884"/>
                </a:lnTo>
                <a:lnTo>
                  <a:pt x="16330" y="85874"/>
                </a:lnTo>
                <a:lnTo>
                  <a:pt x="18611" y="84906"/>
                </a:lnTo>
                <a:lnTo>
                  <a:pt x="20876" y="83982"/>
                </a:lnTo>
                <a:lnTo>
                  <a:pt x="23125" y="83100"/>
                </a:lnTo>
                <a:lnTo>
                  <a:pt x="25359" y="82262"/>
                </a:lnTo>
                <a:lnTo>
                  <a:pt x="27577" y="81467"/>
                </a:lnTo>
                <a:lnTo>
                  <a:pt x="29779" y="80714"/>
                </a:lnTo>
                <a:lnTo>
                  <a:pt x="31965" y="80005"/>
                </a:lnTo>
                <a:lnTo>
                  <a:pt x="34136" y="79338"/>
                </a:lnTo>
                <a:lnTo>
                  <a:pt x="36290" y="78715"/>
                </a:lnTo>
                <a:lnTo>
                  <a:pt x="38429" y="78135"/>
                </a:lnTo>
                <a:lnTo>
                  <a:pt x="40553" y="77597"/>
                </a:lnTo>
                <a:lnTo>
                  <a:pt x="42669" y="77103"/>
                </a:lnTo>
                <a:lnTo>
                  <a:pt x="44786" y="76651"/>
                </a:lnTo>
                <a:lnTo>
                  <a:pt x="46905" y="76243"/>
                </a:lnTo>
                <a:lnTo>
                  <a:pt x="49026" y="75877"/>
                </a:lnTo>
                <a:lnTo>
                  <a:pt x="51147" y="75555"/>
                </a:lnTo>
                <a:lnTo>
                  <a:pt x="53271" y="75275"/>
                </a:lnTo>
                <a:lnTo>
                  <a:pt x="55395" y="75039"/>
                </a:lnTo>
                <a:lnTo>
                  <a:pt x="57521" y="74845"/>
                </a:lnTo>
                <a:lnTo>
                  <a:pt x="59649" y="74695"/>
                </a:lnTo>
                <a:lnTo>
                  <a:pt x="61778" y="74587"/>
                </a:lnTo>
                <a:lnTo>
                  <a:pt x="63908" y="74523"/>
                </a:lnTo>
                <a:lnTo>
                  <a:pt x="66040" y="74501"/>
                </a:lnTo>
                <a:lnTo>
                  <a:pt x="68171" y="74524"/>
                </a:lnTo>
                <a:lnTo>
                  <a:pt x="70299" y="74590"/>
                </a:lnTo>
                <a:lnTo>
                  <a:pt x="72425" y="74701"/>
                </a:lnTo>
                <a:lnTo>
                  <a:pt x="74547" y="74857"/>
                </a:lnTo>
                <a:lnTo>
                  <a:pt x="76667" y="75057"/>
                </a:lnTo>
                <a:lnTo>
                  <a:pt x="78784" y="75301"/>
                </a:lnTo>
                <a:lnTo>
                  <a:pt x="80898" y="75590"/>
                </a:lnTo>
                <a:lnTo>
                  <a:pt x="83009" y="75923"/>
                </a:lnTo>
                <a:lnTo>
                  <a:pt x="85117" y="76301"/>
                </a:lnTo>
                <a:lnTo>
                  <a:pt x="87222" y="76723"/>
                </a:lnTo>
                <a:lnTo>
                  <a:pt x="89325" y="77189"/>
                </a:lnTo>
                <a:lnTo>
                  <a:pt x="91424" y="77700"/>
                </a:lnTo>
                <a:lnTo>
                  <a:pt x="93531" y="78253"/>
                </a:lnTo>
                <a:lnTo>
                  <a:pt x="95655" y="78844"/>
                </a:lnTo>
                <a:lnTo>
                  <a:pt x="97796" y="79474"/>
                </a:lnTo>
                <a:lnTo>
                  <a:pt x="99954" y="80142"/>
                </a:lnTo>
                <a:lnTo>
                  <a:pt x="102130" y="80850"/>
                </a:lnTo>
                <a:lnTo>
                  <a:pt x="104323" y="81596"/>
                </a:lnTo>
                <a:lnTo>
                  <a:pt x="106532" y="82380"/>
                </a:lnTo>
                <a:lnTo>
                  <a:pt x="108760" y="83204"/>
                </a:lnTo>
                <a:lnTo>
                  <a:pt x="111004" y="84066"/>
                </a:lnTo>
                <a:lnTo>
                  <a:pt x="113265" y="84966"/>
                </a:lnTo>
                <a:lnTo>
                  <a:pt x="115544" y="85906"/>
                </a:lnTo>
                <a:lnTo>
                  <a:pt x="117840" y="86884"/>
                </a:lnTo>
                <a:lnTo>
                  <a:pt x="118889" y="87384"/>
                </a:lnTo>
                <a:lnTo>
                  <a:pt x="119904" y="87922"/>
                </a:lnTo>
                <a:lnTo>
                  <a:pt x="120884" y="88496"/>
                </a:lnTo>
                <a:lnTo>
                  <a:pt x="121830" y="89108"/>
                </a:lnTo>
                <a:lnTo>
                  <a:pt x="122742" y="89757"/>
                </a:lnTo>
                <a:lnTo>
                  <a:pt x="123619" y="90444"/>
                </a:lnTo>
                <a:lnTo>
                  <a:pt x="124461" y="91168"/>
                </a:lnTo>
                <a:lnTo>
                  <a:pt x="125270" y="91929"/>
                </a:lnTo>
                <a:lnTo>
                  <a:pt x="126044" y="92727"/>
                </a:lnTo>
                <a:lnTo>
                  <a:pt x="126783" y="93563"/>
                </a:lnTo>
                <a:lnTo>
                  <a:pt x="127488" y="94435"/>
                </a:lnTo>
                <a:lnTo>
                  <a:pt x="128159" y="95345"/>
                </a:lnTo>
                <a:lnTo>
                  <a:pt x="128785" y="96290"/>
                </a:lnTo>
                <a:lnTo>
                  <a:pt x="129357" y="97266"/>
                </a:lnTo>
                <a:lnTo>
                  <a:pt x="129874" y="98273"/>
                </a:lnTo>
                <a:lnTo>
                  <a:pt x="130337" y="99312"/>
                </a:lnTo>
                <a:lnTo>
                  <a:pt x="130746" y="100383"/>
                </a:lnTo>
                <a:lnTo>
                  <a:pt x="131100" y="101485"/>
                </a:lnTo>
                <a:lnTo>
                  <a:pt x="131399" y="102619"/>
                </a:lnTo>
                <a:lnTo>
                  <a:pt x="131644" y="103784"/>
                </a:lnTo>
                <a:lnTo>
                  <a:pt x="131835" y="104981"/>
                </a:lnTo>
                <a:lnTo>
                  <a:pt x="131971" y="106209"/>
                </a:lnTo>
                <a:lnTo>
                  <a:pt x="132053" y="107468"/>
                </a:lnTo>
                <a:lnTo>
                  <a:pt x="132080" y="108760"/>
                </a:lnTo>
                <a:lnTo>
                  <a:pt x="132080" y="128159"/>
                </a:lnTo>
                <a:lnTo>
                  <a:pt x="0" y="128159"/>
                </a:lnTo>
                <a:close/>
                <a:moveTo>
                  <a:pt x="12383" y="115777"/>
                </a:moveTo>
                <a:lnTo>
                  <a:pt x="119697" y="115777"/>
                </a:lnTo>
                <a:lnTo>
                  <a:pt x="119697" y="108760"/>
                </a:lnTo>
                <a:lnTo>
                  <a:pt x="119684" y="108212"/>
                </a:lnTo>
                <a:lnTo>
                  <a:pt x="119643" y="107668"/>
                </a:lnTo>
                <a:lnTo>
                  <a:pt x="119575" y="107128"/>
                </a:lnTo>
                <a:lnTo>
                  <a:pt x="119480" y="106593"/>
                </a:lnTo>
                <a:lnTo>
                  <a:pt x="119357" y="106062"/>
                </a:lnTo>
                <a:lnTo>
                  <a:pt x="119207" y="105535"/>
                </a:lnTo>
                <a:lnTo>
                  <a:pt x="119030" y="105013"/>
                </a:lnTo>
                <a:lnTo>
                  <a:pt x="118826" y="104495"/>
                </a:lnTo>
                <a:lnTo>
                  <a:pt x="118595" y="103981"/>
                </a:lnTo>
                <a:lnTo>
                  <a:pt x="118336" y="103471"/>
                </a:lnTo>
                <a:lnTo>
                  <a:pt x="118050" y="102966"/>
                </a:lnTo>
                <a:lnTo>
                  <a:pt x="117737" y="102465"/>
                </a:lnTo>
                <a:lnTo>
                  <a:pt x="117404" y="101977"/>
                </a:lnTo>
                <a:lnTo>
                  <a:pt x="117058" y="101511"/>
                </a:lnTo>
                <a:lnTo>
                  <a:pt x="116699" y="101066"/>
                </a:lnTo>
                <a:lnTo>
                  <a:pt x="116327" y="100642"/>
                </a:lnTo>
                <a:lnTo>
                  <a:pt x="115942" y="100240"/>
                </a:lnTo>
                <a:lnTo>
                  <a:pt x="115544" y="99860"/>
                </a:lnTo>
                <a:lnTo>
                  <a:pt x="115134" y="99501"/>
                </a:lnTo>
                <a:lnTo>
                  <a:pt x="114710" y="99163"/>
                </a:lnTo>
                <a:lnTo>
                  <a:pt x="114274" y="98847"/>
                </a:lnTo>
                <a:lnTo>
                  <a:pt x="113824" y="98553"/>
                </a:lnTo>
                <a:lnTo>
                  <a:pt x="113362" y="98280"/>
                </a:lnTo>
                <a:lnTo>
                  <a:pt x="112887" y="98028"/>
                </a:lnTo>
                <a:lnTo>
                  <a:pt x="110702" y="96990"/>
                </a:lnTo>
                <a:lnTo>
                  <a:pt x="108548" y="96007"/>
                </a:lnTo>
                <a:lnTo>
                  <a:pt x="106425" y="95081"/>
                </a:lnTo>
                <a:lnTo>
                  <a:pt x="104334" y="94210"/>
                </a:lnTo>
                <a:lnTo>
                  <a:pt x="102275" y="93396"/>
                </a:lnTo>
                <a:lnTo>
                  <a:pt x="100247" y="92637"/>
                </a:lnTo>
                <a:lnTo>
                  <a:pt x="98250" y="91934"/>
                </a:lnTo>
                <a:lnTo>
                  <a:pt x="96285" y="91287"/>
                </a:lnTo>
                <a:lnTo>
                  <a:pt x="94352" y="90695"/>
                </a:lnTo>
                <a:lnTo>
                  <a:pt x="92450" y="90160"/>
                </a:lnTo>
                <a:lnTo>
                  <a:pt x="90580" y="89681"/>
                </a:lnTo>
                <a:lnTo>
                  <a:pt x="88741" y="89257"/>
                </a:lnTo>
                <a:lnTo>
                  <a:pt x="86913" y="88878"/>
                </a:lnTo>
                <a:lnTo>
                  <a:pt x="85072" y="88532"/>
                </a:lnTo>
                <a:lnTo>
                  <a:pt x="83221" y="88219"/>
                </a:lnTo>
                <a:lnTo>
                  <a:pt x="81358" y="87939"/>
                </a:lnTo>
                <a:lnTo>
                  <a:pt x="79483" y="87692"/>
                </a:lnTo>
                <a:lnTo>
                  <a:pt x="77597" y="87477"/>
                </a:lnTo>
                <a:lnTo>
                  <a:pt x="75699" y="87296"/>
                </a:lnTo>
                <a:lnTo>
                  <a:pt x="73791" y="87148"/>
                </a:lnTo>
                <a:lnTo>
                  <a:pt x="71870" y="87032"/>
                </a:lnTo>
                <a:lnTo>
                  <a:pt x="69938" y="86950"/>
                </a:lnTo>
                <a:lnTo>
                  <a:pt x="67995" y="86900"/>
                </a:lnTo>
                <a:lnTo>
                  <a:pt x="66040" y="86884"/>
                </a:lnTo>
                <a:lnTo>
                  <a:pt x="64084" y="86900"/>
                </a:lnTo>
                <a:lnTo>
                  <a:pt x="62136" y="86950"/>
                </a:lnTo>
                <a:lnTo>
                  <a:pt x="60197" y="87032"/>
                </a:lnTo>
                <a:lnTo>
                  <a:pt x="58267" y="87148"/>
                </a:lnTo>
                <a:lnTo>
                  <a:pt x="56345" y="87296"/>
                </a:lnTo>
                <a:lnTo>
                  <a:pt x="54431" y="87477"/>
                </a:lnTo>
                <a:lnTo>
                  <a:pt x="52527" y="87692"/>
                </a:lnTo>
                <a:lnTo>
                  <a:pt x="50631" y="87939"/>
                </a:lnTo>
                <a:lnTo>
                  <a:pt x="48743" y="88219"/>
                </a:lnTo>
                <a:lnTo>
                  <a:pt x="46864" y="88532"/>
                </a:lnTo>
                <a:lnTo>
                  <a:pt x="44994" y="88878"/>
                </a:lnTo>
                <a:lnTo>
                  <a:pt x="43132" y="89257"/>
                </a:lnTo>
                <a:lnTo>
                  <a:pt x="41262" y="89681"/>
                </a:lnTo>
                <a:lnTo>
                  <a:pt x="39366" y="90160"/>
                </a:lnTo>
                <a:lnTo>
                  <a:pt x="37444" y="90695"/>
                </a:lnTo>
                <a:lnTo>
                  <a:pt x="35497" y="91287"/>
                </a:lnTo>
                <a:lnTo>
                  <a:pt x="33523" y="91934"/>
                </a:lnTo>
                <a:lnTo>
                  <a:pt x="31524" y="92637"/>
                </a:lnTo>
                <a:lnTo>
                  <a:pt x="29499" y="93396"/>
                </a:lnTo>
                <a:lnTo>
                  <a:pt x="27448" y="94210"/>
                </a:lnTo>
                <a:lnTo>
                  <a:pt x="25371" y="95081"/>
                </a:lnTo>
                <a:lnTo>
                  <a:pt x="23269" y="96007"/>
                </a:lnTo>
                <a:lnTo>
                  <a:pt x="21141" y="96990"/>
                </a:lnTo>
                <a:lnTo>
                  <a:pt x="18987" y="98028"/>
                </a:lnTo>
                <a:lnTo>
                  <a:pt x="18512" y="98280"/>
                </a:lnTo>
                <a:lnTo>
                  <a:pt x="18052" y="98553"/>
                </a:lnTo>
                <a:lnTo>
                  <a:pt x="17606" y="98847"/>
                </a:lnTo>
                <a:lnTo>
                  <a:pt x="17175" y="99163"/>
                </a:lnTo>
                <a:lnTo>
                  <a:pt x="16758" y="99501"/>
                </a:lnTo>
                <a:lnTo>
                  <a:pt x="16355" y="99860"/>
                </a:lnTo>
                <a:lnTo>
                  <a:pt x="15967" y="100240"/>
                </a:lnTo>
                <a:lnTo>
                  <a:pt x="15593" y="100642"/>
                </a:lnTo>
                <a:lnTo>
                  <a:pt x="15233" y="101066"/>
                </a:lnTo>
                <a:lnTo>
                  <a:pt x="14888" y="101511"/>
                </a:lnTo>
                <a:lnTo>
                  <a:pt x="14557" y="101977"/>
                </a:lnTo>
                <a:lnTo>
                  <a:pt x="14240" y="102465"/>
                </a:lnTo>
                <a:lnTo>
                  <a:pt x="13943" y="102966"/>
                </a:lnTo>
                <a:lnTo>
                  <a:pt x="13672" y="103471"/>
                </a:lnTo>
                <a:lnTo>
                  <a:pt x="13427" y="103981"/>
                </a:lnTo>
                <a:lnTo>
                  <a:pt x="13208" y="104495"/>
                </a:lnTo>
                <a:lnTo>
                  <a:pt x="13015" y="105013"/>
                </a:lnTo>
                <a:lnTo>
                  <a:pt x="12847" y="105535"/>
                </a:lnTo>
                <a:lnTo>
                  <a:pt x="12705" y="106062"/>
                </a:lnTo>
                <a:lnTo>
                  <a:pt x="12589" y="106593"/>
                </a:lnTo>
                <a:lnTo>
                  <a:pt x="12499" y="107128"/>
                </a:lnTo>
                <a:lnTo>
                  <a:pt x="12434" y="107668"/>
                </a:lnTo>
                <a:lnTo>
                  <a:pt x="12395" y="108212"/>
                </a:lnTo>
                <a:lnTo>
                  <a:pt x="12383" y="108760"/>
                </a:lnTo>
                <a:lnTo>
                  <a:pt x="12383" y="115777"/>
                </a:lnTo>
                <a:close/>
                <a:moveTo>
                  <a:pt x="79351" y="44268"/>
                </a:moveTo>
                <a:lnTo>
                  <a:pt x="80192" y="43371"/>
                </a:lnTo>
                <a:lnTo>
                  <a:pt x="80959" y="42436"/>
                </a:lnTo>
                <a:lnTo>
                  <a:pt x="81654" y="41462"/>
                </a:lnTo>
                <a:lnTo>
                  <a:pt x="82275" y="40450"/>
                </a:lnTo>
                <a:lnTo>
                  <a:pt x="82823" y="39398"/>
                </a:lnTo>
                <a:lnTo>
                  <a:pt x="83298" y="38308"/>
                </a:lnTo>
                <a:lnTo>
                  <a:pt x="83700" y="37180"/>
                </a:lnTo>
                <a:lnTo>
                  <a:pt x="84029" y="36013"/>
                </a:lnTo>
                <a:lnTo>
                  <a:pt x="84285" y="34807"/>
                </a:lnTo>
                <a:lnTo>
                  <a:pt x="84468" y="33562"/>
                </a:lnTo>
                <a:lnTo>
                  <a:pt x="84577" y="32278"/>
                </a:lnTo>
                <a:lnTo>
                  <a:pt x="84614" y="30956"/>
                </a:lnTo>
                <a:lnTo>
                  <a:pt x="84577" y="29634"/>
                </a:lnTo>
                <a:lnTo>
                  <a:pt x="84468" y="28351"/>
                </a:lnTo>
                <a:lnTo>
                  <a:pt x="84285" y="27106"/>
                </a:lnTo>
                <a:lnTo>
                  <a:pt x="84029" y="25900"/>
                </a:lnTo>
                <a:lnTo>
                  <a:pt x="83700" y="24733"/>
                </a:lnTo>
                <a:lnTo>
                  <a:pt x="83298" y="23604"/>
                </a:lnTo>
                <a:lnTo>
                  <a:pt x="82823" y="22514"/>
                </a:lnTo>
                <a:lnTo>
                  <a:pt x="82275" y="21463"/>
                </a:lnTo>
                <a:lnTo>
                  <a:pt x="81654" y="20451"/>
                </a:lnTo>
                <a:lnTo>
                  <a:pt x="80959" y="19477"/>
                </a:lnTo>
                <a:lnTo>
                  <a:pt x="80192" y="18542"/>
                </a:lnTo>
                <a:lnTo>
                  <a:pt x="79351" y="17645"/>
                </a:lnTo>
                <a:lnTo>
                  <a:pt x="78455" y="16805"/>
                </a:lnTo>
                <a:lnTo>
                  <a:pt x="77520" y="16037"/>
                </a:lnTo>
                <a:lnTo>
                  <a:pt x="76546" y="15343"/>
                </a:lnTo>
                <a:lnTo>
                  <a:pt x="75533" y="14722"/>
                </a:lnTo>
                <a:lnTo>
                  <a:pt x="74482" y="14173"/>
                </a:lnTo>
                <a:lnTo>
                  <a:pt x="73392" y="13698"/>
                </a:lnTo>
                <a:lnTo>
                  <a:pt x="72263" y="13296"/>
                </a:lnTo>
                <a:lnTo>
                  <a:pt x="71096" y="12967"/>
                </a:lnTo>
                <a:lnTo>
                  <a:pt x="69890" y="12712"/>
                </a:lnTo>
                <a:lnTo>
                  <a:pt x="68645" y="12529"/>
                </a:lnTo>
                <a:lnTo>
                  <a:pt x="67362" y="12419"/>
                </a:lnTo>
                <a:lnTo>
                  <a:pt x="66040" y="12383"/>
                </a:lnTo>
                <a:lnTo>
                  <a:pt x="64718" y="12419"/>
                </a:lnTo>
                <a:lnTo>
                  <a:pt x="63435" y="12529"/>
                </a:lnTo>
                <a:lnTo>
                  <a:pt x="62190" y="12712"/>
                </a:lnTo>
                <a:lnTo>
                  <a:pt x="60984" y="12967"/>
                </a:lnTo>
                <a:lnTo>
                  <a:pt x="59817" y="13296"/>
                </a:lnTo>
                <a:lnTo>
                  <a:pt x="58688" y="13698"/>
                </a:lnTo>
                <a:lnTo>
                  <a:pt x="57598" y="14173"/>
                </a:lnTo>
                <a:lnTo>
                  <a:pt x="56547" y="14722"/>
                </a:lnTo>
                <a:lnTo>
                  <a:pt x="55534" y="15343"/>
                </a:lnTo>
                <a:lnTo>
                  <a:pt x="54560" y="16037"/>
                </a:lnTo>
                <a:lnTo>
                  <a:pt x="53625" y="16805"/>
                </a:lnTo>
                <a:lnTo>
                  <a:pt x="52729" y="17645"/>
                </a:lnTo>
                <a:lnTo>
                  <a:pt x="51888" y="18542"/>
                </a:lnTo>
                <a:lnTo>
                  <a:pt x="51121" y="19477"/>
                </a:lnTo>
                <a:lnTo>
                  <a:pt x="50426" y="20451"/>
                </a:lnTo>
                <a:lnTo>
                  <a:pt x="49805" y="21463"/>
                </a:lnTo>
                <a:lnTo>
                  <a:pt x="49257" y="22514"/>
                </a:lnTo>
                <a:lnTo>
                  <a:pt x="48782" y="23604"/>
                </a:lnTo>
                <a:lnTo>
                  <a:pt x="48380" y="24733"/>
                </a:lnTo>
                <a:lnTo>
                  <a:pt x="48051" y="25900"/>
                </a:lnTo>
                <a:lnTo>
                  <a:pt x="47795" y="27106"/>
                </a:lnTo>
                <a:lnTo>
                  <a:pt x="47612" y="28351"/>
                </a:lnTo>
                <a:lnTo>
                  <a:pt x="47503" y="29634"/>
                </a:lnTo>
                <a:lnTo>
                  <a:pt x="47466" y="30956"/>
                </a:lnTo>
                <a:lnTo>
                  <a:pt x="47503" y="32278"/>
                </a:lnTo>
                <a:lnTo>
                  <a:pt x="47612" y="33562"/>
                </a:lnTo>
                <a:lnTo>
                  <a:pt x="47795" y="34807"/>
                </a:lnTo>
                <a:lnTo>
                  <a:pt x="48051" y="36013"/>
                </a:lnTo>
                <a:lnTo>
                  <a:pt x="48380" y="37180"/>
                </a:lnTo>
                <a:lnTo>
                  <a:pt x="48782" y="38308"/>
                </a:lnTo>
                <a:lnTo>
                  <a:pt x="49257" y="39398"/>
                </a:lnTo>
                <a:lnTo>
                  <a:pt x="49805" y="40450"/>
                </a:lnTo>
                <a:lnTo>
                  <a:pt x="50426" y="41462"/>
                </a:lnTo>
                <a:lnTo>
                  <a:pt x="51121" y="42436"/>
                </a:lnTo>
                <a:lnTo>
                  <a:pt x="51888" y="43371"/>
                </a:lnTo>
                <a:lnTo>
                  <a:pt x="52729" y="44268"/>
                </a:lnTo>
                <a:lnTo>
                  <a:pt x="53625" y="45108"/>
                </a:lnTo>
                <a:lnTo>
                  <a:pt x="54560" y="45876"/>
                </a:lnTo>
                <a:lnTo>
                  <a:pt x="55534" y="46570"/>
                </a:lnTo>
                <a:lnTo>
                  <a:pt x="56547" y="47191"/>
                </a:lnTo>
                <a:lnTo>
                  <a:pt x="57598" y="47739"/>
                </a:lnTo>
                <a:lnTo>
                  <a:pt x="58688" y="48214"/>
                </a:lnTo>
                <a:lnTo>
                  <a:pt x="59817" y="48616"/>
                </a:lnTo>
                <a:lnTo>
                  <a:pt x="60984" y="48945"/>
                </a:lnTo>
                <a:lnTo>
                  <a:pt x="62190" y="49201"/>
                </a:lnTo>
                <a:lnTo>
                  <a:pt x="63435" y="49384"/>
                </a:lnTo>
                <a:lnTo>
                  <a:pt x="64718" y="49494"/>
                </a:lnTo>
                <a:lnTo>
                  <a:pt x="66040" y="49530"/>
                </a:lnTo>
                <a:lnTo>
                  <a:pt x="67362" y="49494"/>
                </a:lnTo>
                <a:lnTo>
                  <a:pt x="68645" y="49384"/>
                </a:lnTo>
                <a:lnTo>
                  <a:pt x="69890" y="49201"/>
                </a:lnTo>
                <a:lnTo>
                  <a:pt x="71096" y="48945"/>
                </a:lnTo>
                <a:lnTo>
                  <a:pt x="72263" y="48616"/>
                </a:lnTo>
                <a:lnTo>
                  <a:pt x="73392" y="48214"/>
                </a:lnTo>
                <a:lnTo>
                  <a:pt x="74482" y="47739"/>
                </a:lnTo>
                <a:lnTo>
                  <a:pt x="75533" y="47191"/>
                </a:lnTo>
                <a:lnTo>
                  <a:pt x="76546" y="46570"/>
                </a:lnTo>
                <a:lnTo>
                  <a:pt x="77520" y="45876"/>
                </a:lnTo>
                <a:lnTo>
                  <a:pt x="78455" y="45108"/>
                </a:lnTo>
                <a:lnTo>
                  <a:pt x="79351" y="44268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블록 내장 웹 화면"/>
          <p:cNvSpPr/>
          <p:nvPr/>
        </p:nvSpPr>
        <p:spPr>
          <a:xfrm>
            <a:off x="3124200" y="1889760"/>
            <a:ext cx="187452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37719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내장 웹 화면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진행률 · 지연 · 검증 결과</a:t>
            </a:r>
          </a:p>
        </p:txBody>
      </p:sp>
      <p:sp>
        <p:nvSpPr>
          <p:cNvPr id="12" name="아이콘 web"/>
          <p:cNvSpPr/>
          <p:nvPr/>
        </p:nvSpPr>
        <p:spPr>
          <a:xfrm>
            <a:off x="3934460" y="196723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9050" y="203200"/>
                </a:moveTo>
                <a:lnTo>
                  <a:pt x="17793" y="203160"/>
                </a:lnTo>
                <a:lnTo>
                  <a:pt x="16563" y="203041"/>
                </a:lnTo>
                <a:lnTo>
                  <a:pt x="15359" y="202843"/>
                </a:lnTo>
                <a:lnTo>
                  <a:pt x="14182" y="202565"/>
                </a:lnTo>
                <a:lnTo>
                  <a:pt x="13031" y="202208"/>
                </a:lnTo>
                <a:lnTo>
                  <a:pt x="11906" y="201771"/>
                </a:lnTo>
                <a:lnTo>
                  <a:pt x="10808" y="201255"/>
                </a:lnTo>
                <a:lnTo>
                  <a:pt x="9737" y="200660"/>
                </a:lnTo>
                <a:lnTo>
                  <a:pt x="8692" y="199985"/>
                </a:lnTo>
                <a:lnTo>
                  <a:pt x="7673" y="199231"/>
                </a:lnTo>
                <a:lnTo>
                  <a:pt x="6681" y="198398"/>
                </a:lnTo>
                <a:lnTo>
                  <a:pt x="5715" y="197485"/>
                </a:lnTo>
                <a:lnTo>
                  <a:pt x="4802" y="196519"/>
                </a:lnTo>
                <a:lnTo>
                  <a:pt x="3969" y="195527"/>
                </a:lnTo>
                <a:lnTo>
                  <a:pt x="3215" y="194508"/>
                </a:lnTo>
                <a:lnTo>
                  <a:pt x="2540" y="193463"/>
                </a:lnTo>
                <a:lnTo>
                  <a:pt x="1945" y="192392"/>
                </a:lnTo>
                <a:lnTo>
                  <a:pt x="1429" y="191294"/>
                </a:lnTo>
                <a:lnTo>
                  <a:pt x="992" y="190169"/>
                </a:lnTo>
                <a:lnTo>
                  <a:pt x="635" y="189018"/>
                </a:lnTo>
                <a:lnTo>
                  <a:pt x="357" y="187841"/>
                </a:lnTo>
                <a:lnTo>
                  <a:pt x="159" y="186637"/>
                </a:lnTo>
                <a:lnTo>
                  <a:pt x="40" y="185407"/>
                </a:lnTo>
                <a:lnTo>
                  <a:pt x="0" y="1841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34950" y="0"/>
                </a:lnTo>
                <a:lnTo>
                  <a:pt x="236207" y="40"/>
                </a:lnTo>
                <a:lnTo>
                  <a:pt x="237437" y="159"/>
                </a:lnTo>
                <a:lnTo>
                  <a:pt x="238641" y="357"/>
                </a:lnTo>
                <a:lnTo>
                  <a:pt x="239818" y="635"/>
                </a:lnTo>
                <a:lnTo>
                  <a:pt x="240969" y="992"/>
                </a:lnTo>
                <a:lnTo>
                  <a:pt x="242094" y="1429"/>
                </a:lnTo>
                <a:lnTo>
                  <a:pt x="243192" y="1945"/>
                </a:lnTo>
                <a:lnTo>
                  <a:pt x="244263" y="2540"/>
                </a:lnTo>
                <a:lnTo>
                  <a:pt x="245308" y="3215"/>
                </a:lnTo>
                <a:lnTo>
                  <a:pt x="246327" y="3969"/>
                </a:lnTo>
                <a:lnTo>
                  <a:pt x="247319" y="4802"/>
                </a:lnTo>
                <a:lnTo>
                  <a:pt x="248285" y="5715"/>
                </a:lnTo>
                <a:lnTo>
                  <a:pt x="249198" y="6681"/>
                </a:lnTo>
                <a:lnTo>
                  <a:pt x="250031" y="7673"/>
                </a:lnTo>
                <a:lnTo>
                  <a:pt x="250785" y="8692"/>
                </a:lnTo>
                <a:lnTo>
                  <a:pt x="251460" y="9737"/>
                </a:lnTo>
                <a:lnTo>
                  <a:pt x="252055" y="10808"/>
                </a:lnTo>
                <a:lnTo>
                  <a:pt x="252571" y="11906"/>
                </a:lnTo>
                <a:lnTo>
                  <a:pt x="253008" y="13031"/>
                </a:lnTo>
                <a:lnTo>
                  <a:pt x="253365" y="14182"/>
                </a:lnTo>
                <a:lnTo>
                  <a:pt x="253643" y="15359"/>
                </a:lnTo>
                <a:lnTo>
                  <a:pt x="253841" y="16563"/>
                </a:lnTo>
                <a:lnTo>
                  <a:pt x="253960" y="17793"/>
                </a:lnTo>
                <a:lnTo>
                  <a:pt x="254000" y="19050"/>
                </a:lnTo>
                <a:lnTo>
                  <a:pt x="254000" y="184150"/>
                </a:lnTo>
                <a:lnTo>
                  <a:pt x="253960" y="185407"/>
                </a:lnTo>
                <a:lnTo>
                  <a:pt x="253841" y="186637"/>
                </a:lnTo>
                <a:lnTo>
                  <a:pt x="253643" y="187841"/>
                </a:lnTo>
                <a:lnTo>
                  <a:pt x="253365" y="189018"/>
                </a:lnTo>
                <a:lnTo>
                  <a:pt x="253008" y="190169"/>
                </a:lnTo>
                <a:lnTo>
                  <a:pt x="252571" y="191294"/>
                </a:lnTo>
                <a:lnTo>
                  <a:pt x="252055" y="192392"/>
                </a:lnTo>
                <a:lnTo>
                  <a:pt x="251460" y="193463"/>
                </a:lnTo>
                <a:lnTo>
                  <a:pt x="250785" y="194508"/>
                </a:lnTo>
                <a:lnTo>
                  <a:pt x="250031" y="195527"/>
                </a:lnTo>
                <a:lnTo>
                  <a:pt x="249198" y="196519"/>
                </a:lnTo>
                <a:lnTo>
                  <a:pt x="248285" y="197485"/>
                </a:lnTo>
                <a:lnTo>
                  <a:pt x="247319" y="198398"/>
                </a:lnTo>
                <a:lnTo>
                  <a:pt x="246327" y="199231"/>
                </a:lnTo>
                <a:lnTo>
                  <a:pt x="245308" y="199985"/>
                </a:lnTo>
                <a:lnTo>
                  <a:pt x="244263" y="200660"/>
                </a:lnTo>
                <a:lnTo>
                  <a:pt x="243192" y="201255"/>
                </a:lnTo>
                <a:lnTo>
                  <a:pt x="242094" y="201771"/>
                </a:lnTo>
                <a:lnTo>
                  <a:pt x="240969" y="202208"/>
                </a:lnTo>
                <a:lnTo>
                  <a:pt x="239818" y="202565"/>
                </a:lnTo>
                <a:lnTo>
                  <a:pt x="238641" y="202843"/>
                </a:lnTo>
                <a:lnTo>
                  <a:pt x="237437" y="203041"/>
                </a:lnTo>
                <a:lnTo>
                  <a:pt x="236207" y="203160"/>
                </a:lnTo>
                <a:lnTo>
                  <a:pt x="234950" y="203200"/>
                </a:lnTo>
                <a:lnTo>
                  <a:pt x="19050" y="203200"/>
                </a:lnTo>
                <a:close/>
                <a:moveTo>
                  <a:pt x="19050" y="184150"/>
                </a:moveTo>
                <a:lnTo>
                  <a:pt x="165417" y="184150"/>
                </a:lnTo>
                <a:lnTo>
                  <a:pt x="165417" y="132398"/>
                </a:lnTo>
                <a:lnTo>
                  <a:pt x="19050" y="132398"/>
                </a:lnTo>
                <a:lnTo>
                  <a:pt x="19050" y="184150"/>
                </a:lnTo>
                <a:close/>
                <a:moveTo>
                  <a:pt x="184467" y="184150"/>
                </a:moveTo>
                <a:lnTo>
                  <a:pt x="234950" y="184150"/>
                </a:lnTo>
                <a:lnTo>
                  <a:pt x="234950" y="61595"/>
                </a:lnTo>
                <a:lnTo>
                  <a:pt x="184467" y="61595"/>
                </a:lnTo>
                <a:lnTo>
                  <a:pt x="184467" y="184150"/>
                </a:lnTo>
                <a:close/>
                <a:moveTo>
                  <a:pt x="19050" y="113348"/>
                </a:moveTo>
                <a:lnTo>
                  <a:pt x="165417" y="113348"/>
                </a:lnTo>
                <a:lnTo>
                  <a:pt x="165417" y="61595"/>
                </a:lnTo>
                <a:lnTo>
                  <a:pt x="19050" y="61595"/>
                </a:lnTo>
                <a:lnTo>
                  <a:pt x="19050" y="113348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블록 CLI"/>
          <p:cNvSpPr/>
          <p:nvPr/>
        </p:nvSpPr>
        <p:spPr>
          <a:xfrm>
            <a:off x="5158740" y="1889760"/>
            <a:ext cx="187452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37719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CLI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plan · load · sync · cutover</a:t>
            </a:r>
          </a:p>
        </p:txBody>
      </p:sp>
      <p:sp>
        <p:nvSpPr>
          <p:cNvPr id="14" name="아이콘 terminal"/>
          <p:cNvSpPr/>
          <p:nvPr/>
        </p:nvSpPr>
        <p:spPr>
          <a:xfrm>
            <a:off x="5969000" y="196723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9050" y="203200"/>
                </a:moveTo>
                <a:lnTo>
                  <a:pt x="17793" y="203160"/>
                </a:lnTo>
                <a:lnTo>
                  <a:pt x="16563" y="203041"/>
                </a:lnTo>
                <a:lnTo>
                  <a:pt x="15359" y="202843"/>
                </a:lnTo>
                <a:lnTo>
                  <a:pt x="14182" y="202565"/>
                </a:lnTo>
                <a:lnTo>
                  <a:pt x="13031" y="202208"/>
                </a:lnTo>
                <a:lnTo>
                  <a:pt x="11906" y="201771"/>
                </a:lnTo>
                <a:lnTo>
                  <a:pt x="10808" y="201255"/>
                </a:lnTo>
                <a:lnTo>
                  <a:pt x="9737" y="200660"/>
                </a:lnTo>
                <a:lnTo>
                  <a:pt x="8692" y="199985"/>
                </a:lnTo>
                <a:lnTo>
                  <a:pt x="7673" y="199231"/>
                </a:lnTo>
                <a:lnTo>
                  <a:pt x="6681" y="198398"/>
                </a:lnTo>
                <a:lnTo>
                  <a:pt x="5715" y="197485"/>
                </a:lnTo>
                <a:lnTo>
                  <a:pt x="4802" y="196519"/>
                </a:lnTo>
                <a:lnTo>
                  <a:pt x="3969" y="195527"/>
                </a:lnTo>
                <a:lnTo>
                  <a:pt x="3215" y="194508"/>
                </a:lnTo>
                <a:lnTo>
                  <a:pt x="2540" y="193463"/>
                </a:lnTo>
                <a:lnTo>
                  <a:pt x="1945" y="192392"/>
                </a:lnTo>
                <a:lnTo>
                  <a:pt x="1429" y="191294"/>
                </a:lnTo>
                <a:lnTo>
                  <a:pt x="992" y="190169"/>
                </a:lnTo>
                <a:lnTo>
                  <a:pt x="635" y="189018"/>
                </a:lnTo>
                <a:lnTo>
                  <a:pt x="357" y="187841"/>
                </a:lnTo>
                <a:lnTo>
                  <a:pt x="159" y="186637"/>
                </a:lnTo>
                <a:lnTo>
                  <a:pt x="40" y="185407"/>
                </a:lnTo>
                <a:lnTo>
                  <a:pt x="0" y="1841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34950" y="0"/>
                </a:lnTo>
                <a:lnTo>
                  <a:pt x="236207" y="40"/>
                </a:lnTo>
                <a:lnTo>
                  <a:pt x="237437" y="159"/>
                </a:lnTo>
                <a:lnTo>
                  <a:pt x="238641" y="357"/>
                </a:lnTo>
                <a:lnTo>
                  <a:pt x="239818" y="635"/>
                </a:lnTo>
                <a:lnTo>
                  <a:pt x="240969" y="992"/>
                </a:lnTo>
                <a:lnTo>
                  <a:pt x="242094" y="1429"/>
                </a:lnTo>
                <a:lnTo>
                  <a:pt x="243192" y="1945"/>
                </a:lnTo>
                <a:lnTo>
                  <a:pt x="244263" y="2540"/>
                </a:lnTo>
                <a:lnTo>
                  <a:pt x="245308" y="3215"/>
                </a:lnTo>
                <a:lnTo>
                  <a:pt x="246327" y="3969"/>
                </a:lnTo>
                <a:lnTo>
                  <a:pt x="247319" y="4802"/>
                </a:lnTo>
                <a:lnTo>
                  <a:pt x="248285" y="5715"/>
                </a:lnTo>
                <a:lnTo>
                  <a:pt x="249198" y="6681"/>
                </a:lnTo>
                <a:lnTo>
                  <a:pt x="250031" y="7673"/>
                </a:lnTo>
                <a:lnTo>
                  <a:pt x="250785" y="8692"/>
                </a:lnTo>
                <a:lnTo>
                  <a:pt x="251460" y="9737"/>
                </a:lnTo>
                <a:lnTo>
                  <a:pt x="252055" y="10808"/>
                </a:lnTo>
                <a:lnTo>
                  <a:pt x="252571" y="11906"/>
                </a:lnTo>
                <a:lnTo>
                  <a:pt x="253008" y="13031"/>
                </a:lnTo>
                <a:lnTo>
                  <a:pt x="253365" y="14182"/>
                </a:lnTo>
                <a:lnTo>
                  <a:pt x="253643" y="15359"/>
                </a:lnTo>
                <a:lnTo>
                  <a:pt x="253841" y="16563"/>
                </a:lnTo>
                <a:lnTo>
                  <a:pt x="253960" y="17793"/>
                </a:lnTo>
                <a:lnTo>
                  <a:pt x="254000" y="19050"/>
                </a:lnTo>
                <a:lnTo>
                  <a:pt x="254000" y="184150"/>
                </a:lnTo>
                <a:lnTo>
                  <a:pt x="253960" y="185407"/>
                </a:lnTo>
                <a:lnTo>
                  <a:pt x="253841" y="186637"/>
                </a:lnTo>
                <a:lnTo>
                  <a:pt x="253643" y="187841"/>
                </a:lnTo>
                <a:lnTo>
                  <a:pt x="253365" y="189018"/>
                </a:lnTo>
                <a:lnTo>
                  <a:pt x="253008" y="190169"/>
                </a:lnTo>
                <a:lnTo>
                  <a:pt x="252571" y="191294"/>
                </a:lnTo>
                <a:lnTo>
                  <a:pt x="252055" y="192392"/>
                </a:lnTo>
                <a:lnTo>
                  <a:pt x="251460" y="193463"/>
                </a:lnTo>
                <a:lnTo>
                  <a:pt x="250785" y="194508"/>
                </a:lnTo>
                <a:lnTo>
                  <a:pt x="250031" y="195527"/>
                </a:lnTo>
                <a:lnTo>
                  <a:pt x="249198" y="196519"/>
                </a:lnTo>
                <a:lnTo>
                  <a:pt x="248285" y="197485"/>
                </a:lnTo>
                <a:lnTo>
                  <a:pt x="247319" y="198398"/>
                </a:lnTo>
                <a:lnTo>
                  <a:pt x="246327" y="199231"/>
                </a:lnTo>
                <a:lnTo>
                  <a:pt x="245308" y="199985"/>
                </a:lnTo>
                <a:lnTo>
                  <a:pt x="244263" y="200660"/>
                </a:lnTo>
                <a:lnTo>
                  <a:pt x="243192" y="201255"/>
                </a:lnTo>
                <a:lnTo>
                  <a:pt x="242094" y="201771"/>
                </a:lnTo>
                <a:lnTo>
                  <a:pt x="240969" y="202208"/>
                </a:lnTo>
                <a:lnTo>
                  <a:pt x="239818" y="202565"/>
                </a:lnTo>
                <a:lnTo>
                  <a:pt x="238641" y="202843"/>
                </a:lnTo>
                <a:lnTo>
                  <a:pt x="237437" y="203041"/>
                </a:lnTo>
                <a:lnTo>
                  <a:pt x="236207" y="203160"/>
                </a:lnTo>
                <a:lnTo>
                  <a:pt x="234950" y="203200"/>
                </a:lnTo>
                <a:lnTo>
                  <a:pt x="19050" y="203200"/>
                </a:lnTo>
                <a:close/>
                <a:moveTo>
                  <a:pt x="19050" y="184150"/>
                </a:moveTo>
                <a:lnTo>
                  <a:pt x="234950" y="184150"/>
                </a:lnTo>
                <a:lnTo>
                  <a:pt x="234950" y="45720"/>
                </a:lnTo>
                <a:lnTo>
                  <a:pt x="19050" y="45720"/>
                </a:lnTo>
                <a:lnTo>
                  <a:pt x="19050" y="184150"/>
                </a:lnTo>
                <a:close/>
                <a:moveTo>
                  <a:pt x="69850" y="161290"/>
                </a:moveTo>
                <a:lnTo>
                  <a:pt x="56515" y="147955"/>
                </a:lnTo>
                <a:lnTo>
                  <a:pt x="89218" y="114935"/>
                </a:lnTo>
                <a:lnTo>
                  <a:pt x="56198" y="81915"/>
                </a:lnTo>
                <a:lnTo>
                  <a:pt x="69850" y="68580"/>
                </a:lnTo>
                <a:lnTo>
                  <a:pt x="116205" y="114935"/>
                </a:lnTo>
                <a:lnTo>
                  <a:pt x="69850" y="161290"/>
                </a:lnTo>
                <a:close/>
                <a:moveTo>
                  <a:pt x="130175" y="162560"/>
                </a:moveTo>
                <a:lnTo>
                  <a:pt x="130175" y="143510"/>
                </a:lnTo>
                <a:lnTo>
                  <a:pt x="200025" y="143510"/>
                </a:lnTo>
                <a:lnTo>
                  <a:pt x="200025" y="162560"/>
                </a:lnTo>
                <a:lnTo>
                  <a:pt x="130175" y="16256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블록 설정 · 변환 규칙"/>
          <p:cNvSpPr/>
          <p:nvPr/>
        </p:nvSpPr>
        <p:spPr>
          <a:xfrm>
            <a:off x="7193280" y="1889760"/>
            <a:ext cx="187452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37719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설정 · 변환 규칙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kdms.yml · kdms-rules.yml</a:t>
            </a:r>
          </a:p>
        </p:txBody>
      </p:sp>
      <p:sp>
        <p:nvSpPr>
          <p:cNvPr id="16" name="아이콘 rule_settings"/>
          <p:cNvSpPr/>
          <p:nvPr/>
        </p:nvSpPr>
        <p:spPr>
          <a:xfrm>
            <a:off x="8018780" y="1967230"/>
            <a:ext cx="249555" cy="241300"/>
          </a:xfrm>
          <a:custGeom>
            <a:avLst/>
            <a:gdLst/>
            <a:ahLst/>
            <a:cxnLst/>
            <a:rect l="l" t="t" r="r" b="b"/>
            <a:pathLst>
              <a:path w="249555" h="241300">
                <a:moveTo>
                  <a:pt x="1270" y="203200"/>
                </a:moveTo>
                <a:lnTo>
                  <a:pt x="1270" y="184150"/>
                </a:lnTo>
                <a:lnTo>
                  <a:pt x="40322" y="184150"/>
                </a:lnTo>
                <a:lnTo>
                  <a:pt x="35878" y="179705"/>
                </a:lnTo>
                <a:lnTo>
                  <a:pt x="32776" y="176527"/>
                </a:lnTo>
                <a:lnTo>
                  <a:pt x="29823" y="173342"/>
                </a:lnTo>
                <a:lnTo>
                  <a:pt x="27017" y="170150"/>
                </a:lnTo>
                <a:lnTo>
                  <a:pt x="24359" y="166952"/>
                </a:lnTo>
                <a:lnTo>
                  <a:pt x="21849" y="163747"/>
                </a:lnTo>
                <a:lnTo>
                  <a:pt x="19487" y="160536"/>
                </a:lnTo>
                <a:lnTo>
                  <a:pt x="17272" y="157318"/>
                </a:lnTo>
                <a:lnTo>
                  <a:pt x="15205" y="154093"/>
                </a:lnTo>
                <a:lnTo>
                  <a:pt x="13285" y="150862"/>
                </a:lnTo>
                <a:lnTo>
                  <a:pt x="11514" y="147624"/>
                </a:lnTo>
                <a:lnTo>
                  <a:pt x="9890" y="144380"/>
                </a:lnTo>
                <a:lnTo>
                  <a:pt x="8414" y="141129"/>
                </a:lnTo>
                <a:lnTo>
                  <a:pt x="7070" y="137880"/>
                </a:lnTo>
                <a:lnTo>
                  <a:pt x="5843" y="134642"/>
                </a:lnTo>
                <a:lnTo>
                  <a:pt x="4733" y="131415"/>
                </a:lnTo>
                <a:lnTo>
                  <a:pt x="3739" y="128199"/>
                </a:lnTo>
                <a:lnTo>
                  <a:pt x="2863" y="124995"/>
                </a:lnTo>
                <a:lnTo>
                  <a:pt x="2103" y="121801"/>
                </a:lnTo>
                <a:lnTo>
                  <a:pt x="1461" y="118618"/>
                </a:lnTo>
                <a:lnTo>
                  <a:pt x="935" y="115447"/>
                </a:lnTo>
                <a:lnTo>
                  <a:pt x="526" y="112286"/>
                </a:lnTo>
                <a:lnTo>
                  <a:pt x="234" y="109136"/>
                </a:lnTo>
                <a:lnTo>
                  <a:pt x="58" y="105998"/>
                </a:lnTo>
                <a:lnTo>
                  <a:pt x="0" y="102870"/>
                </a:lnTo>
                <a:lnTo>
                  <a:pt x="138" y="97153"/>
                </a:lnTo>
                <a:lnTo>
                  <a:pt x="551" y="91537"/>
                </a:lnTo>
                <a:lnTo>
                  <a:pt x="1240" y="86023"/>
                </a:lnTo>
                <a:lnTo>
                  <a:pt x="2205" y="80610"/>
                </a:lnTo>
                <a:lnTo>
                  <a:pt x="3445" y="75298"/>
                </a:lnTo>
                <a:lnTo>
                  <a:pt x="4961" y="70088"/>
                </a:lnTo>
                <a:lnTo>
                  <a:pt x="6752" y="64979"/>
                </a:lnTo>
                <a:lnTo>
                  <a:pt x="8819" y="59972"/>
                </a:lnTo>
                <a:lnTo>
                  <a:pt x="11162" y="55066"/>
                </a:lnTo>
                <a:lnTo>
                  <a:pt x="13780" y="50262"/>
                </a:lnTo>
                <a:lnTo>
                  <a:pt x="16674" y="45559"/>
                </a:lnTo>
                <a:lnTo>
                  <a:pt x="19844" y="40958"/>
                </a:lnTo>
                <a:lnTo>
                  <a:pt x="23238" y="36524"/>
                </a:lnTo>
                <a:lnTo>
                  <a:pt x="26807" y="32323"/>
                </a:lnTo>
                <a:lnTo>
                  <a:pt x="30549" y="28357"/>
                </a:lnTo>
                <a:lnTo>
                  <a:pt x="34466" y="24624"/>
                </a:lnTo>
                <a:lnTo>
                  <a:pt x="38558" y="21125"/>
                </a:lnTo>
                <a:lnTo>
                  <a:pt x="42823" y="17859"/>
                </a:lnTo>
                <a:lnTo>
                  <a:pt x="47262" y="14828"/>
                </a:lnTo>
                <a:lnTo>
                  <a:pt x="51876" y="12030"/>
                </a:lnTo>
                <a:lnTo>
                  <a:pt x="56664" y="9465"/>
                </a:lnTo>
                <a:lnTo>
                  <a:pt x="61626" y="7135"/>
                </a:lnTo>
                <a:lnTo>
                  <a:pt x="66762" y="5038"/>
                </a:lnTo>
                <a:lnTo>
                  <a:pt x="72073" y="3175"/>
                </a:lnTo>
                <a:lnTo>
                  <a:pt x="72073" y="22860"/>
                </a:lnTo>
                <a:lnTo>
                  <a:pt x="68118" y="24533"/>
                </a:lnTo>
                <a:lnTo>
                  <a:pt x="64298" y="26379"/>
                </a:lnTo>
                <a:lnTo>
                  <a:pt x="60613" y="28396"/>
                </a:lnTo>
                <a:lnTo>
                  <a:pt x="57062" y="30586"/>
                </a:lnTo>
                <a:lnTo>
                  <a:pt x="53645" y="32947"/>
                </a:lnTo>
                <a:lnTo>
                  <a:pt x="50363" y="35481"/>
                </a:lnTo>
                <a:lnTo>
                  <a:pt x="47216" y="38186"/>
                </a:lnTo>
                <a:lnTo>
                  <a:pt x="44203" y="41063"/>
                </a:lnTo>
                <a:lnTo>
                  <a:pt x="41325" y="44113"/>
                </a:lnTo>
                <a:lnTo>
                  <a:pt x="38581" y="47334"/>
                </a:lnTo>
                <a:lnTo>
                  <a:pt x="35971" y="50727"/>
                </a:lnTo>
                <a:lnTo>
                  <a:pt x="33496" y="54293"/>
                </a:lnTo>
                <a:lnTo>
                  <a:pt x="31189" y="57977"/>
                </a:lnTo>
                <a:lnTo>
                  <a:pt x="29082" y="61727"/>
                </a:lnTo>
                <a:lnTo>
                  <a:pt x="27176" y="65544"/>
                </a:lnTo>
                <a:lnTo>
                  <a:pt x="25471" y="69427"/>
                </a:lnTo>
                <a:lnTo>
                  <a:pt x="23966" y="73376"/>
                </a:lnTo>
                <a:lnTo>
                  <a:pt x="22662" y="77391"/>
                </a:lnTo>
                <a:lnTo>
                  <a:pt x="21558" y="81472"/>
                </a:lnTo>
                <a:lnTo>
                  <a:pt x="20655" y="85619"/>
                </a:lnTo>
                <a:lnTo>
                  <a:pt x="19953" y="89833"/>
                </a:lnTo>
                <a:lnTo>
                  <a:pt x="19451" y="94112"/>
                </a:lnTo>
                <a:lnTo>
                  <a:pt x="19150" y="98458"/>
                </a:lnTo>
                <a:lnTo>
                  <a:pt x="19050" y="102870"/>
                </a:lnTo>
                <a:lnTo>
                  <a:pt x="19089" y="105610"/>
                </a:lnTo>
                <a:lnTo>
                  <a:pt x="19204" y="108325"/>
                </a:lnTo>
                <a:lnTo>
                  <a:pt x="19397" y="111016"/>
                </a:lnTo>
                <a:lnTo>
                  <a:pt x="19667" y="113683"/>
                </a:lnTo>
                <a:lnTo>
                  <a:pt x="20015" y="116325"/>
                </a:lnTo>
                <a:lnTo>
                  <a:pt x="20439" y="118943"/>
                </a:lnTo>
                <a:lnTo>
                  <a:pt x="20941" y="121537"/>
                </a:lnTo>
                <a:lnTo>
                  <a:pt x="21519" y="124107"/>
                </a:lnTo>
                <a:lnTo>
                  <a:pt x="22175" y="126653"/>
                </a:lnTo>
                <a:lnTo>
                  <a:pt x="22909" y="129174"/>
                </a:lnTo>
                <a:lnTo>
                  <a:pt x="23719" y="131671"/>
                </a:lnTo>
                <a:lnTo>
                  <a:pt x="24606" y="134144"/>
                </a:lnTo>
                <a:lnTo>
                  <a:pt x="25586" y="136586"/>
                </a:lnTo>
                <a:lnTo>
                  <a:pt x="26674" y="138990"/>
                </a:lnTo>
                <a:lnTo>
                  <a:pt x="27871" y="141357"/>
                </a:lnTo>
                <a:lnTo>
                  <a:pt x="29175" y="143686"/>
                </a:lnTo>
                <a:lnTo>
                  <a:pt x="30587" y="145978"/>
                </a:lnTo>
                <a:lnTo>
                  <a:pt x="32107" y="148233"/>
                </a:lnTo>
                <a:lnTo>
                  <a:pt x="33735" y="150450"/>
                </a:lnTo>
                <a:lnTo>
                  <a:pt x="35472" y="152629"/>
                </a:lnTo>
                <a:lnTo>
                  <a:pt x="37316" y="154771"/>
                </a:lnTo>
                <a:lnTo>
                  <a:pt x="39269" y="156876"/>
                </a:lnTo>
                <a:lnTo>
                  <a:pt x="41329" y="158943"/>
                </a:lnTo>
                <a:lnTo>
                  <a:pt x="43498" y="160972"/>
                </a:lnTo>
                <a:lnTo>
                  <a:pt x="53023" y="169545"/>
                </a:lnTo>
                <a:lnTo>
                  <a:pt x="53023" y="132398"/>
                </a:lnTo>
                <a:lnTo>
                  <a:pt x="72073" y="132398"/>
                </a:lnTo>
                <a:lnTo>
                  <a:pt x="72073" y="203200"/>
                </a:lnTo>
                <a:lnTo>
                  <a:pt x="1270" y="203200"/>
                </a:lnTo>
                <a:close/>
                <a:moveTo>
                  <a:pt x="223202" y="97155"/>
                </a:moveTo>
                <a:lnTo>
                  <a:pt x="204152" y="97155"/>
                </a:lnTo>
                <a:lnTo>
                  <a:pt x="204011" y="94473"/>
                </a:lnTo>
                <a:lnTo>
                  <a:pt x="203800" y="91824"/>
                </a:lnTo>
                <a:lnTo>
                  <a:pt x="203518" y="89208"/>
                </a:lnTo>
                <a:lnTo>
                  <a:pt x="203165" y="86625"/>
                </a:lnTo>
                <a:lnTo>
                  <a:pt x="202741" y="84075"/>
                </a:lnTo>
                <a:lnTo>
                  <a:pt x="202248" y="81558"/>
                </a:lnTo>
                <a:lnTo>
                  <a:pt x="201683" y="79074"/>
                </a:lnTo>
                <a:lnTo>
                  <a:pt x="201048" y="76623"/>
                </a:lnTo>
                <a:lnTo>
                  <a:pt x="200342" y="74206"/>
                </a:lnTo>
                <a:lnTo>
                  <a:pt x="199566" y="71821"/>
                </a:lnTo>
                <a:lnTo>
                  <a:pt x="198720" y="69470"/>
                </a:lnTo>
                <a:lnTo>
                  <a:pt x="197803" y="67151"/>
                </a:lnTo>
                <a:lnTo>
                  <a:pt x="196806" y="64868"/>
                </a:lnTo>
                <a:lnTo>
                  <a:pt x="195721" y="62622"/>
                </a:lnTo>
                <a:lnTo>
                  <a:pt x="194548" y="60414"/>
                </a:lnTo>
                <a:lnTo>
                  <a:pt x="193287" y="58244"/>
                </a:lnTo>
                <a:lnTo>
                  <a:pt x="191938" y="56110"/>
                </a:lnTo>
                <a:lnTo>
                  <a:pt x="190500" y="54015"/>
                </a:lnTo>
                <a:lnTo>
                  <a:pt x="188974" y="51956"/>
                </a:lnTo>
                <a:lnTo>
                  <a:pt x="187360" y="49936"/>
                </a:lnTo>
                <a:lnTo>
                  <a:pt x="185658" y="47952"/>
                </a:lnTo>
                <a:lnTo>
                  <a:pt x="183868" y="46007"/>
                </a:lnTo>
                <a:lnTo>
                  <a:pt x="181989" y="44098"/>
                </a:lnTo>
                <a:lnTo>
                  <a:pt x="180022" y="42227"/>
                </a:lnTo>
                <a:lnTo>
                  <a:pt x="170497" y="33655"/>
                </a:lnTo>
                <a:lnTo>
                  <a:pt x="170497" y="70802"/>
                </a:lnTo>
                <a:lnTo>
                  <a:pt x="151447" y="70802"/>
                </a:lnTo>
                <a:lnTo>
                  <a:pt x="151447" y="0"/>
                </a:lnTo>
                <a:lnTo>
                  <a:pt x="222250" y="0"/>
                </a:lnTo>
                <a:lnTo>
                  <a:pt x="222250" y="19050"/>
                </a:lnTo>
                <a:lnTo>
                  <a:pt x="182880" y="19050"/>
                </a:lnTo>
                <a:lnTo>
                  <a:pt x="187642" y="23495"/>
                </a:lnTo>
                <a:lnTo>
                  <a:pt x="190641" y="26416"/>
                </a:lnTo>
                <a:lnTo>
                  <a:pt x="193499" y="29360"/>
                </a:lnTo>
                <a:lnTo>
                  <a:pt x="196215" y="32325"/>
                </a:lnTo>
                <a:lnTo>
                  <a:pt x="198790" y="35313"/>
                </a:lnTo>
                <a:lnTo>
                  <a:pt x="201224" y="38323"/>
                </a:lnTo>
                <a:lnTo>
                  <a:pt x="203518" y="41354"/>
                </a:lnTo>
                <a:lnTo>
                  <a:pt x="205669" y="44408"/>
                </a:lnTo>
                <a:lnTo>
                  <a:pt x="207680" y="47484"/>
                </a:lnTo>
                <a:lnTo>
                  <a:pt x="209550" y="50582"/>
                </a:lnTo>
                <a:lnTo>
                  <a:pt x="211279" y="53702"/>
                </a:lnTo>
                <a:lnTo>
                  <a:pt x="212866" y="56844"/>
                </a:lnTo>
                <a:lnTo>
                  <a:pt x="214312" y="60008"/>
                </a:lnTo>
                <a:lnTo>
                  <a:pt x="215635" y="63176"/>
                </a:lnTo>
                <a:lnTo>
                  <a:pt x="216853" y="66331"/>
                </a:lnTo>
                <a:lnTo>
                  <a:pt x="217964" y="69473"/>
                </a:lnTo>
                <a:lnTo>
                  <a:pt x="218969" y="72602"/>
                </a:lnTo>
                <a:lnTo>
                  <a:pt x="219869" y="75717"/>
                </a:lnTo>
                <a:lnTo>
                  <a:pt x="220663" y="78819"/>
                </a:lnTo>
                <a:lnTo>
                  <a:pt x="221350" y="81908"/>
                </a:lnTo>
                <a:lnTo>
                  <a:pt x="221932" y="84984"/>
                </a:lnTo>
                <a:lnTo>
                  <a:pt x="222409" y="88047"/>
                </a:lnTo>
                <a:lnTo>
                  <a:pt x="222779" y="91096"/>
                </a:lnTo>
                <a:lnTo>
                  <a:pt x="223044" y="94132"/>
                </a:lnTo>
                <a:lnTo>
                  <a:pt x="223202" y="97155"/>
                </a:lnTo>
                <a:close/>
                <a:moveTo>
                  <a:pt x="180340" y="241300"/>
                </a:moveTo>
                <a:lnTo>
                  <a:pt x="178753" y="226060"/>
                </a:lnTo>
                <a:lnTo>
                  <a:pt x="177692" y="225730"/>
                </a:lnTo>
                <a:lnTo>
                  <a:pt x="176627" y="225376"/>
                </a:lnTo>
                <a:lnTo>
                  <a:pt x="175558" y="224998"/>
                </a:lnTo>
                <a:lnTo>
                  <a:pt x="174484" y="224596"/>
                </a:lnTo>
                <a:lnTo>
                  <a:pt x="173406" y="224169"/>
                </a:lnTo>
                <a:lnTo>
                  <a:pt x="172323" y="223718"/>
                </a:lnTo>
                <a:lnTo>
                  <a:pt x="171236" y="223243"/>
                </a:lnTo>
                <a:lnTo>
                  <a:pt x="170145" y="222744"/>
                </a:lnTo>
                <a:lnTo>
                  <a:pt x="169049" y="222220"/>
                </a:lnTo>
                <a:lnTo>
                  <a:pt x="167949" y="221672"/>
                </a:lnTo>
                <a:lnTo>
                  <a:pt x="166844" y="221100"/>
                </a:lnTo>
                <a:lnTo>
                  <a:pt x="165735" y="220504"/>
                </a:lnTo>
                <a:lnTo>
                  <a:pt x="164641" y="219890"/>
                </a:lnTo>
                <a:lnTo>
                  <a:pt x="163583" y="219265"/>
                </a:lnTo>
                <a:lnTo>
                  <a:pt x="162560" y="218629"/>
                </a:lnTo>
                <a:lnTo>
                  <a:pt x="161572" y="217981"/>
                </a:lnTo>
                <a:lnTo>
                  <a:pt x="160620" y="217323"/>
                </a:lnTo>
                <a:lnTo>
                  <a:pt x="159703" y="216654"/>
                </a:lnTo>
                <a:lnTo>
                  <a:pt x="158821" y="215974"/>
                </a:lnTo>
                <a:lnTo>
                  <a:pt x="157974" y="215283"/>
                </a:lnTo>
                <a:lnTo>
                  <a:pt x="157162" y="214580"/>
                </a:lnTo>
                <a:lnTo>
                  <a:pt x="156386" y="213867"/>
                </a:lnTo>
                <a:lnTo>
                  <a:pt x="155646" y="213143"/>
                </a:lnTo>
                <a:lnTo>
                  <a:pt x="154940" y="212408"/>
                </a:lnTo>
                <a:lnTo>
                  <a:pt x="141605" y="218758"/>
                </a:lnTo>
                <a:lnTo>
                  <a:pt x="130492" y="201612"/>
                </a:lnTo>
                <a:lnTo>
                  <a:pt x="142558" y="192088"/>
                </a:lnTo>
                <a:lnTo>
                  <a:pt x="142304" y="190880"/>
                </a:lnTo>
                <a:lnTo>
                  <a:pt x="142072" y="189693"/>
                </a:lnTo>
                <a:lnTo>
                  <a:pt x="141863" y="188526"/>
                </a:lnTo>
                <a:lnTo>
                  <a:pt x="141676" y="187378"/>
                </a:lnTo>
                <a:lnTo>
                  <a:pt x="141510" y="186250"/>
                </a:lnTo>
                <a:lnTo>
                  <a:pt x="141367" y="185142"/>
                </a:lnTo>
                <a:lnTo>
                  <a:pt x="141246" y="184054"/>
                </a:lnTo>
                <a:lnTo>
                  <a:pt x="141146" y="182986"/>
                </a:lnTo>
                <a:lnTo>
                  <a:pt x="141069" y="181937"/>
                </a:lnTo>
                <a:lnTo>
                  <a:pt x="141014" y="180909"/>
                </a:lnTo>
                <a:lnTo>
                  <a:pt x="140981" y="179900"/>
                </a:lnTo>
                <a:lnTo>
                  <a:pt x="140970" y="178911"/>
                </a:lnTo>
                <a:lnTo>
                  <a:pt x="140981" y="177922"/>
                </a:lnTo>
                <a:lnTo>
                  <a:pt x="141014" y="176914"/>
                </a:lnTo>
                <a:lnTo>
                  <a:pt x="141069" y="175885"/>
                </a:lnTo>
                <a:lnTo>
                  <a:pt x="141146" y="174837"/>
                </a:lnTo>
                <a:lnTo>
                  <a:pt x="141246" y="173768"/>
                </a:lnTo>
                <a:lnTo>
                  <a:pt x="141367" y="172680"/>
                </a:lnTo>
                <a:lnTo>
                  <a:pt x="141510" y="171572"/>
                </a:lnTo>
                <a:lnTo>
                  <a:pt x="141676" y="170445"/>
                </a:lnTo>
                <a:lnTo>
                  <a:pt x="141863" y="169297"/>
                </a:lnTo>
                <a:lnTo>
                  <a:pt x="142072" y="168129"/>
                </a:lnTo>
                <a:lnTo>
                  <a:pt x="142304" y="166942"/>
                </a:lnTo>
                <a:lnTo>
                  <a:pt x="142558" y="165735"/>
                </a:lnTo>
                <a:lnTo>
                  <a:pt x="130492" y="156210"/>
                </a:lnTo>
                <a:lnTo>
                  <a:pt x="141605" y="138748"/>
                </a:lnTo>
                <a:lnTo>
                  <a:pt x="154940" y="145098"/>
                </a:lnTo>
                <a:lnTo>
                  <a:pt x="155646" y="144462"/>
                </a:lnTo>
                <a:lnTo>
                  <a:pt x="156386" y="143828"/>
                </a:lnTo>
                <a:lnTo>
                  <a:pt x="157162" y="143192"/>
                </a:lnTo>
                <a:lnTo>
                  <a:pt x="157974" y="142558"/>
                </a:lnTo>
                <a:lnTo>
                  <a:pt x="158821" y="141922"/>
                </a:lnTo>
                <a:lnTo>
                  <a:pt x="159703" y="141288"/>
                </a:lnTo>
                <a:lnTo>
                  <a:pt x="160620" y="140652"/>
                </a:lnTo>
                <a:lnTo>
                  <a:pt x="161572" y="140018"/>
                </a:lnTo>
                <a:lnTo>
                  <a:pt x="162560" y="139382"/>
                </a:lnTo>
                <a:lnTo>
                  <a:pt x="163583" y="138748"/>
                </a:lnTo>
                <a:lnTo>
                  <a:pt x="164641" y="138112"/>
                </a:lnTo>
                <a:lnTo>
                  <a:pt x="165735" y="137478"/>
                </a:lnTo>
                <a:lnTo>
                  <a:pt x="166844" y="136856"/>
                </a:lnTo>
                <a:lnTo>
                  <a:pt x="167949" y="136260"/>
                </a:lnTo>
                <a:lnTo>
                  <a:pt x="169049" y="135692"/>
                </a:lnTo>
                <a:lnTo>
                  <a:pt x="170145" y="135149"/>
                </a:lnTo>
                <a:lnTo>
                  <a:pt x="171236" y="134633"/>
                </a:lnTo>
                <a:lnTo>
                  <a:pt x="172323" y="134144"/>
                </a:lnTo>
                <a:lnTo>
                  <a:pt x="173406" y="133681"/>
                </a:lnTo>
                <a:lnTo>
                  <a:pt x="174484" y="133244"/>
                </a:lnTo>
                <a:lnTo>
                  <a:pt x="175558" y="132834"/>
                </a:lnTo>
                <a:lnTo>
                  <a:pt x="176627" y="132450"/>
                </a:lnTo>
                <a:lnTo>
                  <a:pt x="177692" y="132093"/>
                </a:lnTo>
                <a:lnTo>
                  <a:pt x="178753" y="131762"/>
                </a:lnTo>
                <a:lnTo>
                  <a:pt x="180340" y="116205"/>
                </a:lnTo>
                <a:lnTo>
                  <a:pt x="199390" y="116205"/>
                </a:lnTo>
                <a:lnTo>
                  <a:pt x="201295" y="131762"/>
                </a:lnTo>
                <a:lnTo>
                  <a:pt x="202356" y="132093"/>
                </a:lnTo>
                <a:lnTo>
                  <a:pt x="203420" y="132450"/>
                </a:lnTo>
                <a:lnTo>
                  <a:pt x="204490" y="132834"/>
                </a:lnTo>
                <a:lnTo>
                  <a:pt x="205564" y="133244"/>
                </a:lnTo>
                <a:lnTo>
                  <a:pt x="206642" y="133681"/>
                </a:lnTo>
                <a:lnTo>
                  <a:pt x="207724" y="134144"/>
                </a:lnTo>
                <a:lnTo>
                  <a:pt x="208811" y="134633"/>
                </a:lnTo>
                <a:lnTo>
                  <a:pt x="209903" y="135149"/>
                </a:lnTo>
                <a:lnTo>
                  <a:pt x="210999" y="135692"/>
                </a:lnTo>
                <a:lnTo>
                  <a:pt x="212099" y="136260"/>
                </a:lnTo>
                <a:lnTo>
                  <a:pt x="213203" y="136856"/>
                </a:lnTo>
                <a:lnTo>
                  <a:pt x="214312" y="137478"/>
                </a:lnTo>
                <a:lnTo>
                  <a:pt x="215406" y="138112"/>
                </a:lnTo>
                <a:lnTo>
                  <a:pt x="216464" y="138748"/>
                </a:lnTo>
                <a:lnTo>
                  <a:pt x="217488" y="139382"/>
                </a:lnTo>
                <a:lnTo>
                  <a:pt x="218475" y="140018"/>
                </a:lnTo>
                <a:lnTo>
                  <a:pt x="219428" y="140652"/>
                </a:lnTo>
                <a:lnTo>
                  <a:pt x="220345" y="141288"/>
                </a:lnTo>
                <a:lnTo>
                  <a:pt x="221227" y="141922"/>
                </a:lnTo>
                <a:lnTo>
                  <a:pt x="222074" y="142558"/>
                </a:lnTo>
                <a:lnTo>
                  <a:pt x="222885" y="143192"/>
                </a:lnTo>
                <a:lnTo>
                  <a:pt x="223661" y="143828"/>
                </a:lnTo>
                <a:lnTo>
                  <a:pt x="224402" y="144462"/>
                </a:lnTo>
                <a:lnTo>
                  <a:pt x="225108" y="145098"/>
                </a:lnTo>
                <a:lnTo>
                  <a:pt x="238442" y="138748"/>
                </a:lnTo>
                <a:lnTo>
                  <a:pt x="249555" y="156210"/>
                </a:lnTo>
                <a:lnTo>
                  <a:pt x="237490" y="165735"/>
                </a:lnTo>
                <a:lnTo>
                  <a:pt x="237744" y="166942"/>
                </a:lnTo>
                <a:lnTo>
                  <a:pt x="237975" y="168129"/>
                </a:lnTo>
                <a:lnTo>
                  <a:pt x="238185" y="169297"/>
                </a:lnTo>
                <a:lnTo>
                  <a:pt x="238372" y="170445"/>
                </a:lnTo>
                <a:lnTo>
                  <a:pt x="238537" y="171572"/>
                </a:lnTo>
                <a:lnTo>
                  <a:pt x="238681" y="172680"/>
                </a:lnTo>
                <a:lnTo>
                  <a:pt x="238802" y="173768"/>
                </a:lnTo>
                <a:lnTo>
                  <a:pt x="238901" y="174837"/>
                </a:lnTo>
                <a:lnTo>
                  <a:pt x="238978" y="175885"/>
                </a:lnTo>
                <a:lnTo>
                  <a:pt x="239033" y="176914"/>
                </a:lnTo>
                <a:lnTo>
                  <a:pt x="239066" y="177922"/>
                </a:lnTo>
                <a:lnTo>
                  <a:pt x="239077" y="178911"/>
                </a:lnTo>
                <a:lnTo>
                  <a:pt x="239066" y="179900"/>
                </a:lnTo>
                <a:lnTo>
                  <a:pt x="239033" y="180909"/>
                </a:lnTo>
                <a:lnTo>
                  <a:pt x="238978" y="181937"/>
                </a:lnTo>
                <a:lnTo>
                  <a:pt x="238901" y="182986"/>
                </a:lnTo>
                <a:lnTo>
                  <a:pt x="238802" y="184054"/>
                </a:lnTo>
                <a:lnTo>
                  <a:pt x="238681" y="185142"/>
                </a:lnTo>
                <a:lnTo>
                  <a:pt x="238537" y="186250"/>
                </a:lnTo>
                <a:lnTo>
                  <a:pt x="238372" y="187378"/>
                </a:lnTo>
                <a:lnTo>
                  <a:pt x="238185" y="188526"/>
                </a:lnTo>
                <a:lnTo>
                  <a:pt x="237975" y="189693"/>
                </a:lnTo>
                <a:lnTo>
                  <a:pt x="237744" y="190880"/>
                </a:lnTo>
                <a:lnTo>
                  <a:pt x="237490" y="192088"/>
                </a:lnTo>
                <a:lnTo>
                  <a:pt x="249555" y="201612"/>
                </a:lnTo>
                <a:lnTo>
                  <a:pt x="238442" y="218758"/>
                </a:lnTo>
                <a:lnTo>
                  <a:pt x="225108" y="212408"/>
                </a:lnTo>
                <a:lnTo>
                  <a:pt x="224402" y="213143"/>
                </a:lnTo>
                <a:lnTo>
                  <a:pt x="223661" y="213867"/>
                </a:lnTo>
                <a:lnTo>
                  <a:pt x="222885" y="214580"/>
                </a:lnTo>
                <a:lnTo>
                  <a:pt x="222074" y="215283"/>
                </a:lnTo>
                <a:lnTo>
                  <a:pt x="221227" y="215974"/>
                </a:lnTo>
                <a:lnTo>
                  <a:pt x="220345" y="216654"/>
                </a:lnTo>
                <a:lnTo>
                  <a:pt x="219428" y="217323"/>
                </a:lnTo>
                <a:lnTo>
                  <a:pt x="218475" y="217981"/>
                </a:lnTo>
                <a:lnTo>
                  <a:pt x="217488" y="218629"/>
                </a:lnTo>
                <a:lnTo>
                  <a:pt x="216464" y="219265"/>
                </a:lnTo>
                <a:lnTo>
                  <a:pt x="215406" y="219890"/>
                </a:lnTo>
                <a:lnTo>
                  <a:pt x="214312" y="220504"/>
                </a:lnTo>
                <a:lnTo>
                  <a:pt x="213203" y="221100"/>
                </a:lnTo>
                <a:lnTo>
                  <a:pt x="212099" y="221672"/>
                </a:lnTo>
                <a:lnTo>
                  <a:pt x="210999" y="222220"/>
                </a:lnTo>
                <a:lnTo>
                  <a:pt x="209903" y="222744"/>
                </a:lnTo>
                <a:lnTo>
                  <a:pt x="208811" y="223243"/>
                </a:lnTo>
                <a:lnTo>
                  <a:pt x="207724" y="223718"/>
                </a:lnTo>
                <a:lnTo>
                  <a:pt x="206642" y="224169"/>
                </a:lnTo>
                <a:lnTo>
                  <a:pt x="205564" y="224596"/>
                </a:lnTo>
                <a:lnTo>
                  <a:pt x="204490" y="224998"/>
                </a:lnTo>
                <a:lnTo>
                  <a:pt x="203420" y="225376"/>
                </a:lnTo>
                <a:lnTo>
                  <a:pt x="202356" y="225730"/>
                </a:lnTo>
                <a:lnTo>
                  <a:pt x="201295" y="226060"/>
                </a:lnTo>
                <a:lnTo>
                  <a:pt x="199390" y="241300"/>
                </a:lnTo>
                <a:lnTo>
                  <a:pt x="180340" y="241300"/>
                </a:lnTo>
                <a:close/>
                <a:moveTo>
                  <a:pt x="189865" y="211138"/>
                </a:moveTo>
                <a:lnTo>
                  <a:pt x="192160" y="211074"/>
                </a:lnTo>
                <a:lnTo>
                  <a:pt x="194389" y="210882"/>
                </a:lnTo>
                <a:lnTo>
                  <a:pt x="196552" y="210562"/>
                </a:lnTo>
                <a:lnTo>
                  <a:pt x="198649" y="210114"/>
                </a:lnTo>
                <a:lnTo>
                  <a:pt x="200680" y="209539"/>
                </a:lnTo>
                <a:lnTo>
                  <a:pt x="202644" y="208836"/>
                </a:lnTo>
                <a:lnTo>
                  <a:pt x="204543" y="208004"/>
                </a:lnTo>
                <a:lnTo>
                  <a:pt x="206375" y="207045"/>
                </a:lnTo>
                <a:lnTo>
                  <a:pt x="208141" y="205958"/>
                </a:lnTo>
                <a:lnTo>
                  <a:pt x="209841" y="204743"/>
                </a:lnTo>
                <a:lnTo>
                  <a:pt x="211475" y="203401"/>
                </a:lnTo>
                <a:lnTo>
                  <a:pt x="213043" y="201930"/>
                </a:lnTo>
                <a:lnTo>
                  <a:pt x="214513" y="200362"/>
                </a:lnTo>
                <a:lnTo>
                  <a:pt x="215856" y="198729"/>
                </a:lnTo>
                <a:lnTo>
                  <a:pt x="217071" y="197029"/>
                </a:lnTo>
                <a:lnTo>
                  <a:pt x="218158" y="195262"/>
                </a:lnTo>
                <a:lnTo>
                  <a:pt x="219117" y="193430"/>
                </a:lnTo>
                <a:lnTo>
                  <a:pt x="219948" y="191532"/>
                </a:lnTo>
                <a:lnTo>
                  <a:pt x="220651" y="189567"/>
                </a:lnTo>
                <a:lnTo>
                  <a:pt x="221227" y="187537"/>
                </a:lnTo>
                <a:lnTo>
                  <a:pt x="221675" y="185440"/>
                </a:lnTo>
                <a:lnTo>
                  <a:pt x="221994" y="183277"/>
                </a:lnTo>
                <a:lnTo>
                  <a:pt x="222186" y="181048"/>
                </a:lnTo>
                <a:lnTo>
                  <a:pt x="222250" y="178752"/>
                </a:lnTo>
                <a:lnTo>
                  <a:pt x="222186" y="176457"/>
                </a:lnTo>
                <a:lnTo>
                  <a:pt x="221994" y="174228"/>
                </a:lnTo>
                <a:lnTo>
                  <a:pt x="221675" y="172065"/>
                </a:lnTo>
                <a:lnTo>
                  <a:pt x="221227" y="169968"/>
                </a:lnTo>
                <a:lnTo>
                  <a:pt x="220651" y="167938"/>
                </a:lnTo>
                <a:lnTo>
                  <a:pt x="219948" y="165973"/>
                </a:lnTo>
                <a:lnTo>
                  <a:pt x="219117" y="164075"/>
                </a:lnTo>
                <a:lnTo>
                  <a:pt x="218158" y="162242"/>
                </a:lnTo>
                <a:lnTo>
                  <a:pt x="217071" y="160476"/>
                </a:lnTo>
                <a:lnTo>
                  <a:pt x="215856" y="158776"/>
                </a:lnTo>
                <a:lnTo>
                  <a:pt x="214513" y="157143"/>
                </a:lnTo>
                <a:lnTo>
                  <a:pt x="213043" y="155575"/>
                </a:lnTo>
                <a:lnTo>
                  <a:pt x="211475" y="154104"/>
                </a:lnTo>
                <a:lnTo>
                  <a:pt x="209841" y="152762"/>
                </a:lnTo>
                <a:lnTo>
                  <a:pt x="208141" y="151547"/>
                </a:lnTo>
                <a:lnTo>
                  <a:pt x="206375" y="150460"/>
                </a:lnTo>
                <a:lnTo>
                  <a:pt x="204543" y="149501"/>
                </a:lnTo>
                <a:lnTo>
                  <a:pt x="202644" y="148669"/>
                </a:lnTo>
                <a:lnTo>
                  <a:pt x="200680" y="147966"/>
                </a:lnTo>
                <a:lnTo>
                  <a:pt x="198649" y="147391"/>
                </a:lnTo>
                <a:lnTo>
                  <a:pt x="196552" y="146943"/>
                </a:lnTo>
                <a:lnTo>
                  <a:pt x="194389" y="146623"/>
                </a:lnTo>
                <a:lnTo>
                  <a:pt x="192160" y="146431"/>
                </a:lnTo>
                <a:lnTo>
                  <a:pt x="189865" y="146368"/>
                </a:lnTo>
                <a:lnTo>
                  <a:pt x="187570" y="146431"/>
                </a:lnTo>
                <a:lnTo>
                  <a:pt x="185341" y="146623"/>
                </a:lnTo>
                <a:lnTo>
                  <a:pt x="183178" y="146943"/>
                </a:lnTo>
                <a:lnTo>
                  <a:pt x="181081" y="147391"/>
                </a:lnTo>
                <a:lnTo>
                  <a:pt x="179050" y="147966"/>
                </a:lnTo>
                <a:lnTo>
                  <a:pt x="177086" y="148669"/>
                </a:lnTo>
                <a:lnTo>
                  <a:pt x="175187" y="149501"/>
                </a:lnTo>
                <a:lnTo>
                  <a:pt x="173355" y="150460"/>
                </a:lnTo>
                <a:lnTo>
                  <a:pt x="171589" y="151547"/>
                </a:lnTo>
                <a:lnTo>
                  <a:pt x="169889" y="152762"/>
                </a:lnTo>
                <a:lnTo>
                  <a:pt x="168255" y="154104"/>
                </a:lnTo>
                <a:lnTo>
                  <a:pt x="166687" y="155575"/>
                </a:lnTo>
                <a:lnTo>
                  <a:pt x="165217" y="157143"/>
                </a:lnTo>
                <a:lnTo>
                  <a:pt x="163874" y="158776"/>
                </a:lnTo>
                <a:lnTo>
                  <a:pt x="162659" y="160476"/>
                </a:lnTo>
                <a:lnTo>
                  <a:pt x="161572" y="162242"/>
                </a:lnTo>
                <a:lnTo>
                  <a:pt x="160613" y="164075"/>
                </a:lnTo>
                <a:lnTo>
                  <a:pt x="159782" y="165973"/>
                </a:lnTo>
                <a:lnTo>
                  <a:pt x="159079" y="167938"/>
                </a:lnTo>
                <a:lnTo>
                  <a:pt x="158503" y="169968"/>
                </a:lnTo>
                <a:lnTo>
                  <a:pt x="158055" y="172065"/>
                </a:lnTo>
                <a:lnTo>
                  <a:pt x="157736" y="174228"/>
                </a:lnTo>
                <a:lnTo>
                  <a:pt x="157544" y="176457"/>
                </a:lnTo>
                <a:lnTo>
                  <a:pt x="157480" y="178752"/>
                </a:lnTo>
                <a:lnTo>
                  <a:pt x="157544" y="181048"/>
                </a:lnTo>
                <a:lnTo>
                  <a:pt x="157736" y="183277"/>
                </a:lnTo>
                <a:lnTo>
                  <a:pt x="158055" y="185440"/>
                </a:lnTo>
                <a:lnTo>
                  <a:pt x="158503" y="187537"/>
                </a:lnTo>
                <a:lnTo>
                  <a:pt x="159079" y="189567"/>
                </a:lnTo>
                <a:lnTo>
                  <a:pt x="159782" y="191532"/>
                </a:lnTo>
                <a:lnTo>
                  <a:pt x="160613" y="193430"/>
                </a:lnTo>
                <a:lnTo>
                  <a:pt x="161572" y="195262"/>
                </a:lnTo>
                <a:lnTo>
                  <a:pt x="162659" y="197029"/>
                </a:lnTo>
                <a:lnTo>
                  <a:pt x="163874" y="198729"/>
                </a:lnTo>
                <a:lnTo>
                  <a:pt x="165217" y="200362"/>
                </a:lnTo>
                <a:lnTo>
                  <a:pt x="166687" y="201930"/>
                </a:lnTo>
                <a:lnTo>
                  <a:pt x="168255" y="203401"/>
                </a:lnTo>
                <a:lnTo>
                  <a:pt x="169889" y="204743"/>
                </a:lnTo>
                <a:lnTo>
                  <a:pt x="171589" y="205958"/>
                </a:lnTo>
                <a:lnTo>
                  <a:pt x="173355" y="207045"/>
                </a:lnTo>
                <a:lnTo>
                  <a:pt x="175187" y="208004"/>
                </a:lnTo>
                <a:lnTo>
                  <a:pt x="177086" y="208836"/>
                </a:lnTo>
                <a:lnTo>
                  <a:pt x="179050" y="209539"/>
                </a:lnTo>
                <a:lnTo>
                  <a:pt x="181081" y="210114"/>
                </a:lnTo>
                <a:lnTo>
                  <a:pt x="183178" y="210562"/>
                </a:lnTo>
                <a:lnTo>
                  <a:pt x="185341" y="210882"/>
                </a:lnTo>
                <a:lnTo>
                  <a:pt x="187570" y="211074"/>
                </a:lnTo>
                <a:lnTo>
                  <a:pt x="189865" y="211138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블록 스키마 변환"/>
          <p:cNvSpPr/>
          <p:nvPr/>
        </p:nvSpPr>
        <p:spPr>
          <a:xfrm>
            <a:off x="3124200" y="2758440"/>
            <a:ext cx="2743200" cy="92964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610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스키마 변환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카탈로그 → 대상 DDL (규칙 적용)</a:t>
            </a:r>
          </a:p>
        </p:txBody>
      </p:sp>
      <p:sp>
        <p:nvSpPr>
          <p:cNvPr id="18" name="아이콘 schema"/>
          <p:cNvSpPr/>
          <p:nvPr/>
        </p:nvSpPr>
        <p:spPr>
          <a:xfrm>
            <a:off x="4394200" y="2881630"/>
            <a:ext cx="215900" cy="279400"/>
          </a:xfrm>
          <a:custGeom>
            <a:avLst/>
            <a:gdLst/>
            <a:ahLst/>
            <a:cxnLst/>
            <a:rect l="l" t="t" r="r" b="b"/>
            <a:pathLst>
              <a:path w="215900" h="279400">
                <a:moveTo>
                  <a:pt x="0" y="279400"/>
                </a:moveTo>
                <a:lnTo>
                  <a:pt x="0" y="209550"/>
                </a:lnTo>
                <a:lnTo>
                  <a:pt x="31750" y="209550"/>
                </a:lnTo>
                <a:lnTo>
                  <a:pt x="31750" y="174625"/>
                </a:lnTo>
                <a:lnTo>
                  <a:pt x="0" y="174625"/>
                </a:lnTo>
                <a:lnTo>
                  <a:pt x="0" y="104775"/>
                </a:lnTo>
                <a:lnTo>
                  <a:pt x="31750" y="104775"/>
                </a:lnTo>
                <a:lnTo>
                  <a:pt x="31750" y="69850"/>
                </a:lnTo>
                <a:lnTo>
                  <a:pt x="0" y="69850"/>
                </a:lnTo>
                <a:lnTo>
                  <a:pt x="0" y="0"/>
                </a:lnTo>
                <a:lnTo>
                  <a:pt x="82550" y="0"/>
                </a:lnTo>
                <a:lnTo>
                  <a:pt x="82550" y="69850"/>
                </a:lnTo>
                <a:lnTo>
                  <a:pt x="50800" y="69850"/>
                </a:lnTo>
                <a:lnTo>
                  <a:pt x="50800" y="104775"/>
                </a:lnTo>
                <a:lnTo>
                  <a:pt x="82550" y="104775"/>
                </a:lnTo>
                <a:lnTo>
                  <a:pt x="82550" y="130175"/>
                </a:lnTo>
                <a:lnTo>
                  <a:pt x="133350" y="130175"/>
                </a:lnTo>
                <a:lnTo>
                  <a:pt x="133350" y="104775"/>
                </a:lnTo>
                <a:lnTo>
                  <a:pt x="215900" y="104775"/>
                </a:lnTo>
                <a:lnTo>
                  <a:pt x="215900" y="174625"/>
                </a:lnTo>
                <a:lnTo>
                  <a:pt x="133350" y="174625"/>
                </a:lnTo>
                <a:lnTo>
                  <a:pt x="133350" y="149225"/>
                </a:lnTo>
                <a:lnTo>
                  <a:pt x="82550" y="149225"/>
                </a:lnTo>
                <a:lnTo>
                  <a:pt x="82550" y="174625"/>
                </a:lnTo>
                <a:lnTo>
                  <a:pt x="50800" y="174625"/>
                </a:lnTo>
                <a:lnTo>
                  <a:pt x="50800" y="209550"/>
                </a:lnTo>
                <a:lnTo>
                  <a:pt x="82550" y="209550"/>
                </a:lnTo>
                <a:lnTo>
                  <a:pt x="82550" y="279400"/>
                </a:lnTo>
                <a:lnTo>
                  <a:pt x="0" y="279400"/>
                </a:lnTo>
                <a:close/>
                <a:moveTo>
                  <a:pt x="19050" y="260350"/>
                </a:moveTo>
                <a:lnTo>
                  <a:pt x="63500" y="260350"/>
                </a:lnTo>
                <a:lnTo>
                  <a:pt x="63500" y="228600"/>
                </a:lnTo>
                <a:lnTo>
                  <a:pt x="19050" y="228600"/>
                </a:lnTo>
                <a:lnTo>
                  <a:pt x="19050" y="260350"/>
                </a:lnTo>
                <a:close/>
                <a:moveTo>
                  <a:pt x="19050" y="155575"/>
                </a:moveTo>
                <a:lnTo>
                  <a:pt x="63500" y="155575"/>
                </a:lnTo>
                <a:lnTo>
                  <a:pt x="63500" y="123825"/>
                </a:lnTo>
                <a:lnTo>
                  <a:pt x="19050" y="123825"/>
                </a:lnTo>
                <a:lnTo>
                  <a:pt x="19050" y="155575"/>
                </a:lnTo>
                <a:close/>
                <a:moveTo>
                  <a:pt x="152400" y="155575"/>
                </a:moveTo>
                <a:lnTo>
                  <a:pt x="196850" y="155575"/>
                </a:lnTo>
                <a:lnTo>
                  <a:pt x="196850" y="123825"/>
                </a:lnTo>
                <a:lnTo>
                  <a:pt x="152400" y="123825"/>
                </a:lnTo>
                <a:lnTo>
                  <a:pt x="152400" y="155575"/>
                </a:lnTo>
                <a:close/>
                <a:moveTo>
                  <a:pt x="19050" y="50800"/>
                </a:moveTo>
                <a:lnTo>
                  <a:pt x="63500" y="50800"/>
                </a:lnTo>
                <a:lnTo>
                  <a:pt x="63500" y="19050"/>
                </a:lnTo>
                <a:lnTo>
                  <a:pt x="19050" y="19050"/>
                </a:lnTo>
                <a:lnTo>
                  <a:pt x="19050" y="5080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1"/>
          <p:cNvSpPr/>
          <p:nvPr/>
        </p:nvSpPr>
        <p:spPr>
          <a:xfrm>
            <a:off x="3177540" y="281178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0" name="블록 전체 적재기"/>
          <p:cNvSpPr/>
          <p:nvPr/>
        </p:nvSpPr>
        <p:spPr>
          <a:xfrm>
            <a:off x="6324600" y="2758440"/>
            <a:ext cx="2743200" cy="92964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610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전체 적재기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SNAPSHOT 읽기 → COPY · 구간 병렬</a:t>
            </a:r>
          </a:p>
        </p:txBody>
      </p:sp>
      <p:sp>
        <p:nvSpPr>
          <p:cNvPr id="21" name="아이콘 database_upload"/>
          <p:cNvSpPr/>
          <p:nvPr/>
        </p:nvSpPr>
        <p:spPr>
          <a:xfrm>
            <a:off x="7581900" y="290703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2555" y="228600"/>
                </a:moveTo>
                <a:lnTo>
                  <a:pt x="122555" y="228441"/>
                </a:lnTo>
                <a:lnTo>
                  <a:pt x="122555" y="228600"/>
                </a:lnTo>
                <a:lnTo>
                  <a:pt x="120739" y="228637"/>
                </a:lnTo>
                <a:lnTo>
                  <a:pt x="118785" y="228644"/>
                </a:lnTo>
                <a:lnTo>
                  <a:pt x="116691" y="228620"/>
                </a:lnTo>
                <a:lnTo>
                  <a:pt x="114459" y="228565"/>
                </a:lnTo>
                <a:lnTo>
                  <a:pt x="112087" y="228479"/>
                </a:lnTo>
                <a:lnTo>
                  <a:pt x="109577" y="228362"/>
                </a:lnTo>
                <a:lnTo>
                  <a:pt x="106928" y="228214"/>
                </a:lnTo>
                <a:lnTo>
                  <a:pt x="104140" y="228036"/>
                </a:lnTo>
                <a:lnTo>
                  <a:pt x="101213" y="227826"/>
                </a:lnTo>
                <a:lnTo>
                  <a:pt x="98147" y="227586"/>
                </a:lnTo>
                <a:lnTo>
                  <a:pt x="94942" y="227315"/>
                </a:lnTo>
                <a:lnTo>
                  <a:pt x="91599" y="227012"/>
                </a:lnTo>
                <a:lnTo>
                  <a:pt x="88187" y="226670"/>
                </a:lnTo>
                <a:lnTo>
                  <a:pt x="84777" y="226276"/>
                </a:lnTo>
                <a:lnTo>
                  <a:pt x="81369" y="225832"/>
                </a:lnTo>
                <a:lnTo>
                  <a:pt x="77964" y="225337"/>
                </a:lnTo>
                <a:lnTo>
                  <a:pt x="74561" y="224791"/>
                </a:lnTo>
                <a:lnTo>
                  <a:pt x="71160" y="224195"/>
                </a:lnTo>
                <a:lnTo>
                  <a:pt x="67761" y="223548"/>
                </a:lnTo>
                <a:lnTo>
                  <a:pt x="64364" y="222850"/>
                </a:lnTo>
                <a:lnTo>
                  <a:pt x="60970" y="222101"/>
                </a:lnTo>
                <a:lnTo>
                  <a:pt x="57578" y="221302"/>
                </a:lnTo>
                <a:lnTo>
                  <a:pt x="54188" y="220452"/>
                </a:lnTo>
                <a:lnTo>
                  <a:pt x="50800" y="219551"/>
                </a:lnTo>
                <a:lnTo>
                  <a:pt x="47449" y="218594"/>
                </a:lnTo>
                <a:lnTo>
                  <a:pt x="44168" y="217576"/>
                </a:lnTo>
                <a:lnTo>
                  <a:pt x="40958" y="216495"/>
                </a:lnTo>
                <a:lnTo>
                  <a:pt x="37818" y="215353"/>
                </a:lnTo>
                <a:lnTo>
                  <a:pt x="34749" y="214149"/>
                </a:lnTo>
                <a:lnTo>
                  <a:pt x="31750" y="212884"/>
                </a:lnTo>
                <a:lnTo>
                  <a:pt x="28822" y="211556"/>
                </a:lnTo>
                <a:lnTo>
                  <a:pt x="25964" y="210167"/>
                </a:lnTo>
                <a:lnTo>
                  <a:pt x="23178" y="208717"/>
                </a:lnTo>
                <a:lnTo>
                  <a:pt x="20461" y="207204"/>
                </a:lnTo>
                <a:lnTo>
                  <a:pt x="17815" y="205630"/>
                </a:lnTo>
                <a:lnTo>
                  <a:pt x="15240" y="203994"/>
                </a:lnTo>
                <a:lnTo>
                  <a:pt x="12806" y="202284"/>
                </a:lnTo>
                <a:lnTo>
                  <a:pt x="10583" y="200488"/>
                </a:lnTo>
                <a:lnTo>
                  <a:pt x="8572" y="198606"/>
                </a:lnTo>
                <a:lnTo>
                  <a:pt x="6773" y="196638"/>
                </a:lnTo>
                <a:lnTo>
                  <a:pt x="5186" y="194585"/>
                </a:lnTo>
                <a:lnTo>
                  <a:pt x="3810" y="192445"/>
                </a:lnTo>
                <a:lnTo>
                  <a:pt x="2646" y="190219"/>
                </a:lnTo>
                <a:lnTo>
                  <a:pt x="1693" y="187907"/>
                </a:lnTo>
                <a:lnTo>
                  <a:pt x="952" y="185509"/>
                </a:lnTo>
                <a:lnTo>
                  <a:pt x="423" y="183026"/>
                </a:lnTo>
                <a:lnTo>
                  <a:pt x="106" y="180456"/>
                </a:lnTo>
                <a:lnTo>
                  <a:pt x="0" y="177800"/>
                </a:lnTo>
                <a:lnTo>
                  <a:pt x="106" y="180456"/>
                </a:lnTo>
                <a:lnTo>
                  <a:pt x="423" y="183026"/>
                </a:lnTo>
                <a:lnTo>
                  <a:pt x="952" y="185509"/>
                </a:lnTo>
                <a:lnTo>
                  <a:pt x="1693" y="187907"/>
                </a:lnTo>
                <a:lnTo>
                  <a:pt x="2646" y="190219"/>
                </a:lnTo>
                <a:lnTo>
                  <a:pt x="3810" y="192445"/>
                </a:lnTo>
                <a:lnTo>
                  <a:pt x="5186" y="194585"/>
                </a:lnTo>
                <a:lnTo>
                  <a:pt x="6773" y="196638"/>
                </a:lnTo>
                <a:lnTo>
                  <a:pt x="8572" y="198606"/>
                </a:lnTo>
                <a:lnTo>
                  <a:pt x="10583" y="200488"/>
                </a:lnTo>
                <a:lnTo>
                  <a:pt x="12806" y="202284"/>
                </a:lnTo>
                <a:lnTo>
                  <a:pt x="15240" y="203994"/>
                </a:lnTo>
                <a:lnTo>
                  <a:pt x="17815" y="205630"/>
                </a:lnTo>
                <a:lnTo>
                  <a:pt x="20461" y="207204"/>
                </a:lnTo>
                <a:lnTo>
                  <a:pt x="23178" y="208717"/>
                </a:lnTo>
                <a:lnTo>
                  <a:pt x="25964" y="210167"/>
                </a:lnTo>
                <a:lnTo>
                  <a:pt x="28822" y="211556"/>
                </a:lnTo>
                <a:lnTo>
                  <a:pt x="31750" y="212884"/>
                </a:lnTo>
                <a:lnTo>
                  <a:pt x="34749" y="214149"/>
                </a:lnTo>
                <a:lnTo>
                  <a:pt x="37818" y="215353"/>
                </a:lnTo>
                <a:lnTo>
                  <a:pt x="40958" y="216495"/>
                </a:lnTo>
                <a:lnTo>
                  <a:pt x="44168" y="217576"/>
                </a:lnTo>
                <a:lnTo>
                  <a:pt x="47449" y="218594"/>
                </a:lnTo>
                <a:lnTo>
                  <a:pt x="50800" y="219551"/>
                </a:lnTo>
                <a:lnTo>
                  <a:pt x="54188" y="220452"/>
                </a:lnTo>
                <a:lnTo>
                  <a:pt x="57578" y="221302"/>
                </a:lnTo>
                <a:lnTo>
                  <a:pt x="60970" y="222101"/>
                </a:lnTo>
                <a:lnTo>
                  <a:pt x="64364" y="222850"/>
                </a:lnTo>
                <a:lnTo>
                  <a:pt x="67761" y="223548"/>
                </a:lnTo>
                <a:lnTo>
                  <a:pt x="71160" y="224195"/>
                </a:lnTo>
                <a:lnTo>
                  <a:pt x="74561" y="224791"/>
                </a:lnTo>
                <a:lnTo>
                  <a:pt x="77964" y="225337"/>
                </a:lnTo>
                <a:lnTo>
                  <a:pt x="81369" y="225832"/>
                </a:lnTo>
                <a:lnTo>
                  <a:pt x="84777" y="226276"/>
                </a:lnTo>
                <a:lnTo>
                  <a:pt x="88187" y="226670"/>
                </a:lnTo>
                <a:lnTo>
                  <a:pt x="91599" y="227012"/>
                </a:lnTo>
                <a:lnTo>
                  <a:pt x="94942" y="227315"/>
                </a:lnTo>
                <a:lnTo>
                  <a:pt x="98147" y="227586"/>
                </a:lnTo>
                <a:lnTo>
                  <a:pt x="101213" y="227826"/>
                </a:lnTo>
                <a:lnTo>
                  <a:pt x="104140" y="228036"/>
                </a:lnTo>
                <a:lnTo>
                  <a:pt x="106928" y="228214"/>
                </a:lnTo>
                <a:lnTo>
                  <a:pt x="109577" y="228362"/>
                </a:lnTo>
                <a:lnTo>
                  <a:pt x="112087" y="228479"/>
                </a:lnTo>
                <a:lnTo>
                  <a:pt x="114459" y="228565"/>
                </a:lnTo>
                <a:lnTo>
                  <a:pt x="116691" y="228620"/>
                </a:lnTo>
                <a:lnTo>
                  <a:pt x="118785" y="228644"/>
                </a:lnTo>
                <a:lnTo>
                  <a:pt x="120739" y="228637"/>
                </a:lnTo>
                <a:lnTo>
                  <a:pt x="122555" y="228600"/>
                </a:lnTo>
                <a:close/>
                <a:moveTo>
                  <a:pt x="113982" y="160655"/>
                </a:moveTo>
                <a:lnTo>
                  <a:pt x="113982" y="160338"/>
                </a:lnTo>
                <a:lnTo>
                  <a:pt x="113982" y="160655"/>
                </a:lnTo>
                <a:lnTo>
                  <a:pt x="111251" y="160645"/>
                </a:lnTo>
                <a:lnTo>
                  <a:pt x="108559" y="160615"/>
                </a:lnTo>
                <a:lnTo>
                  <a:pt x="105906" y="160566"/>
                </a:lnTo>
                <a:lnTo>
                  <a:pt x="103293" y="160496"/>
                </a:lnTo>
                <a:lnTo>
                  <a:pt x="100720" y="160407"/>
                </a:lnTo>
                <a:lnTo>
                  <a:pt x="98187" y="160298"/>
                </a:lnTo>
                <a:lnTo>
                  <a:pt x="95693" y="160169"/>
                </a:lnTo>
                <a:lnTo>
                  <a:pt x="93239" y="160020"/>
                </a:lnTo>
                <a:lnTo>
                  <a:pt x="90825" y="159851"/>
                </a:lnTo>
                <a:lnTo>
                  <a:pt x="88450" y="159663"/>
                </a:lnTo>
                <a:lnTo>
                  <a:pt x="86115" y="159454"/>
                </a:lnTo>
                <a:lnTo>
                  <a:pt x="83820" y="159226"/>
                </a:lnTo>
                <a:lnTo>
                  <a:pt x="81560" y="158978"/>
                </a:lnTo>
                <a:lnTo>
                  <a:pt x="79331" y="158710"/>
                </a:lnTo>
                <a:lnTo>
                  <a:pt x="77133" y="158423"/>
                </a:lnTo>
                <a:lnTo>
                  <a:pt x="74965" y="158115"/>
                </a:lnTo>
                <a:lnTo>
                  <a:pt x="72829" y="157788"/>
                </a:lnTo>
                <a:lnTo>
                  <a:pt x="70723" y="157440"/>
                </a:lnTo>
                <a:lnTo>
                  <a:pt x="68648" y="157073"/>
                </a:lnTo>
                <a:lnTo>
                  <a:pt x="66604" y="156686"/>
                </a:lnTo>
                <a:lnTo>
                  <a:pt x="64591" y="156279"/>
                </a:lnTo>
                <a:lnTo>
                  <a:pt x="62609" y="155853"/>
                </a:lnTo>
                <a:lnTo>
                  <a:pt x="60658" y="155406"/>
                </a:lnTo>
                <a:lnTo>
                  <a:pt x="58738" y="154940"/>
                </a:lnTo>
                <a:lnTo>
                  <a:pt x="56844" y="154456"/>
                </a:lnTo>
                <a:lnTo>
                  <a:pt x="54972" y="153957"/>
                </a:lnTo>
                <a:lnTo>
                  <a:pt x="53122" y="153442"/>
                </a:lnTo>
                <a:lnTo>
                  <a:pt x="51294" y="152912"/>
                </a:lnTo>
                <a:lnTo>
                  <a:pt x="49488" y="152366"/>
                </a:lnTo>
                <a:lnTo>
                  <a:pt x="47704" y="151805"/>
                </a:lnTo>
                <a:lnTo>
                  <a:pt x="45943" y="151228"/>
                </a:lnTo>
                <a:lnTo>
                  <a:pt x="44203" y="150636"/>
                </a:lnTo>
                <a:lnTo>
                  <a:pt x="42485" y="150029"/>
                </a:lnTo>
                <a:lnTo>
                  <a:pt x="40790" y="149406"/>
                </a:lnTo>
                <a:lnTo>
                  <a:pt x="39116" y="148767"/>
                </a:lnTo>
                <a:lnTo>
                  <a:pt x="37465" y="148114"/>
                </a:lnTo>
                <a:lnTo>
                  <a:pt x="35833" y="147445"/>
                </a:lnTo>
                <a:lnTo>
                  <a:pt x="34219" y="146760"/>
                </a:lnTo>
                <a:lnTo>
                  <a:pt x="32623" y="146060"/>
                </a:lnTo>
                <a:lnTo>
                  <a:pt x="31044" y="145344"/>
                </a:lnTo>
                <a:lnTo>
                  <a:pt x="29483" y="144614"/>
                </a:lnTo>
                <a:lnTo>
                  <a:pt x="27940" y="143867"/>
                </a:lnTo>
                <a:lnTo>
                  <a:pt x="26414" y="143105"/>
                </a:lnTo>
                <a:lnTo>
                  <a:pt x="24906" y="142328"/>
                </a:lnTo>
                <a:lnTo>
                  <a:pt x="23416" y="141536"/>
                </a:lnTo>
                <a:lnTo>
                  <a:pt x="21943" y="140727"/>
                </a:lnTo>
                <a:lnTo>
                  <a:pt x="20488" y="139904"/>
                </a:lnTo>
                <a:lnTo>
                  <a:pt x="19050" y="139065"/>
                </a:lnTo>
                <a:lnTo>
                  <a:pt x="20488" y="139904"/>
                </a:lnTo>
                <a:lnTo>
                  <a:pt x="21943" y="140727"/>
                </a:lnTo>
                <a:lnTo>
                  <a:pt x="23416" y="141536"/>
                </a:lnTo>
                <a:lnTo>
                  <a:pt x="24906" y="142328"/>
                </a:lnTo>
                <a:lnTo>
                  <a:pt x="26414" y="143105"/>
                </a:lnTo>
                <a:lnTo>
                  <a:pt x="27940" y="143867"/>
                </a:lnTo>
                <a:lnTo>
                  <a:pt x="29483" y="144614"/>
                </a:lnTo>
                <a:lnTo>
                  <a:pt x="31044" y="145344"/>
                </a:lnTo>
                <a:lnTo>
                  <a:pt x="32623" y="146060"/>
                </a:lnTo>
                <a:lnTo>
                  <a:pt x="34219" y="146760"/>
                </a:lnTo>
                <a:lnTo>
                  <a:pt x="35833" y="147445"/>
                </a:lnTo>
                <a:lnTo>
                  <a:pt x="37465" y="148114"/>
                </a:lnTo>
                <a:lnTo>
                  <a:pt x="39116" y="148767"/>
                </a:lnTo>
                <a:lnTo>
                  <a:pt x="40790" y="149406"/>
                </a:lnTo>
                <a:lnTo>
                  <a:pt x="42485" y="150029"/>
                </a:lnTo>
                <a:lnTo>
                  <a:pt x="44203" y="150636"/>
                </a:lnTo>
                <a:lnTo>
                  <a:pt x="45943" y="151228"/>
                </a:lnTo>
                <a:lnTo>
                  <a:pt x="47704" y="151805"/>
                </a:lnTo>
                <a:lnTo>
                  <a:pt x="49488" y="152366"/>
                </a:lnTo>
                <a:lnTo>
                  <a:pt x="51294" y="152912"/>
                </a:lnTo>
                <a:lnTo>
                  <a:pt x="53122" y="153442"/>
                </a:lnTo>
                <a:lnTo>
                  <a:pt x="54972" y="153957"/>
                </a:lnTo>
                <a:lnTo>
                  <a:pt x="56844" y="154456"/>
                </a:lnTo>
                <a:lnTo>
                  <a:pt x="58738" y="154940"/>
                </a:lnTo>
                <a:lnTo>
                  <a:pt x="60658" y="155406"/>
                </a:lnTo>
                <a:lnTo>
                  <a:pt x="62609" y="155853"/>
                </a:lnTo>
                <a:lnTo>
                  <a:pt x="64591" y="156279"/>
                </a:lnTo>
                <a:lnTo>
                  <a:pt x="66604" y="156686"/>
                </a:lnTo>
                <a:lnTo>
                  <a:pt x="68648" y="157073"/>
                </a:lnTo>
                <a:lnTo>
                  <a:pt x="70723" y="157440"/>
                </a:lnTo>
                <a:lnTo>
                  <a:pt x="72829" y="157788"/>
                </a:lnTo>
                <a:lnTo>
                  <a:pt x="74965" y="158115"/>
                </a:lnTo>
                <a:lnTo>
                  <a:pt x="77133" y="158423"/>
                </a:lnTo>
                <a:lnTo>
                  <a:pt x="79331" y="158710"/>
                </a:lnTo>
                <a:lnTo>
                  <a:pt x="81560" y="158978"/>
                </a:lnTo>
                <a:lnTo>
                  <a:pt x="83820" y="159226"/>
                </a:lnTo>
                <a:lnTo>
                  <a:pt x="86115" y="159454"/>
                </a:lnTo>
                <a:lnTo>
                  <a:pt x="88450" y="159663"/>
                </a:lnTo>
                <a:lnTo>
                  <a:pt x="90825" y="159851"/>
                </a:lnTo>
                <a:lnTo>
                  <a:pt x="93239" y="160020"/>
                </a:lnTo>
                <a:lnTo>
                  <a:pt x="95693" y="160169"/>
                </a:lnTo>
                <a:lnTo>
                  <a:pt x="98187" y="160298"/>
                </a:lnTo>
                <a:lnTo>
                  <a:pt x="100720" y="160407"/>
                </a:lnTo>
                <a:lnTo>
                  <a:pt x="103293" y="160496"/>
                </a:lnTo>
                <a:lnTo>
                  <a:pt x="105906" y="160566"/>
                </a:lnTo>
                <a:lnTo>
                  <a:pt x="108559" y="160615"/>
                </a:lnTo>
                <a:lnTo>
                  <a:pt x="111251" y="160645"/>
                </a:lnTo>
                <a:lnTo>
                  <a:pt x="113982" y="160655"/>
                </a:lnTo>
                <a:close/>
                <a:moveTo>
                  <a:pt x="114300" y="73660"/>
                </a:moveTo>
                <a:lnTo>
                  <a:pt x="118861" y="73602"/>
                </a:lnTo>
                <a:lnTo>
                  <a:pt x="123441" y="73426"/>
                </a:lnTo>
                <a:lnTo>
                  <a:pt x="128042" y="73134"/>
                </a:lnTo>
                <a:lnTo>
                  <a:pt x="132662" y="72725"/>
                </a:lnTo>
                <a:lnTo>
                  <a:pt x="137302" y="72199"/>
                </a:lnTo>
                <a:lnTo>
                  <a:pt x="141962" y="71557"/>
                </a:lnTo>
                <a:lnTo>
                  <a:pt x="146642" y="70797"/>
                </a:lnTo>
                <a:lnTo>
                  <a:pt x="151342" y="69921"/>
                </a:lnTo>
                <a:lnTo>
                  <a:pt x="156061" y="68927"/>
                </a:lnTo>
                <a:lnTo>
                  <a:pt x="160801" y="67817"/>
                </a:lnTo>
                <a:lnTo>
                  <a:pt x="165560" y="66590"/>
                </a:lnTo>
                <a:lnTo>
                  <a:pt x="170339" y="65246"/>
                </a:lnTo>
                <a:lnTo>
                  <a:pt x="174985" y="63830"/>
                </a:lnTo>
                <a:lnTo>
                  <a:pt x="179348" y="62384"/>
                </a:lnTo>
                <a:lnTo>
                  <a:pt x="183426" y="60910"/>
                </a:lnTo>
                <a:lnTo>
                  <a:pt x="187219" y="59408"/>
                </a:lnTo>
                <a:lnTo>
                  <a:pt x="190728" y="57877"/>
                </a:lnTo>
                <a:lnTo>
                  <a:pt x="193953" y="56317"/>
                </a:lnTo>
                <a:lnTo>
                  <a:pt x="196893" y="54728"/>
                </a:lnTo>
                <a:lnTo>
                  <a:pt x="199549" y="53111"/>
                </a:lnTo>
                <a:lnTo>
                  <a:pt x="201920" y="51465"/>
                </a:lnTo>
                <a:lnTo>
                  <a:pt x="204007" y="49790"/>
                </a:lnTo>
                <a:lnTo>
                  <a:pt x="205809" y="48087"/>
                </a:lnTo>
                <a:lnTo>
                  <a:pt x="207328" y="46355"/>
                </a:lnTo>
                <a:lnTo>
                  <a:pt x="205759" y="44673"/>
                </a:lnTo>
                <a:lnTo>
                  <a:pt x="203910" y="43012"/>
                </a:lnTo>
                <a:lnTo>
                  <a:pt x="201781" y="41374"/>
                </a:lnTo>
                <a:lnTo>
                  <a:pt x="199372" y="39758"/>
                </a:lnTo>
                <a:lnTo>
                  <a:pt x="196684" y="38164"/>
                </a:lnTo>
                <a:lnTo>
                  <a:pt x="193715" y="36592"/>
                </a:lnTo>
                <a:lnTo>
                  <a:pt x="190466" y="35042"/>
                </a:lnTo>
                <a:lnTo>
                  <a:pt x="186937" y="33514"/>
                </a:lnTo>
                <a:lnTo>
                  <a:pt x="183128" y="32008"/>
                </a:lnTo>
                <a:lnTo>
                  <a:pt x="179039" y="30524"/>
                </a:lnTo>
                <a:lnTo>
                  <a:pt x="174670" y="29062"/>
                </a:lnTo>
                <a:lnTo>
                  <a:pt x="170021" y="27622"/>
                </a:lnTo>
                <a:lnTo>
                  <a:pt x="165244" y="26253"/>
                </a:lnTo>
                <a:lnTo>
                  <a:pt x="160492" y="25003"/>
                </a:lnTo>
                <a:lnTo>
                  <a:pt x="155764" y="23872"/>
                </a:lnTo>
                <a:lnTo>
                  <a:pt x="151059" y="22860"/>
                </a:lnTo>
                <a:lnTo>
                  <a:pt x="146380" y="21967"/>
                </a:lnTo>
                <a:lnTo>
                  <a:pt x="141724" y="21193"/>
                </a:lnTo>
                <a:lnTo>
                  <a:pt x="137093" y="20538"/>
                </a:lnTo>
                <a:lnTo>
                  <a:pt x="132486" y="20002"/>
                </a:lnTo>
                <a:lnTo>
                  <a:pt x="127903" y="19586"/>
                </a:lnTo>
                <a:lnTo>
                  <a:pt x="123344" y="19288"/>
                </a:lnTo>
                <a:lnTo>
                  <a:pt x="118810" y="19110"/>
                </a:lnTo>
                <a:lnTo>
                  <a:pt x="114300" y="19050"/>
                </a:lnTo>
                <a:lnTo>
                  <a:pt x="109641" y="19107"/>
                </a:lnTo>
                <a:lnTo>
                  <a:pt x="104978" y="19279"/>
                </a:lnTo>
                <a:lnTo>
                  <a:pt x="100310" y="19566"/>
                </a:lnTo>
                <a:lnTo>
                  <a:pt x="95638" y="19967"/>
                </a:lnTo>
                <a:lnTo>
                  <a:pt x="90962" y="20483"/>
                </a:lnTo>
                <a:lnTo>
                  <a:pt x="86281" y="21114"/>
                </a:lnTo>
                <a:lnTo>
                  <a:pt x="81595" y="21859"/>
                </a:lnTo>
                <a:lnTo>
                  <a:pt x="76906" y="22719"/>
                </a:lnTo>
                <a:lnTo>
                  <a:pt x="72211" y="23693"/>
                </a:lnTo>
                <a:lnTo>
                  <a:pt x="67513" y="24783"/>
                </a:lnTo>
                <a:lnTo>
                  <a:pt x="62810" y="25986"/>
                </a:lnTo>
                <a:lnTo>
                  <a:pt x="58102" y="27305"/>
                </a:lnTo>
                <a:lnTo>
                  <a:pt x="53527" y="28698"/>
                </a:lnTo>
                <a:lnTo>
                  <a:pt x="49221" y="30127"/>
                </a:lnTo>
                <a:lnTo>
                  <a:pt x="45184" y="31591"/>
                </a:lnTo>
                <a:lnTo>
                  <a:pt x="41416" y="33091"/>
                </a:lnTo>
                <a:lnTo>
                  <a:pt x="37917" y="34625"/>
                </a:lnTo>
                <a:lnTo>
                  <a:pt x="34687" y="36195"/>
                </a:lnTo>
                <a:lnTo>
                  <a:pt x="31726" y="37800"/>
                </a:lnTo>
                <a:lnTo>
                  <a:pt x="29034" y="39441"/>
                </a:lnTo>
                <a:lnTo>
                  <a:pt x="26610" y="41116"/>
                </a:lnTo>
                <a:lnTo>
                  <a:pt x="24456" y="42827"/>
                </a:lnTo>
                <a:lnTo>
                  <a:pt x="22571" y="44573"/>
                </a:lnTo>
                <a:lnTo>
                  <a:pt x="20955" y="46355"/>
                </a:lnTo>
                <a:lnTo>
                  <a:pt x="22569" y="48186"/>
                </a:lnTo>
                <a:lnTo>
                  <a:pt x="24448" y="49975"/>
                </a:lnTo>
                <a:lnTo>
                  <a:pt x="26591" y="51723"/>
                </a:lnTo>
                <a:lnTo>
                  <a:pt x="28998" y="53428"/>
                </a:lnTo>
                <a:lnTo>
                  <a:pt x="31671" y="55092"/>
                </a:lnTo>
                <a:lnTo>
                  <a:pt x="34608" y="56713"/>
                </a:lnTo>
                <a:lnTo>
                  <a:pt x="37809" y="58293"/>
                </a:lnTo>
                <a:lnTo>
                  <a:pt x="41275" y="59831"/>
                </a:lnTo>
                <a:lnTo>
                  <a:pt x="45006" y="61327"/>
                </a:lnTo>
                <a:lnTo>
                  <a:pt x="49001" y="62781"/>
                </a:lnTo>
                <a:lnTo>
                  <a:pt x="53261" y="64193"/>
                </a:lnTo>
                <a:lnTo>
                  <a:pt x="57785" y="65564"/>
                </a:lnTo>
                <a:lnTo>
                  <a:pt x="62446" y="66857"/>
                </a:lnTo>
                <a:lnTo>
                  <a:pt x="67116" y="68038"/>
                </a:lnTo>
                <a:lnTo>
                  <a:pt x="71795" y="69106"/>
                </a:lnTo>
                <a:lnTo>
                  <a:pt x="76482" y="70062"/>
                </a:lnTo>
                <a:lnTo>
                  <a:pt x="81179" y="70905"/>
                </a:lnTo>
                <a:lnTo>
                  <a:pt x="85884" y="71636"/>
                </a:lnTo>
                <a:lnTo>
                  <a:pt x="90598" y="72254"/>
                </a:lnTo>
                <a:lnTo>
                  <a:pt x="95321" y="72760"/>
                </a:lnTo>
                <a:lnTo>
                  <a:pt x="100052" y="73154"/>
                </a:lnTo>
                <a:lnTo>
                  <a:pt x="104793" y="73435"/>
                </a:lnTo>
                <a:lnTo>
                  <a:pt x="109542" y="73604"/>
                </a:lnTo>
                <a:lnTo>
                  <a:pt x="114300" y="73660"/>
                </a:lnTo>
                <a:close/>
                <a:moveTo>
                  <a:pt x="188912" y="229870"/>
                </a:moveTo>
                <a:lnTo>
                  <a:pt x="198438" y="229870"/>
                </a:lnTo>
                <a:lnTo>
                  <a:pt x="198438" y="175578"/>
                </a:lnTo>
                <a:lnTo>
                  <a:pt x="222885" y="200025"/>
                </a:lnTo>
                <a:lnTo>
                  <a:pt x="229552" y="193358"/>
                </a:lnTo>
                <a:lnTo>
                  <a:pt x="193675" y="157480"/>
                </a:lnTo>
                <a:lnTo>
                  <a:pt x="157798" y="193358"/>
                </a:lnTo>
                <a:lnTo>
                  <a:pt x="164465" y="200025"/>
                </a:lnTo>
                <a:lnTo>
                  <a:pt x="188912" y="175578"/>
                </a:lnTo>
                <a:lnTo>
                  <a:pt x="188912" y="229870"/>
                </a:lnTo>
                <a:close/>
                <a:moveTo>
                  <a:pt x="151130" y="236379"/>
                </a:moveTo>
                <a:lnTo>
                  <a:pt x="148290" y="233392"/>
                </a:lnTo>
                <a:lnTo>
                  <a:pt x="145697" y="230307"/>
                </a:lnTo>
                <a:lnTo>
                  <a:pt x="143351" y="227122"/>
                </a:lnTo>
                <a:lnTo>
                  <a:pt x="141252" y="223838"/>
                </a:lnTo>
                <a:lnTo>
                  <a:pt x="139400" y="220454"/>
                </a:lnTo>
                <a:lnTo>
                  <a:pt x="137795" y="216972"/>
                </a:lnTo>
                <a:lnTo>
                  <a:pt x="136437" y="213390"/>
                </a:lnTo>
                <a:lnTo>
                  <a:pt x="135326" y="209709"/>
                </a:lnTo>
                <a:lnTo>
                  <a:pt x="134461" y="205929"/>
                </a:lnTo>
                <a:lnTo>
                  <a:pt x="133844" y="202049"/>
                </a:lnTo>
                <a:lnTo>
                  <a:pt x="133473" y="198070"/>
                </a:lnTo>
                <a:lnTo>
                  <a:pt x="133350" y="193992"/>
                </a:lnTo>
                <a:lnTo>
                  <a:pt x="133473" y="189863"/>
                </a:lnTo>
                <a:lnTo>
                  <a:pt x="133844" y="185835"/>
                </a:lnTo>
                <a:lnTo>
                  <a:pt x="134461" y="181908"/>
                </a:lnTo>
                <a:lnTo>
                  <a:pt x="135326" y="178082"/>
                </a:lnTo>
                <a:lnTo>
                  <a:pt x="136437" y="174358"/>
                </a:lnTo>
                <a:lnTo>
                  <a:pt x="137795" y="170736"/>
                </a:lnTo>
                <a:lnTo>
                  <a:pt x="139400" y="167214"/>
                </a:lnTo>
                <a:lnTo>
                  <a:pt x="141252" y="163795"/>
                </a:lnTo>
                <a:lnTo>
                  <a:pt x="143351" y="160476"/>
                </a:lnTo>
                <a:lnTo>
                  <a:pt x="145697" y="157260"/>
                </a:lnTo>
                <a:lnTo>
                  <a:pt x="148290" y="154144"/>
                </a:lnTo>
                <a:lnTo>
                  <a:pt x="151130" y="151130"/>
                </a:lnTo>
                <a:lnTo>
                  <a:pt x="154142" y="148290"/>
                </a:lnTo>
                <a:lnTo>
                  <a:pt x="157251" y="145697"/>
                </a:lnTo>
                <a:lnTo>
                  <a:pt x="160457" y="143351"/>
                </a:lnTo>
                <a:lnTo>
                  <a:pt x="163759" y="141252"/>
                </a:lnTo>
                <a:lnTo>
                  <a:pt x="167159" y="139400"/>
                </a:lnTo>
                <a:lnTo>
                  <a:pt x="170656" y="137795"/>
                </a:lnTo>
                <a:lnTo>
                  <a:pt x="174250" y="136437"/>
                </a:lnTo>
                <a:lnTo>
                  <a:pt x="177941" y="135326"/>
                </a:lnTo>
                <a:lnTo>
                  <a:pt x="181729" y="134461"/>
                </a:lnTo>
                <a:lnTo>
                  <a:pt x="185614" y="133844"/>
                </a:lnTo>
                <a:lnTo>
                  <a:pt x="189596" y="133473"/>
                </a:lnTo>
                <a:lnTo>
                  <a:pt x="193675" y="133350"/>
                </a:lnTo>
                <a:lnTo>
                  <a:pt x="197754" y="133473"/>
                </a:lnTo>
                <a:lnTo>
                  <a:pt x="201736" y="133844"/>
                </a:lnTo>
                <a:lnTo>
                  <a:pt x="205621" y="134461"/>
                </a:lnTo>
                <a:lnTo>
                  <a:pt x="209409" y="135326"/>
                </a:lnTo>
                <a:lnTo>
                  <a:pt x="213100" y="136437"/>
                </a:lnTo>
                <a:lnTo>
                  <a:pt x="216694" y="137795"/>
                </a:lnTo>
                <a:lnTo>
                  <a:pt x="220191" y="139400"/>
                </a:lnTo>
                <a:lnTo>
                  <a:pt x="223591" y="141252"/>
                </a:lnTo>
                <a:lnTo>
                  <a:pt x="226893" y="143351"/>
                </a:lnTo>
                <a:lnTo>
                  <a:pt x="230099" y="145697"/>
                </a:lnTo>
                <a:lnTo>
                  <a:pt x="233208" y="148290"/>
                </a:lnTo>
                <a:lnTo>
                  <a:pt x="236220" y="151130"/>
                </a:lnTo>
                <a:lnTo>
                  <a:pt x="239060" y="154144"/>
                </a:lnTo>
                <a:lnTo>
                  <a:pt x="241653" y="157260"/>
                </a:lnTo>
                <a:lnTo>
                  <a:pt x="243999" y="160476"/>
                </a:lnTo>
                <a:lnTo>
                  <a:pt x="246098" y="163795"/>
                </a:lnTo>
                <a:lnTo>
                  <a:pt x="247950" y="167214"/>
                </a:lnTo>
                <a:lnTo>
                  <a:pt x="249555" y="170736"/>
                </a:lnTo>
                <a:lnTo>
                  <a:pt x="250913" y="174358"/>
                </a:lnTo>
                <a:lnTo>
                  <a:pt x="252024" y="178082"/>
                </a:lnTo>
                <a:lnTo>
                  <a:pt x="252889" y="181908"/>
                </a:lnTo>
                <a:lnTo>
                  <a:pt x="253506" y="185835"/>
                </a:lnTo>
                <a:lnTo>
                  <a:pt x="253877" y="189863"/>
                </a:lnTo>
                <a:lnTo>
                  <a:pt x="254000" y="193992"/>
                </a:lnTo>
                <a:lnTo>
                  <a:pt x="253877" y="198070"/>
                </a:lnTo>
                <a:lnTo>
                  <a:pt x="253506" y="202049"/>
                </a:lnTo>
                <a:lnTo>
                  <a:pt x="252889" y="205929"/>
                </a:lnTo>
                <a:lnTo>
                  <a:pt x="252024" y="209709"/>
                </a:lnTo>
                <a:lnTo>
                  <a:pt x="250913" y="213390"/>
                </a:lnTo>
                <a:lnTo>
                  <a:pt x="249555" y="216972"/>
                </a:lnTo>
                <a:lnTo>
                  <a:pt x="247950" y="220454"/>
                </a:lnTo>
                <a:lnTo>
                  <a:pt x="246098" y="223838"/>
                </a:lnTo>
                <a:lnTo>
                  <a:pt x="243999" y="227122"/>
                </a:lnTo>
                <a:lnTo>
                  <a:pt x="241653" y="230307"/>
                </a:lnTo>
                <a:lnTo>
                  <a:pt x="239060" y="233392"/>
                </a:lnTo>
                <a:lnTo>
                  <a:pt x="236220" y="236379"/>
                </a:lnTo>
                <a:lnTo>
                  <a:pt x="233208" y="239193"/>
                </a:lnTo>
                <a:lnTo>
                  <a:pt x="230099" y="241763"/>
                </a:lnTo>
                <a:lnTo>
                  <a:pt x="226893" y="244088"/>
                </a:lnTo>
                <a:lnTo>
                  <a:pt x="223591" y="246168"/>
                </a:lnTo>
                <a:lnTo>
                  <a:pt x="220191" y="248004"/>
                </a:lnTo>
                <a:lnTo>
                  <a:pt x="216694" y="249595"/>
                </a:lnTo>
                <a:lnTo>
                  <a:pt x="213100" y="250941"/>
                </a:lnTo>
                <a:lnTo>
                  <a:pt x="209409" y="252042"/>
                </a:lnTo>
                <a:lnTo>
                  <a:pt x="205621" y="252899"/>
                </a:lnTo>
                <a:lnTo>
                  <a:pt x="201736" y="253511"/>
                </a:lnTo>
                <a:lnTo>
                  <a:pt x="197754" y="253878"/>
                </a:lnTo>
                <a:lnTo>
                  <a:pt x="193675" y="254000"/>
                </a:lnTo>
                <a:lnTo>
                  <a:pt x="189596" y="253878"/>
                </a:lnTo>
                <a:lnTo>
                  <a:pt x="185614" y="253511"/>
                </a:lnTo>
                <a:lnTo>
                  <a:pt x="181729" y="252899"/>
                </a:lnTo>
                <a:lnTo>
                  <a:pt x="177941" y="252042"/>
                </a:lnTo>
                <a:lnTo>
                  <a:pt x="174250" y="250941"/>
                </a:lnTo>
                <a:lnTo>
                  <a:pt x="170656" y="249595"/>
                </a:lnTo>
                <a:lnTo>
                  <a:pt x="167159" y="248004"/>
                </a:lnTo>
                <a:lnTo>
                  <a:pt x="163759" y="246168"/>
                </a:lnTo>
                <a:lnTo>
                  <a:pt x="160457" y="244088"/>
                </a:lnTo>
                <a:lnTo>
                  <a:pt x="157251" y="241763"/>
                </a:lnTo>
                <a:lnTo>
                  <a:pt x="154142" y="239193"/>
                </a:lnTo>
                <a:lnTo>
                  <a:pt x="151130" y="236379"/>
                </a:lnTo>
                <a:close/>
                <a:moveTo>
                  <a:pt x="115888" y="209550"/>
                </a:moveTo>
                <a:lnTo>
                  <a:pt x="116052" y="210394"/>
                </a:lnTo>
                <a:lnTo>
                  <a:pt x="116227" y="211235"/>
                </a:lnTo>
                <a:lnTo>
                  <a:pt x="116413" y="212070"/>
                </a:lnTo>
                <a:lnTo>
                  <a:pt x="116611" y="212901"/>
                </a:lnTo>
                <a:lnTo>
                  <a:pt x="116819" y="213728"/>
                </a:lnTo>
                <a:lnTo>
                  <a:pt x="117038" y="214551"/>
                </a:lnTo>
                <a:lnTo>
                  <a:pt x="117269" y="215369"/>
                </a:lnTo>
                <a:lnTo>
                  <a:pt x="117510" y="216182"/>
                </a:lnTo>
                <a:lnTo>
                  <a:pt x="117763" y="216991"/>
                </a:lnTo>
                <a:lnTo>
                  <a:pt x="118026" y="217796"/>
                </a:lnTo>
                <a:lnTo>
                  <a:pt x="118301" y="218597"/>
                </a:lnTo>
                <a:lnTo>
                  <a:pt x="118586" y="219392"/>
                </a:lnTo>
                <a:lnTo>
                  <a:pt x="118881" y="220184"/>
                </a:lnTo>
                <a:lnTo>
                  <a:pt x="119182" y="220971"/>
                </a:lnTo>
                <a:lnTo>
                  <a:pt x="119489" y="221754"/>
                </a:lnTo>
                <a:lnTo>
                  <a:pt x="119803" y="222532"/>
                </a:lnTo>
                <a:lnTo>
                  <a:pt x="120124" y="223306"/>
                </a:lnTo>
                <a:lnTo>
                  <a:pt x="120452" y="224076"/>
                </a:lnTo>
                <a:lnTo>
                  <a:pt x="120786" y="224841"/>
                </a:lnTo>
                <a:lnTo>
                  <a:pt x="121126" y="225601"/>
                </a:lnTo>
                <a:lnTo>
                  <a:pt x="121474" y="226358"/>
                </a:lnTo>
                <a:lnTo>
                  <a:pt x="121827" y="227110"/>
                </a:lnTo>
                <a:lnTo>
                  <a:pt x="122188" y="227857"/>
                </a:lnTo>
                <a:lnTo>
                  <a:pt x="122555" y="228600"/>
                </a:lnTo>
                <a:lnTo>
                  <a:pt x="120739" y="228637"/>
                </a:lnTo>
                <a:lnTo>
                  <a:pt x="118785" y="228644"/>
                </a:lnTo>
                <a:lnTo>
                  <a:pt x="116691" y="228620"/>
                </a:lnTo>
                <a:lnTo>
                  <a:pt x="114459" y="228565"/>
                </a:lnTo>
                <a:lnTo>
                  <a:pt x="112087" y="228479"/>
                </a:lnTo>
                <a:lnTo>
                  <a:pt x="109577" y="228362"/>
                </a:lnTo>
                <a:lnTo>
                  <a:pt x="106928" y="228214"/>
                </a:lnTo>
                <a:lnTo>
                  <a:pt x="104140" y="228036"/>
                </a:lnTo>
                <a:lnTo>
                  <a:pt x="101213" y="227826"/>
                </a:lnTo>
                <a:lnTo>
                  <a:pt x="98147" y="227586"/>
                </a:lnTo>
                <a:lnTo>
                  <a:pt x="94942" y="227315"/>
                </a:lnTo>
                <a:lnTo>
                  <a:pt x="91599" y="227012"/>
                </a:lnTo>
                <a:lnTo>
                  <a:pt x="88187" y="226670"/>
                </a:lnTo>
                <a:lnTo>
                  <a:pt x="84777" y="226276"/>
                </a:lnTo>
                <a:lnTo>
                  <a:pt x="81369" y="225832"/>
                </a:lnTo>
                <a:lnTo>
                  <a:pt x="77964" y="225337"/>
                </a:lnTo>
                <a:lnTo>
                  <a:pt x="74561" y="224791"/>
                </a:lnTo>
                <a:lnTo>
                  <a:pt x="71160" y="224195"/>
                </a:lnTo>
                <a:lnTo>
                  <a:pt x="67761" y="223548"/>
                </a:lnTo>
                <a:lnTo>
                  <a:pt x="64364" y="222850"/>
                </a:lnTo>
                <a:lnTo>
                  <a:pt x="60970" y="222101"/>
                </a:lnTo>
                <a:lnTo>
                  <a:pt x="57578" y="221302"/>
                </a:lnTo>
                <a:lnTo>
                  <a:pt x="54188" y="220452"/>
                </a:lnTo>
                <a:lnTo>
                  <a:pt x="50800" y="219551"/>
                </a:lnTo>
                <a:lnTo>
                  <a:pt x="47449" y="218594"/>
                </a:lnTo>
                <a:lnTo>
                  <a:pt x="44168" y="217576"/>
                </a:lnTo>
                <a:lnTo>
                  <a:pt x="40958" y="216495"/>
                </a:lnTo>
                <a:lnTo>
                  <a:pt x="37818" y="215353"/>
                </a:lnTo>
                <a:lnTo>
                  <a:pt x="34749" y="214149"/>
                </a:lnTo>
                <a:lnTo>
                  <a:pt x="31750" y="212884"/>
                </a:lnTo>
                <a:lnTo>
                  <a:pt x="28822" y="211556"/>
                </a:lnTo>
                <a:lnTo>
                  <a:pt x="25964" y="210167"/>
                </a:lnTo>
                <a:lnTo>
                  <a:pt x="23178" y="208717"/>
                </a:lnTo>
                <a:lnTo>
                  <a:pt x="20461" y="207204"/>
                </a:lnTo>
                <a:lnTo>
                  <a:pt x="17815" y="205630"/>
                </a:lnTo>
                <a:lnTo>
                  <a:pt x="15240" y="203994"/>
                </a:lnTo>
                <a:lnTo>
                  <a:pt x="12806" y="202284"/>
                </a:lnTo>
                <a:lnTo>
                  <a:pt x="10583" y="200488"/>
                </a:lnTo>
                <a:lnTo>
                  <a:pt x="8572" y="198606"/>
                </a:lnTo>
                <a:lnTo>
                  <a:pt x="6773" y="196638"/>
                </a:lnTo>
                <a:lnTo>
                  <a:pt x="5186" y="194585"/>
                </a:lnTo>
                <a:lnTo>
                  <a:pt x="3810" y="192445"/>
                </a:lnTo>
                <a:lnTo>
                  <a:pt x="2646" y="190219"/>
                </a:lnTo>
                <a:lnTo>
                  <a:pt x="1693" y="187907"/>
                </a:lnTo>
                <a:lnTo>
                  <a:pt x="952" y="185509"/>
                </a:lnTo>
                <a:lnTo>
                  <a:pt x="423" y="183026"/>
                </a:lnTo>
                <a:lnTo>
                  <a:pt x="106" y="180456"/>
                </a:lnTo>
                <a:lnTo>
                  <a:pt x="0" y="177800"/>
                </a:lnTo>
                <a:lnTo>
                  <a:pt x="0" y="50800"/>
                </a:lnTo>
                <a:lnTo>
                  <a:pt x="233" y="47349"/>
                </a:lnTo>
                <a:lnTo>
                  <a:pt x="930" y="43983"/>
                </a:lnTo>
                <a:lnTo>
                  <a:pt x="2094" y="40700"/>
                </a:lnTo>
                <a:lnTo>
                  <a:pt x="3722" y="37500"/>
                </a:lnTo>
                <a:lnTo>
                  <a:pt x="5815" y="34385"/>
                </a:lnTo>
                <a:lnTo>
                  <a:pt x="8374" y="31353"/>
                </a:lnTo>
                <a:lnTo>
                  <a:pt x="11398" y="28405"/>
                </a:lnTo>
                <a:lnTo>
                  <a:pt x="14887" y="25541"/>
                </a:lnTo>
                <a:lnTo>
                  <a:pt x="18842" y="22761"/>
                </a:lnTo>
                <a:lnTo>
                  <a:pt x="23261" y="20064"/>
                </a:lnTo>
                <a:lnTo>
                  <a:pt x="28146" y="17451"/>
                </a:lnTo>
                <a:lnTo>
                  <a:pt x="33496" y="14922"/>
                </a:lnTo>
                <a:lnTo>
                  <a:pt x="39175" y="12539"/>
                </a:lnTo>
                <a:lnTo>
                  <a:pt x="45045" y="10363"/>
                </a:lnTo>
                <a:lnTo>
                  <a:pt x="51108" y="8394"/>
                </a:lnTo>
                <a:lnTo>
                  <a:pt x="57362" y="6632"/>
                </a:lnTo>
                <a:lnTo>
                  <a:pt x="63808" y="5078"/>
                </a:lnTo>
                <a:lnTo>
                  <a:pt x="70445" y="3731"/>
                </a:lnTo>
                <a:lnTo>
                  <a:pt x="77275" y="2591"/>
                </a:lnTo>
                <a:lnTo>
                  <a:pt x="84296" y="1658"/>
                </a:lnTo>
                <a:lnTo>
                  <a:pt x="91509" y="933"/>
                </a:lnTo>
                <a:lnTo>
                  <a:pt x="98914" y="415"/>
                </a:lnTo>
                <a:lnTo>
                  <a:pt x="106511" y="104"/>
                </a:lnTo>
                <a:lnTo>
                  <a:pt x="114300" y="0"/>
                </a:lnTo>
                <a:lnTo>
                  <a:pt x="122089" y="104"/>
                </a:lnTo>
                <a:lnTo>
                  <a:pt x="129686" y="415"/>
                </a:lnTo>
                <a:lnTo>
                  <a:pt x="137091" y="933"/>
                </a:lnTo>
                <a:lnTo>
                  <a:pt x="144304" y="1658"/>
                </a:lnTo>
                <a:lnTo>
                  <a:pt x="151325" y="2591"/>
                </a:lnTo>
                <a:lnTo>
                  <a:pt x="158155" y="3731"/>
                </a:lnTo>
                <a:lnTo>
                  <a:pt x="164792" y="5078"/>
                </a:lnTo>
                <a:lnTo>
                  <a:pt x="171238" y="6632"/>
                </a:lnTo>
                <a:lnTo>
                  <a:pt x="177492" y="8394"/>
                </a:lnTo>
                <a:lnTo>
                  <a:pt x="183555" y="10363"/>
                </a:lnTo>
                <a:lnTo>
                  <a:pt x="189425" y="12539"/>
                </a:lnTo>
                <a:lnTo>
                  <a:pt x="195104" y="14922"/>
                </a:lnTo>
                <a:lnTo>
                  <a:pt x="200454" y="17451"/>
                </a:lnTo>
                <a:lnTo>
                  <a:pt x="205339" y="20064"/>
                </a:lnTo>
                <a:lnTo>
                  <a:pt x="209758" y="22761"/>
                </a:lnTo>
                <a:lnTo>
                  <a:pt x="213713" y="25541"/>
                </a:lnTo>
                <a:lnTo>
                  <a:pt x="217202" y="28405"/>
                </a:lnTo>
                <a:lnTo>
                  <a:pt x="220226" y="31353"/>
                </a:lnTo>
                <a:lnTo>
                  <a:pt x="222785" y="34385"/>
                </a:lnTo>
                <a:lnTo>
                  <a:pt x="224878" y="37500"/>
                </a:lnTo>
                <a:lnTo>
                  <a:pt x="226506" y="40700"/>
                </a:lnTo>
                <a:lnTo>
                  <a:pt x="227670" y="43983"/>
                </a:lnTo>
                <a:lnTo>
                  <a:pt x="228367" y="47349"/>
                </a:lnTo>
                <a:lnTo>
                  <a:pt x="228600" y="50800"/>
                </a:lnTo>
                <a:lnTo>
                  <a:pt x="228600" y="122555"/>
                </a:lnTo>
                <a:lnTo>
                  <a:pt x="227857" y="122188"/>
                </a:lnTo>
                <a:lnTo>
                  <a:pt x="227110" y="121827"/>
                </a:lnTo>
                <a:lnTo>
                  <a:pt x="226358" y="121474"/>
                </a:lnTo>
                <a:lnTo>
                  <a:pt x="225601" y="121126"/>
                </a:lnTo>
                <a:lnTo>
                  <a:pt x="224841" y="120786"/>
                </a:lnTo>
                <a:lnTo>
                  <a:pt x="224076" y="120452"/>
                </a:lnTo>
                <a:lnTo>
                  <a:pt x="223306" y="120124"/>
                </a:lnTo>
                <a:lnTo>
                  <a:pt x="222532" y="119803"/>
                </a:lnTo>
                <a:lnTo>
                  <a:pt x="221754" y="119489"/>
                </a:lnTo>
                <a:lnTo>
                  <a:pt x="220971" y="119182"/>
                </a:lnTo>
                <a:lnTo>
                  <a:pt x="220184" y="118881"/>
                </a:lnTo>
                <a:lnTo>
                  <a:pt x="219392" y="118586"/>
                </a:lnTo>
                <a:lnTo>
                  <a:pt x="218597" y="118301"/>
                </a:lnTo>
                <a:lnTo>
                  <a:pt x="217796" y="118026"/>
                </a:lnTo>
                <a:lnTo>
                  <a:pt x="216991" y="117763"/>
                </a:lnTo>
                <a:lnTo>
                  <a:pt x="216182" y="117510"/>
                </a:lnTo>
                <a:lnTo>
                  <a:pt x="215369" y="117269"/>
                </a:lnTo>
                <a:lnTo>
                  <a:pt x="214551" y="117038"/>
                </a:lnTo>
                <a:lnTo>
                  <a:pt x="213728" y="116819"/>
                </a:lnTo>
                <a:lnTo>
                  <a:pt x="212901" y="116611"/>
                </a:lnTo>
                <a:lnTo>
                  <a:pt x="212070" y="116413"/>
                </a:lnTo>
                <a:lnTo>
                  <a:pt x="211235" y="116227"/>
                </a:lnTo>
                <a:lnTo>
                  <a:pt x="210394" y="116052"/>
                </a:lnTo>
                <a:lnTo>
                  <a:pt x="209550" y="115888"/>
                </a:lnTo>
                <a:lnTo>
                  <a:pt x="209550" y="70485"/>
                </a:lnTo>
                <a:lnTo>
                  <a:pt x="206384" y="72199"/>
                </a:lnTo>
                <a:lnTo>
                  <a:pt x="203129" y="73850"/>
                </a:lnTo>
                <a:lnTo>
                  <a:pt x="199787" y="75436"/>
                </a:lnTo>
                <a:lnTo>
                  <a:pt x="196356" y="76958"/>
                </a:lnTo>
                <a:lnTo>
                  <a:pt x="192837" y="78417"/>
                </a:lnTo>
                <a:lnTo>
                  <a:pt x="189230" y="79812"/>
                </a:lnTo>
                <a:lnTo>
                  <a:pt x="185535" y="81142"/>
                </a:lnTo>
                <a:lnTo>
                  <a:pt x="181751" y="82409"/>
                </a:lnTo>
                <a:lnTo>
                  <a:pt x="177879" y="83612"/>
                </a:lnTo>
                <a:lnTo>
                  <a:pt x="173919" y="84750"/>
                </a:lnTo>
                <a:lnTo>
                  <a:pt x="169871" y="85825"/>
                </a:lnTo>
                <a:lnTo>
                  <a:pt x="165735" y="86836"/>
                </a:lnTo>
                <a:lnTo>
                  <a:pt x="161544" y="87774"/>
                </a:lnTo>
                <a:lnTo>
                  <a:pt x="157330" y="88631"/>
                </a:lnTo>
                <a:lnTo>
                  <a:pt x="153095" y="89406"/>
                </a:lnTo>
                <a:lnTo>
                  <a:pt x="148837" y="90099"/>
                </a:lnTo>
                <a:lnTo>
                  <a:pt x="144557" y="90711"/>
                </a:lnTo>
                <a:lnTo>
                  <a:pt x="140256" y="91242"/>
                </a:lnTo>
                <a:lnTo>
                  <a:pt x="135932" y="91690"/>
                </a:lnTo>
                <a:lnTo>
                  <a:pt x="131586" y="92057"/>
                </a:lnTo>
                <a:lnTo>
                  <a:pt x="127218" y="92343"/>
                </a:lnTo>
                <a:lnTo>
                  <a:pt x="122828" y="92547"/>
                </a:lnTo>
                <a:lnTo>
                  <a:pt x="118416" y="92669"/>
                </a:lnTo>
                <a:lnTo>
                  <a:pt x="113982" y="92710"/>
                </a:lnTo>
                <a:lnTo>
                  <a:pt x="109497" y="92669"/>
                </a:lnTo>
                <a:lnTo>
                  <a:pt x="105035" y="92547"/>
                </a:lnTo>
                <a:lnTo>
                  <a:pt x="100598" y="92343"/>
                </a:lnTo>
                <a:lnTo>
                  <a:pt x="96185" y="92057"/>
                </a:lnTo>
                <a:lnTo>
                  <a:pt x="91796" y="91690"/>
                </a:lnTo>
                <a:lnTo>
                  <a:pt x="87432" y="91242"/>
                </a:lnTo>
                <a:lnTo>
                  <a:pt x="83091" y="90711"/>
                </a:lnTo>
                <a:lnTo>
                  <a:pt x="78775" y="90099"/>
                </a:lnTo>
                <a:lnTo>
                  <a:pt x="74484" y="89406"/>
                </a:lnTo>
                <a:lnTo>
                  <a:pt x="70216" y="88631"/>
                </a:lnTo>
                <a:lnTo>
                  <a:pt x="65973" y="87774"/>
                </a:lnTo>
                <a:lnTo>
                  <a:pt x="61754" y="86836"/>
                </a:lnTo>
                <a:lnTo>
                  <a:pt x="57601" y="85825"/>
                </a:lnTo>
                <a:lnTo>
                  <a:pt x="53556" y="84750"/>
                </a:lnTo>
                <a:lnTo>
                  <a:pt x="49619" y="83612"/>
                </a:lnTo>
                <a:lnTo>
                  <a:pt x="45791" y="82409"/>
                </a:lnTo>
                <a:lnTo>
                  <a:pt x="42070" y="81142"/>
                </a:lnTo>
                <a:lnTo>
                  <a:pt x="38457" y="79812"/>
                </a:lnTo>
                <a:lnTo>
                  <a:pt x="34953" y="78417"/>
                </a:lnTo>
                <a:lnTo>
                  <a:pt x="31556" y="76958"/>
                </a:lnTo>
                <a:lnTo>
                  <a:pt x="28267" y="75436"/>
                </a:lnTo>
                <a:lnTo>
                  <a:pt x="25087" y="73850"/>
                </a:lnTo>
                <a:lnTo>
                  <a:pt x="22014" y="72199"/>
                </a:lnTo>
                <a:lnTo>
                  <a:pt x="19050" y="70485"/>
                </a:lnTo>
                <a:lnTo>
                  <a:pt x="19050" y="119698"/>
                </a:lnTo>
                <a:lnTo>
                  <a:pt x="21963" y="121361"/>
                </a:lnTo>
                <a:lnTo>
                  <a:pt x="24985" y="122965"/>
                </a:lnTo>
                <a:lnTo>
                  <a:pt x="28119" y="124510"/>
                </a:lnTo>
                <a:lnTo>
                  <a:pt x="31362" y="125995"/>
                </a:lnTo>
                <a:lnTo>
                  <a:pt x="34716" y="127420"/>
                </a:lnTo>
                <a:lnTo>
                  <a:pt x="38179" y="128786"/>
                </a:lnTo>
                <a:lnTo>
                  <a:pt x="41753" y="130092"/>
                </a:lnTo>
                <a:lnTo>
                  <a:pt x="45438" y="131339"/>
                </a:lnTo>
                <a:lnTo>
                  <a:pt x="49232" y="132526"/>
                </a:lnTo>
                <a:lnTo>
                  <a:pt x="53137" y="133654"/>
                </a:lnTo>
                <a:lnTo>
                  <a:pt x="57152" y="134723"/>
                </a:lnTo>
                <a:lnTo>
                  <a:pt x="61278" y="135731"/>
                </a:lnTo>
                <a:lnTo>
                  <a:pt x="65476" y="136669"/>
                </a:lnTo>
                <a:lnTo>
                  <a:pt x="69709" y="137526"/>
                </a:lnTo>
                <a:lnTo>
                  <a:pt x="73978" y="138301"/>
                </a:lnTo>
                <a:lnTo>
                  <a:pt x="78281" y="138994"/>
                </a:lnTo>
                <a:lnTo>
                  <a:pt x="82621" y="139606"/>
                </a:lnTo>
                <a:lnTo>
                  <a:pt x="86995" y="140137"/>
                </a:lnTo>
                <a:lnTo>
                  <a:pt x="91405" y="140585"/>
                </a:lnTo>
                <a:lnTo>
                  <a:pt x="95850" y="140952"/>
                </a:lnTo>
                <a:lnTo>
                  <a:pt x="100330" y="141238"/>
                </a:lnTo>
                <a:lnTo>
                  <a:pt x="104846" y="141442"/>
                </a:lnTo>
                <a:lnTo>
                  <a:pt x="109396" y="141564"/>
                </a:lnTo>
                <a:lnTo>
                  <a:pt x="113982" y="141605"/>
                </a:lnTo>
                <a:lnTo>
                  <a:pt x="114880" y="141604"/>
                </a:lnTo>
                <a:lnTo>
                  <a:pt x="115773" y="141601"/>
                </a:lnTo>
                <a:lnTo>
                  <a:pt x="116661" y="141595"/>
                </a:lnTo>
                <a:lnTo>
                  <a:pt x="117546" y="141587"/>
                </a:lnTo>
                <a:lnTo>
                  <a:pt x="118425" y="141577"/>
                </a:lnTo>
                <a:lnTo>
                  <a:pt x="119301" y="141565"/>
                </a:lnTo>
                <a:lnTo>
                  <a:pt x="120172" y="141551"/>
                </a:lnTo>
                <a:lnTo>
                  <a:pt x="121038" y="141534"/>
                </a:lnTo>
                <a:lnTo>
                  <a:pt x="121900" y="141516"/>
                </a:lnTo>
                <a:lnTo>
                  <a:pt x="122758" y="141495"/>
                </a:lnTo>
                <a:lnTo>
                  <a:pt x="123611" y="141472"/>
                </a:lnTo>
                <a:lnTo>
                  <a:pt x="124460" y="141446"/>
                </a:lnTo>
                <a:lnTo>
                  <a:pt x="125309" y="141416"/>
                </a:lnTo>
                <a:lnTo>
                  <a:pt x="126162" y="141380"/>
                </a:lnTo>
                <a:lnTo>
                  <a:pt x="127020" y="141337"/>
                </a:lnTo>
                <a:lnTo>
                  <a:pt x="127882" y="141288"/>
                </a:lnTo>
                <a:lnTo>
                  <a:pt x="128748" y="141231"/>
                </a:lnTo>
                <a:lnTo>
                  <a:pt x="129619" y="141168"/>
                </a:lnTo>
                <a:lnTo>
                  <a:pt x="130495" y="141099"/>
                </a:lnTo>
                <a:lnTo>
                  <a:pt x="131374" y="141023"/>
                </a:lnTo>
                <a:lnTo>
                  <a:pt x="132259" y="140940"/>
                </a:lnTo>
                <a:lnTo>
                  <a:pt x="133147" y="140851"/>
                </a:lnTo>
                <a:lnTo>
                  <a:pt x="134040" y="140755"/>
                </a:lnTo>
                <a:lnTo>
                  <a:pt x="134938" y="140652"/>
                </a:lnTo>
                <a:lnTo>
                  <a:pt x="134256" y="141398"/>
                </a:lnTo>
                <a:lnTo>
                  <a:pt x="133588" y="142152"/>
                </a:lnTo>
                <a:lnTo>
                  <a:pt x="132933" y="142915"/>
                </a:lnTo>
                <a:lnTo>
                  <a:pt x="132292" y="143686"/>
                </a:lnTo>
                <a:lnTo>
                  <a:pt x="131663" y="144467"/>
                </a:lnTo>
                <a:lnTo>
                  <a:pt x="131048" y="145256"/>
                </a:lnTo>
                <a:lnTo>
                  <a:pt x="130446" y="146054"/>
                </a:lnTo>
                <a:lnTo>
                  <a:pt x="129858" y="146861"/>
                </a:lnTo>
                <a:lnTo>
                  <a:pt x="129282" y="147677"/>
                </a:lnTo>
                <a:lnTo>
                  <a:pt x="128720" y="148502"/>
                </a:lnTo>
                <a:lnTo>
                  <a:pt x="128171" y="149335"/>
                </a:lnTo>
                <a:lnTo>
                  <a:pt x="127635" y="150178"/>
                </a:lnTo>
                <a:lnTo>
                  <a:pt x="127110" y="151026"/>
                </a:lnTo>
                <a:lnTo>
                  <a:pt x="126594" y="151880"/>
                </a:lnTo>
                <a:lnTo>
                  <a:pt x="126087" y="152737"/>
                </a:lnTo>
                <a:lnTo>
                  <a:pt x="125589" y="153599"/>
                </a:lnTo>
                <a:lnTo>
                  <a:pt x="125099" y="154466"/>
                </a:lnTo>
                <a:lnTo>
                  <a:pt x="124619" y="155337"/>
                </a:lnTo>
                <a:lnTo>
                  <a:pt x="124147" y="156212"/>
                </a:lnTo>
                <a:lnTo>
                  <a:pt x="123684" y="157092"/>
                </a:lnTo>
                <a:lnTo>
                  <a:pt x="123230" y="157976"/>
                </a:lnTo>
                <a:lnTo>
                  <a:pt x="122784" y="158865"/>
                </a:lnTo>
                <a:lnTo>
                  <a:pt x="122348" y="159758"/>
                </a:lnTo>
                <a:lnTo>
                  <a:pt x="121920" y="160655"/>
                </a:lnTo>
                <a:lnTo>
                  <a:pt x="113982" y="160655"/>
                </a:lnTo>
                <a:lnTo>
                  <a:pt x="108505" y="160615"/>
                </a:lnTo>
                <a:lnTo>
                  <a:pt x="103183" y="160496"/>
                </a:lnTo>
                <a:lnTo>
                  <a:pt x="98018" y="160298"/>
                </a:lnTo>
                <a:lnTo>
                  <a:pt x="93010" y="160020"/>
                </a:lnTo>
                <a:lnTo>
                  <a:pt x="88158" y="159663"/>
                </a:lnTo>
                <a:lnTo>
                  <a:pt x="83463" y="159226"/>
                </a:lnTo>
                <a:lnTo>
                  <a:pt x="78924" y="158710"/>
                </a:lnTo>
                <a:lnTo>
                  <a:pt x="74542" y="158115"/>
                </a:lnTo>
                <a:lnTo>
                  <a:pt x="70316" y="157440"/>
                </a:lnTo>
                <a:lnTo>
                  <a:pt x="66247" y="156686"/>
                </a:lnTo>
                <a:lnTo>
                  <a:pt x="62335" y="155853"/>
                </a:lnTo>
                <a:lnTo>
                  <a:pt x="58579" y="154940"/>
                </a:lnTo>
                <a:lnTo>
                  <a:pt x="54933" y="153957"/>
                </a:lnTo>
                <a:lnTo>
                  <a:pt x="51351" y="152912"/>
                </a:lnTo>
                <a:lnTo>
                  <a:pt x="47833" y="151805"/>
                </a:lnTo>
                <a:lnTo>
                  <a:pt x="44379" y="150636"/>
                </a:lnTo>
                <a:lnTo>
                  <a:pt x="40989" y="149406"/>
                </a:lnTo>
                <a:lnTo>
                  <a:pt x="37663" y="148114"/>
                </a:lnTo>
                <a:lnTo>
                  <a:pt x="34401" y="146760"/>
                </a:lnTo>
                <a:lnTo>
                  <a:pt x="31203" y="145344"/>
                </a:lnTo>
                <a:lnTo>
                  <a:pt x="28069" y="143867"/>
                </a:lnTo>
                <a:lnTo>
                  <a:pt x="24999" y="142328"/>
                </a:lnTo>
                <a:lnTo>
                  <a:pt x="21992" y="140727"/>
                </a:lnTo>
                <a:lnTo>
                  <a:pt x="19050" y="139065"/>
                </a:lnTo>
                <a:lnTo>
                  <a:pt x="19050" y="179070"/>
                </a:lnTo>
                <a:lnTo>
                  <a:pt x="19370" y="179971"/>
                </a:lnTo>
                <a:lnTo>
                  <a:pt x="19800" y="180874"/>
                </a:lnTo>
                <a:lnTo>
                  <a:pt x="20340" y="181779"/>
                </a:lnTo>
                <a:lnTo>
                  <a:pt x="20990" y="182686"/>
                </a:lnTo>
                <a:lnTo>
                  <a:pt x="21751" y="183595"/>
                </a:lnTo>
                <a:lnTo>
                  <a:pt x="22622" y="184507"/>
                </a:lnTo>
                <a:lnTo>
                  <a:pt x="23603" y="185421"/>
                </a:lnTo>
                <a:lnTo>
                  <a:pt x="24694" y="186337"/>
                </a:lnTo>
                <a:lnTo>
                  <a:pt x="25896" y="187256"/>
                </a:lnTo>
                <a:lnTo>
                  <a:pt x="27208" y="188176"/>
                </a:lnTo>
                <a:lnTo>
                  <a:pt x="28630" y="189099"/>
                </a:lnTo>
                <a:lnTo>
                  <a:pt x="30162" y="190024"/>
                </a:lnTo>
                <a:lnTo>
                  <a:pt x="31780" y="190941"/>
                </a:lnTo>
                <a:lnTo>
                  <a:pt x="33457" y="191841"/>
                </a:lnTo>
                <a:lnTo>
                  <a:pt x="35193" y="192722"/>
                </a:lnTo>
                <a:lnTo>
                  <a:pt x="36989" y="193587"/>
                </a:lnTo>
                <a:lnTo>
                  <a:pt x="38844" y="194433"/>
                </a:lnTo>
                <a:lnTo>
                  <a:pt x="40759" y="195262"/>
                </a:lnTo>
                <a:lnTo>
                  <a:pt x="42734" y="196074"/>
                </a:lnTo>
                <a:lnTo>
                  <a:pt x="44768" y="196868"/>
                </a:lnTo>
                <a:lnTo>
                  <a:pt x="46861" y="197644"/>
                </a:lnTo>
                <a:lnTo>
                  <a:pt x="49014" y="198402"/>
                </a:lnTo>
                <a:lnTo>
                  <a:pt x="51227" y="199143"/>
                </a:lnTo>
                <a:lnTo>
                  <a:pt x="53499" y="199866"/>
                </a:lnTo>
                <a:lnTo>
                  <a:pt x="55819" y="200570"/>
                </a:lnTo>
                <a:lnTo>
                  <a:pt x="58177" y="201251"/>
                </a:lnTo>
                <a:lnTo>
                  <a:pt x="60573" y="201910"/>
                </a:lnTo>
                <a:lnTo>
                  <a:pt x="63006" y="202547"/>
                </a:lnTo>
                <a:lnTo>
                  <a:pt x="65477" y="203163"/>
                </a:lnTo>
                <a:lnTo>
                  <a:pt x="67985" y="203756"/>
                </a:lnTo>
                <a:lnTo>
                  <a:pt x="70530" y="204327"/>
                </a:lnTo>
                <a:lnTo>
                  <a:pt x="73113" y="204876"/>
                </a:lnTo>
                <a:lnTo>
                  <a:pt x="75734" y="205403"/>
                </a:lnTo>
                <a:lnTo>
                  <a:pt x="78392" y="205908"/>
                </a:lnTo>
                <a:lnTo>
                  <a:pt x="81087" y="206390"/>
                </a:lnTo>
                <a:lnTo>
                  <a:pt x="83820" y="206851"/>
                </a:lnTo>
                <a:lnTo>
                  <a:pt x="86565" y="207282"/>
                </a:lnTo>
                <a:lnTo>
                  <a:pt x="89297" y="207676"/>
                </a:lnTo>
                <a:lnTo>
                  <a:pt x="92015" y="208032"/>
                </a:lnTo>
                <a:lnTo>
                  <a:pt x="94721" y="208351"/>
                </a:lnTo>
                <a:lnTo>
                  <a:pt x="97413" y="208632"/>
                </a:lnTo>
                <a:lnTo>
                  <a:pt x="100092" y="208875"/>
                </a:lnTo>
                <a:lnTo>
                  <a:pt x="102758" y="209081"/>
                </a:lnTo>
                <a:lnTo>
                  <a:pt x="105410" y="209250"/>
                </a:lnTo>
                <a:lnTo>
                  <a:pt x="108049" y="209381"/>
                </a:lnTo>
                <a:lnTo>
                  <a:pt x="110675" y="209475"/>
                </a:lnTo>
                <a:lnTo>
                  <a:pt x="113288" y="209531"/>
                </a:lnTo>
                <a:lnTo>
                  <a:pt x="115888" y="20955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2"/>
          <p:cNvSpPr/>
          <p:nvPr/>
        </p:nvSpPr>
        <p:spPr>
          <a:xfrm>
            <a:off x="6377940" y="281178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3" name="블록 CDC 수집"/>
          <p:cNvSpPr/>
          <p:nvPr/>
        </p:nvSpPr>
        <p:spPr>
          <a:xfrm>
            <a:off x="3124200" y="3794760"/>
            <a:ext cx="1722120" cy="929640"/>
          </a:xfrm>
          <a:prstGeom prst="roundRect">
            <a:avLst>
              <a:gd name="adj" fmla="val 9836"/>
            </a:avLst>
          </a:prstGeom>
          <a:solidFill>
            <a:srgbClr val="D3E5F8"/>
          </a:solidFill>
          <a:ln w="18288">
            <a:solidFill>
              <a:srgbClr val="0F3C78"/>
            </a:solidFill>
          </a:ln>
        </p:spPr>
        <p:txBody>
          <a:bodyPr rtlCol="0" anchor="t" lIns="45720" tIns="4610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CDC 수집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Debezium Embedded</a:t>
            </a:r>
          </a:p>
        </p:txBody>
      </p:sp>
      <p:sp>
        <p:nvSpPr>
          <p:cNvPr id="24" name="아이콘 sync"/>
          <p:cNvSpPr/>
          <p:nvPr/>
        </p:nvSpPr>
        <p:spPr>
          <a:xfrm>
            <a:off x="3883660" y="39560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222" y="203200"/>
                </a:moveTo>
                <a:lnTo>
                  <a:pt x="2222" y="184150"/>
                </a:lnTo>
                <a:lnTo>
                  <a:pt x="43498" y="184150"/>
                </a:lnTo>
                <a:lnTo>
                  <a:pt x="38735" y="180340"/>
                </a:lnTo>
                <a:lnTo>
                  <a:pt x="35426" y="177621"/>
                </a:lnTo>
                <a:lnTo>
                  <a:pt x="32270" y="174863"/>
                </a:lnTo>
                <a:lnTo>
                  <a:pt x="29270" y="172065"/>
                </a:lnTo>
                <a:lnTo>
                  <a:pt x="26423" y="169228"/>
                </a:lnTo>
                <a:lnTo>
                  <a:pt x="23731" y="166350"/>
                </a:lnTo>
                <a:lnTo>
                  <a:pt x="21193" y="163433"/>
                </a:lnTo>
                <a:lnTo>
                  <a:pt x="18810" y="160476"/>
                </a:lnTo>
                <a:lnTo>
                  <a:pt x="16581" y="157480"/>
                </a:lnTo>
                <a:lnTo>
                  <a:pt x="14506" y="154444"/>
                </a:lnTo>
                <a:lnTo>
                  <a:pt x="12585" y="151368"/>
                </a:lnTo>
                <a:lnTo>
                  <a:pt x="10819" y="148253"/>
                </a:lnTo>
                <a:lnTo>
                  <a:pt x="9208" y="145098"/>
                </a:lnTo>
                <a:lnTo>
                  <a:pt x="7737" y="141892"/>
                </a:lnTo>
                <a:lnTo>
                  <a:pt x="6394" y="138624"/>
                </a:lnTo>
                <a:lnTo>
                  <a:pt x="5179" y="135295"/>
                </a:lnTo>
                <a:lnTo>
                  <a:pt x="4092" y="131904"/>
                </a:lnTo>
                <a:lnTo>
                  <a:pt x="3133" y="128451"/>
                </a:lnTo>
                <a:lnTo>
                  <a:pt x="2302" y="124936"/>
                </a:lnTo>
                <a:lnTo>
                  <a:pt x="1599" y="121360"/>
                </a:lnTo>
                <a:lnTo>
                  <a:pt x="1023" y="117722"/>
                </a:lnTo>
                <a:lnTo>
                  <a:pt x="575" y="114022"/>
                </a:lnTo>
                <a:lnTo>
                  <a:pt x="256" y="110261"/>
                </a:lnTo>
                <a:lnTo>
                  <a:pt x="64" y="106437"/>
                </a:lnTo>
                <a:lnTo>
                  <a:pt x="0" y="102552"/>
                </a:lnTo>
                <a:lnTo>
                  <a:pt x="138" y="96991"/>
                </a:lnTo>
                <a:lnTo>
                  <a:pt x="551" y="91524"/>
                </a:lnTo>
                <a:lnTo>
                  <a:pt x="1240" y="86152"/>
                </a:lnTo>
                <a:lnTo>
                  <a:pt x="2205" y="80874"/>
                </a:lnTo>
                <a:lnTo>
                  <a:pt x="3445" y="75692"/>
                </a:lnTo>
                <a:lnTo>
                  <a:pt x="4961" y="70604"/>
                </a:lnTo>
                <a:lnTo>
                  <a:pt x="6752" y="65611"/>
                </a:lnTo>
                <a:lnTo>
                  <a:pt x="8819" y="60713"/>
                </a:lnTo>
                <a:lnTo>
                  <a:pt x="11162" y="55910"/>
                </a:lnTo>
                <a:lnTo>
                  <a:pt x="13780" y="51201"/>
                </a:lnTo>
                <a:lnTo>
                  <a:pt x="16674" y="46588"/>
                </a:lnTo>
                <a:lnTo>
                  <a:pt x="19844" y="42069"/>
                </a:lnTo>
                <a:lnTo>
                  <a:pt x="23238" y="37713"/>
                </a:lnTo>
                <a:lnTo>
                  <a:pt x="26807" y="33589"/>
                </a:lnTo>
                <a:lnTo>
                  <a:pt x="30549" y="29696"/>
                </a:lnTo>
                <a:lnTo>
                  <a:pt x="34466" y="26035"/>
                </a:lnTo>
                <a:lnTo>
                  <a:pt x="38558" y="22605"/>
                </a:lnTo>
                <a:lnTo>
                  <a:pt x="42823" y="19407"/>
                </a:lnTo>
                <a:lnTo>
                  <a:pt x="47262" y="16441"/>
                </a:lnTo>
                <a:lnTo>
                  <a:pt x="51876" y="13705"/>
                </a:lnTo>
                <a:lnTo>
                  <a:pt x="56664" y="11202"/>
                </a:lnTo>
                <a:lnTo>
                  <a:pt x="61626" y="8930"/>
                </a:lnTo>
                <a:lnTo>
                  <a:pt x="66762" y="6889"/>
                </a:lnTo>
                <a:lnTo>
                  <a:pt x="72072" y="5080"/>
                </a:lnTo>
                <a:lnTo>
                  <a:pt x="72072" y="24765"/>
                </a:lnTo>
                <a:lnTo>
                  <a:pt x="68168" y="26384"/>
                </a:lnTo>
                <a:lnTo>
                  <a:pt x="64391" y="28174"/>
                </a:lnTo>
                <a:lnTo>
                  <a:pt x="60742" y="30133"/>
                </a:lnTo>
                <a:lnTo>
                  <a:pt x="57221" y="32262"/>
                </a:lnTo>
                <a:lnTo>
                  <a:pt x="53827" y="34560"/>
                </a:lnTo>
                <a:lnTo>
                  <a:pt x="50562" y="37028"/>
                </a:lnTo>
                <a:lnTo>
                  <a:pt x="47424" y="39667"/>
                </a:lnTo>
                <a:lnTo>
                  <a:pt x="44415" y="42474"/>
                </a:lnTo>
                <a:lnTo>
                  <a:pt x="41533" y="45452"/>
                </a:lnTo>
                <a:lnTo>
                  <a:pt x="38779" y="48600"/>
                </a:lnTo>
                <a:lnTo>
                  <a:pt x="36153" y="51917"/>
                </a:lnTo>
                <a:lnTo>
                  <a:pt x="33655" y="55404"/>
                </a:lnTo>
                <a:lnTo>
                  <a:pt x="31322" y="59005"/>
                </a:lnTo>
                <a:lnTo>
                  <a:pt x="29192" y="62667"/>
                </a:lnTo>
                <a:lnTo>
                  <a:pt x="27265" y="66387"/>
                </a:lnTo>
                <a:lnTo>
                  <a:pt x="25541" y="70168"/>
                </a:lnTo>
                <a:lnTo>
                  <a:pt x="24020" y="74007"/>
                </a:lnTo>
                <a:lnTo>
                  <a:pt x="22701" y="77907"/>
                </a:lnTo>
                <a:lnTo>
                  <a:pt x="21586" y="81865"/>
                </a:lnTo>
                <a:lnTo>
                  <a:pt x="20673" y="85884"/>
                </a:lnTo>
                <a:lnTo>
                  <a:pt x="19963" y="89962"/>
                </a:lnTo>
                <a:lnTo>
                  <a:pt x="19456" y="94099"/>
                </a:lnTo>
                <a:lnTo>
                  <a:pt x="19151" y="98296"/>
                </a:lnTo>
                <a:lnTo>
                  <a:pt x="19050" y="102552"/>
                </a:lnTo>
                <a:lnTo>
                  <a:pt x="19102" y="105850"/>
                </a:lnTo>
                <a:lnTo>
                  <a:pt x="19257" y="109074"/>
                </a:lnTo>
                <a:lnTo>
                  <a:pt x="19516" y="112226"/>
                </a:lnTo>
                <a:lnTo>
                  <a:pt x="19879" y="115305"/>
                </a:lnTo>
                <a:lnTo>
                  <a:pt x="20345" y="118312"/>
                </a:lnTo>
                <a:lnTo>
                  <a:pt x="20915" y="121245"/>
                </a:lnTo>
                <a:lnTo>
                  <a:pt x="21589" y="124106"/>
                </a:lnTo>
                <a:lnTo>
                  <a:pt x="22366" y="126894"/>
                </a:lnTo>
                <a:lnTo>
                  <a:pt x="23247" y="129609"/>
                </a:lnTo>
                <a:lnTo>
                  <a:pt x="24231" y="132252"/>
                </a:lnTo>
                <a:lnTo>
                  <a:pt x="25320" y="134822"/>
                </a:lnTo>
                <a:lnTo>
                  <a:pt x="26511" y="137319"/>
                </a:lnTo>
                <a:lnTo>
                  <a:pt x="27791" y="139752"/>
                </a:lnTo>
                <a:lnTo>
                  <a:pt x="29144" y="142130"/>
                </a:lnTo>
                <a:lnTo>
                  <a:pt x="30569" y="144453"/>
                </a:lnTo>
                <a:lnTo>
                  <a:pt x="32068" y="146720"/>
                </a:lnTo>
                <a:lnTo>
                  <a:pt x="33638" y="148933"/>
                </a:lnTo>
                <a:lnTo>
                  <a:pt x="35282" y="151090"/>
                </a:lnTo>
                <a:lnTo>
                  <a:pt x="36999" y="153193"/>
                </a:lnTo>
                <a:lnTo>
                  <a:pt x="38788" y="155240"/>
                </a:lnTo>
                <a:lnTo>
                  <a:pt x="40650" y="157232"/>
                </a:lnTo>
                <a:lnTo>
                  <a:pt x="42585" y="159169"/>
                </a:lnTo>
                <a:lnTo>
                  <a:pt x="44592" y="161051"/>
                </a:lnTo>
                <a:lnTo>
                  <a:pt x="46672" y="162877"/>
                </a:lnTo>
                <a:lnTo>
                  <a:pt x="56197" y="169545"/>
                </a:lnTo>
                <a:lnTo>
                  <a:pt x="56197" y="130175"/>
                </a:lnTo>
                <a:lnTo>
                  <a:pt x="75247" y="130175"/>
                </a:lnTo>
                <a:lnTo>
                  <a:pt x="75247" y="203200"/>
                </a:lnTo>
                <a:lnTo>
                  <a:pt x="2222" y="203200"/>
                </a:lnTo>
                <a:close/>
                <a:moveTo>
                  <a:pt x="131445" y="198438"/>
                </a:moveTo>
                <a:lnTo>
                  <a:pt x="131445" y="178435"/>
                </a:lnTo>
                <a:lnTo>
                  <a:pt x="135398" y="176816"/>
                </a:lnTo>
                <a:lnTo>
                  <a:pt x="139215" y="175026"/>
                </a:lnTo>
                <a:lnTo>
                  <a:pt x="142895" y="173067"/>
                </a:lnTo>
                <a:lnTo>
                  <a:pt x="146438" y="170938"/>
                </a:lnTo>
                <a:lnTo>
                  <a:pt x="149845" y="168640"/>
                </a:lnTo>
                <a:lnTo>
                  <a:pt x="153114" y="166172"/>
                </a:lnTo>
                <a:lnTo>
                  <a:pt x="156247" y="163533"/>
                </a:lnTo>
                <a:lnTo>
                  <a:pt x="159244" y="160726"/>
                </a:lnTo>
                <a:lnTo>
                  <a:pt x="162104" y="157748"/>
                </a:lnTo>
                <a:lnTo>
                  <a:pt x="164827" y="154600"/>
                </a:lnTo>
                <a:lnTo>
                  <a:pt x="167413" y="151283"/>
                </a:lnTo>
                <a:lnTo>
                  <a:pt x="169863" y="147796"/>
                </a:lnTo>
                <a:lnTo>
                  <a:pt x="172145" y="144195"/>
                </a:lnTo>
                <a:lnTo>
                  <a:pt x="174228" y="140533"/>
                </a:lnTo>
                <a:lnTo>
                  <a:pt x="176113" y="136813"/>
                </a:lnTo>
                <a:lnTo>
                  <a:pt x="177800" y="133032"/>
                </a:lnTo>
                <a:lnTo>
                  <a:pt x="179288" y="129193"/>
                </a:lnTo>
                <a:lnTo>
                  <a:pt x="180578" y="125293"/>
                </a:lnTo>
                <a:lnTo>
                  <a:pt x="181670" y="121335"/>
                </a:lnTo>
                <a:lnTo>
                  <a:pt x="182562" y="117316"/>
                </a:lnTo>
                <a:lnTo>
                  <a:pt x="183257" y="113238"/>
                </a:lnTo>
                <a:lnTo>
                  <a:pt x="183753" y="109101"/>
                </a:lnTo>
                <a:lnTo>
                  <a:pt x="184051" y="104904"/>
                </a:lnTo>
                <a:lnTo>
                  <a:pt x="184150" y="100648"/>
                </a:lnTo>
                <a:lnTo>
                  <a:pt x="184098" y="98104"/>
                </a:lnTo>
                <a:lnTo>
                  <a:pt x="183943" y="95554"/>
                </a:lnTo>
                <a:lnTo>
                  <a:pt x="183684" y="92998"/>
                </a:lnTo>
                <a:lnTo>
                  <a:pt x="183321" y="90435"/>
                </a:lnTo>
                <a:lnTo>
                  <a:pt x="182855" y="87865"/>
                </a:lnTo>
                <a:lnTo>
                  <a:pt x="182285" y="85288"/>
                </a:lnTo>
                <a:lnTo>
                  <a:pt x="181611" y="82705"/>
                </a:lnTo>
                <a:lnTo>
                  <a:pt x="180834" y="80116"/>
                </a:lnTo>
                <a:lnTo>
                  <a:pt x="179953" y="77520"/>
                </a:lnTo>
                <a:lnTo>
                  <a:pt x="178969" y="74917"/>
                </a:lnTo>
                <a:lnTo>
                  <a:pt x="177880" y="72307"/>
                </a:lnTo>
                <a:lnTo>
                  <a:pt x="176689" y="69691"/>
                </a:lnTo>
                <a:lnTo>
                  <a:pt x="175413" y="67097"/>
                </a:lnTo>
                <a:lnTo>
                  <a:pt x="174074" y="64554"/>
                </a:lnTo>
                <a:lnTo>
                  <a:pt x="172670" y="62061"/>
                </a:lnTo>
                <a:lnTo>
                  <a:pt x="171203" y="59619"/>
                </a:lnTo>
                <a:lnTo>
                  <a:pt x="169672" y="57228"/>
                </a:lnTo>
                <a:lnTo>
                  <a:pt x="168077" y="54888"/>
                </a:lnTo>
                <a:lnTo>
                  <a:pt x="166417" y="52598"/>
                </a:lnTo>
                <a:lnTo>
                  <a:pt x="164694" y="50359"/>
                </a:lnTo>
                <a:lnTo>
                  <a:pt x="162907" y="48171"/>
                </a:lnTo>
                <a:lnTo>
                  <a:pt x="161056" y="46033"/>
                </a:lnTo>
                <a:lnTo>
                  <a:pt x="159141" y="43946"/>
                </a:lnTo>
                <a:lnTo>
                  <a:pt x="157162" y="41910"/>
                </a:lnTo>
                <a:lnTo>
                  <a:pt x="147955" y="33655"/>
                </a:lnTo>
                <a:lnTo>
                  <a:pt x="147955" y="73025"/>
                </a:lnTo>
                <a:lnTo>
                  <a:pt x="128905" y="73025"/>
                </a:lnTo>
                <a:lnTo>
                  <a:pt x="128905" y="0"/>
                </a:lnTo>
                <a:lnTo>
                  <a:pt x="201930" y="0"/>
                </a:lnTo>
                <a:lnTo>
                  <a:pt x="201930" y="19050"/>
                </a:lnTo>
                <a:lnTo>
                  <a:pt x="160338" y="19050"/>
                </a:lnTo>
                <a:lnTo>
                  <a:pt x="165100" y="23495"/>
                </a:lnTo>
                <a:lnTo>
                  <a:pt x="168209" y="26476"/>
                </a:lnTo>
                <a:lnTo>
                  <a:pt x="171185" y="29492"/>
                </a:lnTo>
                <a:lnTo>
                  <a:pt x="174030" y="32544"/>
                </a:lnTo>
                <a:lnTo>
                  <a:pt x="176742" y="35631"/>
                </a:lnTo>
                <a:lnTo>
                  <a:pt x="179321" y="38753"/>
                </a:lnTo>
                <a:lnTo>
                  <a:pt x="181769" y="41910"/>
                </a:lnTo>
                <a:lnTo>
                  <a:pt x="184084" y="45103"/>
                </a:lnTo>
                <a:lnTo>
                  <a:pt x="186267" y="48331"/>
                </a:lnTo>
                <a:lnTo>
                  <a:pt x="188317" y="51594"/>
                </a:lnTo>
                <a:lnTo>
                  <a:pt x="190235" y="54892"/>
                </a:lnTo>
                <a:lnTo>
                  <a:pt x="192021" y="58226"/>
                </a:lnTo>
                <a:lnTo>
                  <a:pt x="193675" y="61595"/>
                </a:lnTo>
                <a:lnTo>
                  <a:pt x="195196" y="64971"/>
                </a:lnTo>
                <a:lnTo>
                  <a:pt x="196585" y="68324"/>
                </a:lnTo>
                <a:lnTo>
                  <a:pt x="197842" y="71656"/>
                </a:lnTo>
                <a:lnTo>
                  <a:pt x="198967" y="74965"/>
                </a:lnTo>
                <a:lnTo>
                  <a:pt x="199959" y="78253"/>
                </a:lnTo>
                <a:lnTo>
                  <a:pt x="200819" y="81518"/>
                </a:lnTo>
                <a:lnTo>
                  <a:pt x="201546" y="84761"/>
                </a:lnTo>
                <a:lnTo>
                  <a:pt x="202142" y="87983"/>
                </a:lnTo>
                <a:lnTo>
                  <a:pt x="202605" y="91182"/>
                </a:lnTo>
                <a:lnTo>
                  <a:pt x="202935" y="94359"/>
                </a:lnTo>
                <a:lnTo>
                  <a:pt x="203134" y="97514"/>
                </a:lnTo>
                <a:lnTo>
                  <a:pt x="203200" y="100648"/>
                </a:lnTo>
                <a:lnTo>
                  <a:pt x="203063" y="106210"/>
                </a:lnTo>
                <a:lnTo>
                  <a:pt x="202653" y="111681"/>
                </a:lnTo>
                <a:lnTo>
                  <a:pt x="201970" y="117058"/>
                </a:lnTo>
                <a:lnTo>
                  <a:pt x="201013" y="122343"/>
                </a:lnTo>
                <a:lnTo>
                  <a:pt x="199782" y="127536"/>
                </a:lnTo>
                <a:lnTo>
                  <a:pt x="198279" y="132636"/>
                </a:lnTo>
                <a:lnTo>
                  <a:pt x="196502" y="137643"/>
                </a:lnTo>
                <a:lnTo>
                  <a:pt x="194451" y="142558"/>
                </a:lnTo>
                <a:lnTo>
                  <a:pt x="192127" y="147380"/>
                </a:lnTo>
                <a:lnTo>
                  <a:pt x="189530" y="152109"/>
                </a:lnTo>
                <a:lnTo>
                  <a:pt x="186659" y="156746"/>
                </a:lnTo>
                <a:lnTo>
                  <a:pt x="183515" y="161290"/>
                </a:lnTo>
                <a:lnTo>
                  <a:pt x="180146" y="165671"/>
                </a:lnTo>
                <a:lnTo>
                  <a:pt x="176601" y="169818"/>
                </a:lnTo>
                <a:lnTo>
                  <a:pt x="172879" y="173732"/>
                </a:lnTo>
                <a:lnTo>
                  <a:pt x="168981" y="177412"/>
                </a:lnTo>
                <a:lnTo>
                  <a:pt x="164906" y="180858"/>
                </a:lnTo>
                <a:lnTo>
                  <a:pt x="160655" y="184071"/>
                </a:lnTo>
                <a:lnTo>
                  <a:pt x="156228" y="187049"/>
                </a:lnTo>
                <a:lnTo>
                  <a:pt x="151624" y="189794"/>
                </a:lnTo>
                <a:lnTo>
                  <a:pt x="146844" y="192306"/>
                </a:lnTo>
                <a:lnTo>
                  <a:pt x="141887" y="194583"/>
                </a:lnTo>
                <a:lnTo>
                  <a:pt x="136754" y="196627"/>
                </a:lnTo>
                <a:lnTo>
                  <a:pt x="131445" y="198438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3177540" y="384810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6" name="블록 변경 이벤트 버퍼"/>
          <p:cNvSpPr/>
          <p:nvPr/>
        </p:nvSpPr>
        <p:spPr>
          <a:xfrm>
            <a:off x="5234940" y="3794760"/>
            <a:ext cx="1722120" cy="92964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610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변경 이벤트 버퍼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kdms.change_log</a:t>
            </a:r>
          </a:p>
        </p:txBody>
      </p:sp>
      <p:sp>
        <p:nvSpPr>
          <p:cNvPr id="27" name="아이콘 receipt_long"/>
          <p:cNvSpPr/>
          <p:nvPr/>
        </p:nvSpPr>
        <p:spPr>
          <a:xfrm>
            <a:off x="5980748" y="3930650"/>
            <a:ext cx="230504" cy="254000"/>
          </a:xfrm>
          <a:custGeom>
            <a:avLst/>
            <a:gdLst/>
            <a:ahLst/>
            <a:cxnLst/>
            <a:rect l="l" t="t" r="r" b="b"/>
            <a:pathLst>
              <a:path w="230504" h="254000">
                <a:moveTo>
                  <a:pt x="33337" y="254000"/>
                </a:moveTo>
                <a:lnTo>
                  <a:pt x="31051" y="253932"/>
                </a:lnTo>
                <a:lnTo>
                  <a:pt x="28823" y="253730"/>
                </a:lnTo>
                <a:lnTo>
                  <a:pt x="26652" y="253392"/>
                </a:lnTo>
                <a:lnTo>
                  <a:pt x="24540" y="252919"/>
                </a:lnTo>
                <a:lnTo>
                  <a:pt x="22485" y="252312"/>
                </a:lnTo>
                <a:lnTo>
                  <a:pt x="20489" y="251569"/>
                </a:lnTo>
                <a:lnTo>
                  <a:pt x="18550" y="250691"/>
                </a:lnTo>
                <a:lnTo>
                  <a:pt x="16669" y="249678"/>
                </a:lnTo>
                <a:lnTo>
                  <a:pt x="14846" y="248530"/>
                </a:lnTo>
                <a:lnTo>
                  <a:pt x="13081" y="247247"/>
                </a:lnTo>
                <a:lnTo>
                  <a:pt x="11374" y="245828"/>
                </a:lnTo>
                <a:lnTo>
                  <a:pt x="9725" y="244275"/>
                </a:lnTo>
                <a:lnTo>
                  <a:pt x="8171" y="242626"/>
                </a:lnTo>
                <a:lnTo>
                  <a:pt x="6753" y="240919"/>
                </a:lnTo>
                <a:lnTo>
                  <a:pt x="5470" y="239154"/>
                </a:lnTo>
                <a:lnTo>
                  <a:pt x="4322" y="237331"/>
                </a:lnTo>
                <a:lnTo>
                  <a:pt x="3309" y="235450"/>
                </a:lnTo>
                <a:lnTo>
                  <a:pt x="2431" y="233511"/>
                </a:lnTo>
                <a:lnTo>
                  <a:pt x="1688" y="231514"/>
                </a:lnTo>
                <a:lnTo>
                  <a:pt x="1080" y="229460"/>
                </a:lnTo>
                <a:lnTo>
                  <a:pt x="607" y="227347"/>
                </a:lnTo>
                <a:lnTo>
                  <a:pt x="270" y="225177"/>
                </a:lnTo>
                <a:lnTo>
                  <a:pt x="67" y="222949"/>
                </a:lnTo>
                <a:lnTo>
                  <a:pt x="0" y="220662"/>
                </a:lnTo>
                <a:lnTo>
                  <a:pt x="0" y="180975"/>
                </a:lnTo>
                <a:lnTo>
                  <a:pt x="40322" y="180975"/>
                </a:lnTo>
                <a:lnTo>
                  <a:pt x="40322" y="0"/>
                </a:lnTo>
                <a:lnTo>
                  <a:pt x="59308" y="19050"/>
                </a:lnTo>
                <a:lnTo>
                  <a:pt x="78295" y="0"/>
                </a:lnTo>
                <a:lnTo>
                  <a:pt x="97282" y="19050"/>
                </a:lnTo>
                <a:lnTo>
                  <a:pt x="116268" y="0"/>
                </a:lnTo>
                <a:lnTo>
                  <a:pt x="135254" y="19050"/>
                </a:lnTo>
                <a:lnTo>
                  <a:pt x="154304" y="0"/>
                </a:lnTo>
                <a:lnTo>
                  <a:pt x="173354" y="19050"/>
                </a:lnTo>
                <a:lnTo>
                  <a:pt x="192404" y="0"/>
                </a:lnTo>
                <a:lnTo>
                  <a:pt x="211454" y="19050"/>
                </a:lnTo>
                <a:lnTo>
                  <a:pt x="230504" y="0"/>
                </a:lnTo>
                <a:lnTo>
                  <a:pt x="230504" y="220662"/>
                </a:lnTo>
                <a:lnTo>
                  <a:pt x="230437" y="222949"/>
                </a:lnTo>
                <a:lnTo>
                  <a:pt x="230234" y="225177"/>
                </a:lnTo>
                <a:lnTo>
                  <a:pt x="229897" y="227347"/>
                </a:lnTo>
                <a:lnTo>
                  <a:pt x="229424" y="229460"/>
                </a:lnTo>
                <a:lnTo>
                  <a:pt x="228817" y="231514"/>
                </a:lnTo>
                <a:lnTo>
                  <a:pt x="228074" y="233511"/>
                </a:lnTo>
                <a:lnTo>
                  <a:pt x="227196" y="235450"/>
                </a:lnTo>
                <a:lnTo>
                  <a:pt x="226184" y="237331"/>
                </a:lnTo>
                <a:lnTo>
                  <a:pt x="225036" y="239154"/>
                </a:lnTo>
                <a:lnTo>
                  <a:pt x="223753" y="240919"/>
                </a:lnTo>
                <a:lnTo>
                  <a:pt x="222335" y="242626"/>
                </a:lnTo>
                <a:lnTo>
                  <a:pt x="220783" y="244275"/>
                </a:lnTo>
                <a:lnTo>
                  <a:pt x="219133" y="245828"/>
                </a:lnTo>
                <a:lnTo>
                  <a:pt x="217425" y="247247"/>
                </a:lnTo>
                <a:lnTo>
                  <a:pt x="215660" y="248530"/>
                </a:lnTo>
                <a:lnTo>
                  <a:pt x="213836" y="249678"/>
                </a:lnTo>
                <a:lnTo>
                  <a:pt x="211955" y="250691"/>
                </a:lnTo>
                <a:lnTo>
                  <a:pt x="210016" y="251569"/>
                </a:lnTo>
                <a:lnTo>
                  <a:pt x="208019" y="252312"/>
                </a:lnTo>
                <a:lnTo>
                  <a:pt x="205965" y="252919"/>
                </a:lnTo>
                <a:lnTo>
                  <a:pt x="203852" y="253392"/>
                </a:lnTo>
                <a:lnTo>
                  <a:pt x="201681" y="253730"/>
                </a:lnTo>
                <a:lnTo>
                  <a:pt x="199453" y="253932"/>
                </a:lnTo>
                <a:lnTo>
                  <a:pt x="197167" y="254000"/>
                </a:lnTo>
                <a:lnTo>
                  <a:pt x="33337" y="254000"/>
                </a:lnTo>
                <a:close/>
                <a:moveTo>
                  <a:pt x="197167" y="234950"/>
                </a:moveTo>
                <a:lnTo>
                  <a:pt x="198209" y="234922"/>
                </a:lnTo>
                <a:lnTo>
                  <a:pt x="199218" y="234840"/>
                </a:lnTo>
                <a:lnTo>
                  <a:pt x="200193" y="234702"/>
                </a:lnTo>
                <a:lnTo>
                  <a:pt x="201136" y="234509"/>
                </a:lnTo>
                <a:lnTo>
                  <a:pt x="202045" y="234261"/>
                </a:lnTo>
                <a:lnTo>
                  <a:pt x="202922" y="233958"/>
                </a:lnTo>
                <a:lnTo>
                  <a:pt x="203765" y="233600"/>
                </a:lnTo>
                <a:lnTo>
                  <a:pt x="204575" y="233186"/>
                </a:lnTo>
                <a:lnTo>
                  <a:pt x="205353" y="232718"/>
                </a:lnTo>
                <a:lnTo>
                  <a:pt x="206097" y="232194"/>
                </a:lnTo>
                <a:lnTo>
                  <a:pt x="206808" y="231615"/>
                </a:lnTo>
                <a:lnTo>
                  <a:pt x="207486" y="230981"/>
                </a:lnTo>
                <a:lnTo>
                  <a:pt x="208120" y="230303"/>
                </a:lnTo>
                <a:lnTo>
                  <a:pt x="208698" y="229592"/>
                </a:lnTo>
                <a:lnTo>
                  <a:pt x="209222" y="228848"/>
                </a:lnTo>
                <a:lnTo>
                  <a:pt x="209691" y="228071"/>
                </a:lnTo>
                <a:lnTo>
                  <a:pt x="210104" y="227261"/>
                </a:lnTo>
                <a:lnTo>
                  <a:pt x="210462" y="226417"/>
                </a:lnTo>
                <a:lnTo>
                  <a:pt x="210765" y="225541"/>
                </a:lnTo>
                <a:lnTo>
                  <a:pt x="211014" y="224631"/>
                </a:lnTo>
                <a:lnTo>
                  <a:pt x="211206" y="223689"/>
                </a:lnTo>
                <a:lnTo>
                  <a:pt x="211344" y="222713"/>
                </a:lnTo>
                <a:lnTo>
                  <a:pt x="211427" y="221704"/>
                </a:lnTo>
                <a:lnTo>
                  <a:pt x="211454" y="220662"/>
                </a:lnTo>
                <a:lnTo>
                  <a:pt x="211454" y="31750"/>
                </a:lnTo>
                <a:lnTo>
                  <a:pt x="59372" y="31750"/>
                </a:lnTo>
                <a:lnTo>
                  <a:pt x="59372" y="180975"/>
                </a:lnTo>
                <a:lnTo>
                  <a:pt x="182880" y="180975"/>
                </a:lnTo>
                <a:lnTo>
                  <a:pt x="182880" y="220662"/>
                </a:lnTo>
                <a:lnTo>
                  <a:pt x="182907" y="221704"/>
                </a:lnTo>
                <a:lnTo>
                  <a:pt x="182990" y="222713"/>
                </a:lnTo>
                <a:lnTo>
                  <a:pt x="183128" y="223689"/>
                </a:lnTo>
                <a:lnTo>
                  <a:pt x="183320" y="224631"/>
                </a:lnTo>
                <a:lnTo>
                  <a:pt x="183569" y="225541"/>
                </a:lnTo>
                <a:lnTo>
                  <a:pt x="183872" y="226417"/>
                </a:lnTo>
                <a:lnTo>
                  <a:pt x="184230" y="227261"/>
                </a:lnTo>
                <a:lnTo>
                  <a:pt x="184643" y="228071"/>
                </a:lnTo>
                <a:lnTo>
                  <a:pt x="185112" y="228848"/>
                </a:lnTo>
                <a:lnTo>
                  <a:pt x="185636" y="229592"/>
                </a:lnTo>
                <a:lnTo>
                  <a:pt x="186214" y="230303"/>
                </a:lnTo>
                <a:lnTo>
                  <a:pt x="186848" y="230981"/>
                </a:lnTo>
                <a:lnTo>
                  <a:pt x="187526" y="231615"/>
                </a:lnTo>
                <a:lnTo>
                  <a:pt x="188237" y="232194"/>
                </a:lnTo>
                <a:lnTo>
                  <a:pt x="188981" y="232718"/>
                </a:lnTo>
                <a:lnTo>
                  <a:pt x="189759" y="233186"/>
                </a:lnTo>
                <a:lnTo>
                  <a:pt x="190569" y="233600"/>
                </a:lnTo>
                <a:lnTo>
                  <a:pt x="191412" y="233958"/>
                </a:lnTo>
                <a:lnTo>
                  <a:pt x="192289" y="234261"/>
                </a:lnTo>
                <a:lnTo>
                  <a:pt x="193198" y="234509"/>
                </a:lnTo>
                <a:lnTo>
                  <a:pt x="194141" y="234702"/>
                </a:lnTo>
                <a:lnTo>
                  <a:pt x="195116" y="234840"/>
                </a:lnTo>
                <a:lnTo>
                  <a:pt x="196125" y="234922"/>
                </a:lnTo>
                <a:lnTo>
                  <a:pt x="197167" y="234950"/>
                </a:lnTo>
                <a:close/>
                <a:moveTo>
                  <a:pt x="76200" y="81915"/>
                </a:moveTo>
                <a:lnTo>
                  <a:pt x="76200" y="62865"/>
                </a:lnTo>
                <a:lnTo>
                  <a:pt x="152400" y="62865"/>
                </a:lnTo>
                <a:lnTo>
                  <a:pt x="152400" y="81915"/>
                </a:lnTo>
                <a:lnTo>
                  <a:pt x="76200" y="81915"/>
                </a:lnTo>
                <a:close/>
                <a:moveTo>
                  <a:pt x="76200" y="124460"/>
                </a:moveTo>
                <a:lnTo>
                  <a:pt x="76200" y="105410"/>
                </a:lnTo>
                <a:lnTo>
                  <a:pt x="152400" y="105410"/>
                </a:lnTo>
                <a:lnTo>
                  <a:pt x="152400" y="124460"/>
                </a:lnTo>
                <a:lnTo>
                  <a:pt x="76200" y="124460"/>
                </a:lnTo>
                <a:close/>
                <a:moveTo>
                  <a:pt x="181927" y="81915"/>
                </a:moveTo>
                <a:lnTo>
                  <a:pt x="181299" y="81895"/>
                </a:lnTo>
                <a:lnTo>
                  <a:pt x="180683" y="81836"/>
                </a:lnTo>
                <a:lnTo>
                  <a:pt x="180082" y="81736"/>
                </a:lnTo>
                <a:lnTo>
                  <a:pt x="179493" y="81597"/>
                </a:lnTo>
                <a:lnTo>
                  <a:pt x="178917" y="81419"/>
                </a:lnTo>
                <a:lnTo>
                  <a:pt x="178355" y="81201"/>
                </a:lnTo>
                <a:lnTo>
                  <a:pt x="177806" y="80943"/>
                </a:lnTo>
                <a:lnTo>
                  <a:pt x="177270" y="80645"/>
                </a:lnTo>
                <a:lnTo>
                  <a:pt x="176748" y="80308"/>
                </a:lnTo>
                <a:lnTo>
                  <a:pt x="176238" y="79931"/>
                </a:lnTo>
                <a:lnTo>
                  <a:pt x="175742" y="79514"/>
                </a:lnTo>
                <a:lnTo>
                  <a:pt x="175260" y="79058"/>
                </a:lnTo>
                <a:lnTo>
                  <a:pt x="174803" y="78575"/>
                </a:lnTo>
                <a:lnTo>
                  <a:pt x="174386" y="78079"/>
                </a:lnTo>
                <a:lnTo>
                  <a:pt x="174009" y="77569"/>
                </a:lnTo>
                <a:lnTo>
                  <a:pt x="173672" y="77047"/>
                </a:lnTo>
                <a:lnTo>
                  <a:pt x="173374" y="76511"/>
                </a:lnTo>
                <a:lnTo>
                  <a:pt x="173116" y="75962"/>
                </a:lnTo>
                <a:lnTo>
                  <a:pt x="172898" y="75400"/>
                </a:lnTo>
                <a:lnTo>
                  <a:pt x="172720" y="74824"/>
                </a:lnTo>
                <a:lnTo>
                  <a:pt x="172581" y="74235"/>
                </a:lnTo>
                <a:lnTo>
                  <a:pt x="172481" y="73634"/>
                </a:lnTo>
                <a:lnTo>
                  <a:pt x="172422" y="73018"/>
                </a:lnTo>
                <a:lnTo>
                  <a:pt x="172402" y="72390"/>
                </a:lnTo>
                <a:lnTo>
                  <a:pt x="172422" y="71762"/>
                </a:lnTo>
                <a:lnTo>
                  <a:pt x="172481" y="71146"/>
                </a:lnTo>
                <a:lnTo>
                  <a:pt x="172581" y="70545"/>
                </a:lnTo>
                <a:lnTo>
                  <a:pt x="172720" y="69956"/>
                </a:lnTo>
                <a:lnTo>
                  <a:pt x="172898" y="69380"/>
                </a:lnTo>
                <a:lnTo>
                  <a:pt x="173116" y="68818"/>
                </a:lnTo>
                <a:lnTo>
                  <a:pt x="173374" y="68269"/>
                </a:lnTo>
                <a:lnTo>
                  <a:pt x="173672" y="67733"/>
                </a:lnTo>
                <a:lnTo>
                  <a:pt x="174009" y="67211"/>
                </a:lnTo>
                <a:lnTo>
                  <a:pt x="174386" y="66701"/>
                </a:lnTo>
                <a:lnTo>
                  <a:pt x="174803" y="66205"/>
                </a:lnTo>
                <a:lnTo>
                  <a:pt x="175260" y="65723"/>
                </a:lnTo>
                <a:lnTo>
                  <a:pt x="175742" y="65266"/>
                </a:lnTo>
                <a:lnTo>
                  <a:pt x="176238" y="64849"/>
                </a:lnTo>
                <a:lnTo>
                  <a:pt x="176748" y="64472"/>
                </a:lnTo>
                <a:lnTo>
                  <a:pt x="177270" y="64135"/>
                </a:lnTo>
                <a:lnTo>
                  <a:pt x="177806" y="63837"/>
                </a:lnTo>
                <a:lnTo>
                  <a:pt x="178355" y="63579"/>
                </a:lnTo>
                <a:lnTo>
                  <a:pt x="178917" y="63361"/>
                </a:lnTo>
                <a:lnTo>
                  <a:pt x="179493" y="63182"/>
                </a:lnTo>
                <a:lnTo>
                  <a:pt x="180082" y="63044"/>
                </a:lnTo>
                <a:lnTo>
                  <a:pt x="180683" y="62944"/>
                </a:lnTo>
                <a:lnTo>
                  <a:pt x="181299" y="62885"/>
                </a:lnTo>
                <a:lnTo>
                  <a:pt x="181927" y="62865"/>
                </a:lnTo>
                <a:lnTo>
                  <a:pt x="182555" y="62885"/>
                </a:lnTo>
                <a:lnTo>
                  <a:pt x="183171" y="62944"/>
                </a:lnTo>
                <a:lnTo>
                  <a:pt x="183772" y="63044"/>
                </a:lnTo>
                <a:lnTo>
                  <a:pt x="184361" y="63182"/>
                </a:lnTo>
                <a:lnTo>
                  <a:pt x="184937" y="63361"/>
                </a:lnTo>
                <a:lnTo>
                  <a:pt x="185499" y="63579"/>
                </a:lnTo>
                <a:lnTo>
                  <a:pt x="186048" y="63837"/>
                </a:lnTo>
                <a:lnTo>
                  <a:pt x="186584" y="64135"/>
                </a:lnTo>
                <a:lnTo>
                  <a:pt x="187106" y="64472"/>
                </a:lnTo>
                <a:lnTo>
                  <a:pt x="187616" y="64849"/>
                </a:lnTo>
                <a:lnTo>
                  <a:pt x="188112" y="65266"/>
                </a:lnTo>
                <a:lnTo>
                  <a:pt x="188594" y="65723"/>
                </a:lnTo>
                <a:lnTo>
                  <a:pt x="189051" y="66205"/>
                </a:lnTo>
                <a:lnTo>
                  <a:pt x="189468" y="66701"/>
                </a:lnTo>
                <a:lnTo>
                  <a:pt x="189845" y="67211"/>
                </a:lnTo>
                <a:lnTo>
                  <a:pt x="190182" y="67733"/>
                </a:lnTo>
                <a:lnTo>
                  <a:pt x="190480" y="68269"/>
                </a:lnTo>
                <a:lnTo>
                  <a:pt x="190738" y="68818"/>
                </a:lnTo>
                <a:lnTo>
                  <a:pt x="190956" y="69380"/>
                </a:lnTo>
                <a:lnTo>
                  <a:pt x="191134" y="69956"/>
                </a:lnTo>
                <a:lnTo>
                  <a:pt x="191273" y="70545"/>
                </a:lnTo>
                <a:lnTo>
                  <a:pt x="191373" y="71146"/>
                </a:lnTo>
                <a:lnTo>
                  <a:pt x="191432" y="71762"/>
                </a:lnTo>
                <a:lnTo>
                  <a:pt x="191452" y="72390"/>
                </a:lnTo>
                <a:lnTo>
                  <a:pt x="191432" y="73018"/>
                </a:lnTo>
                <a:lnTo>
                  <a:pt x="191373" y="73634"/>
                </a:lnTo>
                <a:lnTo>
                  <a:pt x="191273" y="74235"/>
                </a:lnTo>
                <a:lnTo>
                  <a:pt x="191134" y="74824"/>
                </a:lnTo>
                <a:lnTo>
                  <a:pt x="190956" y="75400"/>
                </a:lnTo>
                <a:lnTo>
                  <a:pt x="190738" y="75962"/>
                </a:lnTo>
                <a:lnTo>
                  <a:pt x="190480" y="76511"/>
                </a:lnTo>
                <a:lnTo>
                  <a:pt x="190182" y="77047"/>
                </a:lnTo>
                <a:lnTo>
                  <a:pt x="189845" y="77569"/>
                </a:lnTo>
                <a:lnTo>
                  <a:pt x="189468" y="78079"/>
                </a:lnTo>
                <a:lnTo>
                  <a:pt x="189051" y="78575"/>
                </a:lnTo>
                <a:lnTo>
                  <a:pt x="188594" y="79058"/>
                </a:lnTo>
                <a:lnTo>
                  <a:pt x="188112" y="79514"/>
                </a:lnTo>
                <a:lnTo>
                  <a:pt x="187616" y="79931"/>
                </a:lnTo>
                <a:lnTo>
                  <a:pt x="187106" y="80308"/>
                </a:lnTo>
                <a:lnTo>
                  <a:pt x="186584" y="80645"/>
                </a:lnTo>
                <a:lnTo>
                  <a:pt x="186048" y="80943"/>
                </a:lnTo>
                <a:lnTo>
                  <a:pt x="185499" y="81201"/>
                </a:lnTo>
                <a:lnTo>
                  <a:pt x="184937" y="81419"/>
                </a:lnTo>
                <a:lnTo>
                  <a:pt x="184361" y="81597"/>
                </a:lnTo>
                <a:lnTo>
                  <a:pt x="183772" y="81736"/>
                </a:lnTo>
                <a:lnTo>
                  <a:pt x="183171" y="81836"/>
                </a:lnTo>
                <a:lnTo>
                  <a:pt x="182555" y="81895"/>
                </a:lnTo>
                <a:lnTo>
                  <a:pt x="181927" y="81915"/>
                </a:lnTo>
                <a:close/>
                <a:moveTo>
                  <a:pt x="181927" y="122873"/>
                </a:moveTo>
                <a:lnTo>
                  <a:pt x="181299" y="122853"/>
                </a:lnTo>
                <a:lnTo>
                  <a:pt x="180683" y="122793"/>
                </a:lnTo>
                <a:lnTo>
                  <a:pt x="180082" y="122694"/>
                </a:lnTo>
                <a:lnTo>
                  <a:pt x="179493" y="122555"/>
                </a:lnTo>
                <a:lnTo>
                  <a:pt x="178917" y="122376"/>
                </a:lnTo>
                <a:lnTo>
                  <a:pt x="178355" y="122158"/>
                </a:lnTo>
                <a:lnTo>
                  <a:pt x="177806" y="121900"/>
                </a:lnTo>
                <a:lnTo>
                  <a:pt x="177270" y="121602"/>
                </a:lnTo>
                <a:lnTo>
                  <a:pt x="176748" y="121265"/>
                </a:lnTo>
                <a:lnTo>
                  <a:pt x="176238" y="120888"/>
                </a:lnTo>
                <a:lnTo>
                  <a:pt x="175742" y="120471"/>
                </a:lnTo>
                <a:lnTo>
                  <a:pt x="175260" y="120015"/>
                </a:lnTo>
                <a:lnTo>
                  <a:pt x="174803" y="119532"/>
                </a:lnTo>
                <a:lnTo>
                  <a:pt x="174386" y="119036"/>
                </a:lnTo>
                <a:lnTo>
                  <a:pt x="174009" y="118527"/>
                </a:lnTo>
                <a:lnTo>
                  <a:pt x="173672" y="118004"/>
                </a:lnTo>
                <a:lnTo>
                  <a:pt x="173374" y="117468"/>
                </a:lnTo>
                <a:lnTo>
                  <a:pt x="173116" y="116919"/>
                </a:lnTo>
                <a:lnTo>
                  <a:pt x="172898" y="116357"/>
                </a:lnTo>
                <a:lnTo>
                  <a:pt x="172720" y="115782"/>
                </a:lnTo>
                <a:lnTo>
                  <a:pt x="172581" y="115193"/>
                </a:lnTo>
                <a:lnTo>
                  <a:pt x="172481" y="114591"/>
                </a:lnTo>
                <a:lnTo>
                  <a:pt x="172422" y="113976"/>
                </a:lnTo>
                <a:lnTo>
                  <a:pt x="172402" y="113348"/>
                </a:lnTo>
                <a:lnTo>
                  <a:pt x="172422" y="112719"/>
                </a:lnTo>
                <a:lnTo>
                  <a:pt x="172481" y="112104"/>
                </a:lnTo>
                <a:lnTo>
                  <a:pt x="172581" y="111502"/>
                </a:lnTo>
                <a:lnTo>
                  <a:pt x="172720" y="110913"/>
                </a:lnTo>
                <a:lnTo>
                  <a:pt x="172898" y="110338"/>
                </a:lnTo>
                <a:lnTo>
                  <a:pt x="173116" y="109776"/>
                </a:lnTo>
                <a:lnTo>
                  <a:pt x="173374" y="109227"/>
                </a:lnTo>
                <a:lnTo>
                  <a:pt x="173672" y="108691"/>
                </a:lnTo>
                <a:lnTo>
                  <a:pt x="174009" y="108168"/>
                </a:lnTo>
                <a:lnTo>
                  <a:pt x="174386" y="107659"/>
                </a:lnTo>
                <a:lnTo>
                  <a:pt x="174803" y="107163"/>
                </a:lnTo>
                <a:lnTo>
                  <a:pt x="175260" y="106680"/>
                </a:lnTo>
                <a:lnTo>
                  <a:pt x="175742" y="106224"/>
                </a:lnTo>
                <a:lnTo>
                  <a:pt x="176238" y="105807"/>
                </a:lnTo>
                <a:lnTo>
                  <a:pt x="176748" y="105430"/>
                </a:lnTo>
                <a:lnTo>
                  <a:pt x="177270" y="105092"/>
                </a:lnTo>
                <a:lnTo>
                  <a:pt x="177806" y="104795"/>
                </a:lnTo>
                <a:lnTo>
                  <a:pt x="178355" y="104537"/>
                </a:lnTo>
                <a:lnTo>
                  <a:pt x="178917" y="104319"/>
                </a:lnTo>
                <a:lnTo>
                  <a:pt x="179493" y="104140"/>
                </a:lnTo>
                <a:lnTo>
                  <a:pt x="180082" y="104001"/>
                </a:lnTo>
                <a:lnTo>
                  <a:pt x="180683" y="103902"/>
                </a:lnTo>
                <a:lnTo>
                  <a:pt x="181299" y="103842"/>
                </a:lnTo>
                <a:lnTo>
                  <a:pt x="181927" y="103823"/>
                </a:lnTo>
                <a:lnTo>
                  <a:pt x="182555" y="103842"/>
                </a:lnTo>
                <a:lnTo>
                  <a:pt x="183171" y="103902"/>
                </a:lnTo>
                <a:lnTo>
                  <a:pt x="183772" y="104001"/>
                </a:lnTo>
                <a:lnTo>
                  <a:pt x="184361" y="104140"/>
                </a:lnTo>
                <a:lnTo>
                  <a:pt x="184937" y="104319"/>
                </a:lnTo>
                <a:lnTo>
                  <a:pt x="185499" y="104537"/>
                </a:lnTo>
                <a:lnTo>
                  <a:pt x="186048" y="104795"/>
                </a:lnTo>
                <a:lnTo>
                  <a:pt x="186584" y="105092"/>
                </a:lnTo>
                <a:lnTo>
                  <a:pt x="187106" y="105430"/>
                </a:lnTo>
                <a:lnTo>
                  <a:pt x="187616" y="105807"/>
                </a:lnTo>
                <a:lnTo>
                  <a:pt x="188112" y="106224"/>
                </a:lnTo>
                <a:lnTo>
                  <a:pt x="188594" y="106680"/>
                </a:lnTo>
                <a:lnTo>
                  <a:pt x="189051" y="107163"/>
                </a:lnTo>
                <a:lnTo>
                  <a:pt x="189468" y="107659"/>
                </a:lnTo>
                <a:lnTo>
                  <a:pt x="189845" y="108168"/>
                </a:lnTo>
                <a:lnTo>
                  <a:pt x="190182" y="108691"/>
                </a:lnTo>
                <a:lnTo>
                  <a:pt x="190480" y="109227"/>
                </a:lnTo>
                <a:lnTo>
                  <a:pt x="190738" y="109776"/>
                </a:lnTo>
                <a:lnTo>
                  <a:pt x="190956" y="110338"/>
                </a:lnTo>
                <a:lnTo>
                  <a:pt x="191134" y="110913"/>
                </a:lnTo>
                <a:lnTo>
                  <a:pt x="191273" y="111502"/>
                </a:lnTo>
                <a:lnTo>
                  <a:pt x="191373" y="112104"/>
                </a:lnTo>
                <a:lnTo>
                  <a:pt x="191432" y="112719"/>
                </a:lnTo>
                <a:lnTo>
                  <a:pt x="191452" y="113348"/>
                </a:lnTo>
                <a:lnTo>
                  <a:pt x="191432" y="113976"/>
                </a:lnTo>
                <a:lnTo>
                  <a:pt x="191373" y="114591"/>
                </a:lnTo>
                <a:lnTo>
                  <a:pt x="191273" y="115193"/>
                </a:lnTo>
                <a:lnTo>
                  <a:pt x="191134" y="115782"/>
                </a:lnTo>
                <a:lnTo>
                  <a:pt x="190956" y="116357"/>
                </a:lnTo>
                <a:lnTo>
                  <a:pt x="190738" y="116919"/>
                </a:lnTo>
                <a:lnTo>
                  <a:pt x="190480" y="117468"/>
                </a:lnTo>
                <a:lnTo>
                  <a:pt x="190182" y="118004"/>
                </a:lnTo>
                <a:lnTo>
                  <a:pt x="189845" y="118527"/>
                </a:lnTo>
                <a:lnTo>
                  <a:pt x="189468" y="119036"/>
                </a:lnTo>
                <a:lnTo>
                  <a:pt x="189051" y="119532"/>
                </a:lnTo>
                <a:lnTo>
                  <a:pt x="188594" y="120015"/>
                </a:lnTo>
                <a:lnTo>
                  <a:pt x="188112" y="120471"/>
                </a:lnTo>
                <a:lnTo>
                  <a:pt x="187616" y="120888"/>
                </a:lnTo>
                <a:lnTo>
                  <a:pt x="187106" y="121265"/>
                </a:lnTo>
                <a:lnTo>
                  <a:pt x="186584" y="121602"/>
                </a:lnTo>
                <a:lnTo>
                  <a:pt x="186048" y="121900"/>
                </a:lnTo>
                <a:lnTo>
                  <a:pt x="185499" y="122158"/>
                </a:lnTo>
                <a:lnTo>
                  <a:pt x="184937" y="122376"/>
                </a:lnTo>
                <a:lnTo>
                  <a:pt x="184361" y="122555"/>
                </a:lnTo>
                <a:lnTo>
                  <a:pt x="183772" y="122694"/>
                </a:lnTo>
                <a:lnTo>
                  <a:pt x="183171" y="122793"/>
                </a:lnTo>
                <a:lnTo>
                  <a:pt x="182555" y="122853"/>
                </a:lnTo>
                <a:lnTo>
                  <a:pt x="181927" y="122873"/>
                </a:lnTo>
                <a:close/>
                <a:moveTo>
                  <a:pt x="33020" y="234950"/>
                </a:moveTo>
                <a:lnTo>
                  <a:pt x="163830" y="234950"/>
                </a:lnTo>
                <a:lnTo>
                  <a:pt x="163830" y="200025"/>
                </a:lnTo>
                <a:lnTo>
                  <a:pt x="19050" y="200025"/>
                </a:lnTo>
                <a:lnTo>
                  <a:pt x="19050" y="220662"/>
                </a:lnTo>
                <a:lnTo>
                  <a:pt x="19077" y="221704"/>
                </a:lnTo>
                <a:lnTo>
                  <a:pt x="19161" y="222713"/>
                </a:lnTo>
                <a:lnTo>
                  <a:pt x="19301" y="223689"/>
                </a:lnTo>
                <a:lnTo>
                  <a:pt x="19496" y="224631"/>
                </a:lnTo>
                <a:lnTo>
                  <a:pt x="19747" y="225541"/>
                </a:lnTo>
                <a:lnTo>
                  <a:pt x="20054" y="226417"/>
                </a:lnTo>
                <a:lnTo>
                  <a:pt x="20416" y="227261"/>
                </a:lnTo>
                <a:lnTo>
                  <a:pt x="20835" y="228071"/>
                </a:lnTo>
                <a:lnTo>
                  <a:pt x="21309" y="228848"/>
                </a:lnTo>
                <a:lnTo>
                  <a:pt x="21839" y="229592"/>
                </a:lnTo>
                <a:lnTo>
                  <a:pt x="22424" y="230303"/>
                </a:lnTo>
                <a:lnTo>
                  <a:pt x="23066" y="230981"/>
                </a:lnTo>
                <a:lnTo>
                  <a:pt x="23749" y="231615"/>
                </a:lnTo>
                <a:lnTo>
                  <a:pt x="24458" y="232194"/>
                </a:lnTo>
                <a:lnTo>
                  <a:pt x="25194" y="232718"/>
                </a:lnTo>
                <a:lnTo>
                  <a:pt x="25957" y="233186"/>
                </a:lnTo>
                <a:lnTo>
                  <a:pt x="26746" y="233600"/>
                </a:lnTo>
                <a:lnTo>
                  <a:pt x="27562" y="233958"/>
                </a:lnTo>
                <a:lnTo>
                  <a:pt x="28405" y="234261"/>
                </a:lnTo>
                <a:lnTo>
                  <a:pt x="29275" y="234509"/>
                </a:lnTo>
                <a:lnTo>
                  <a:pt x="30171" y="234702"/>
                </a:lnTo>
                <a:lnTo>
                  <a:pt x="31094" y="234840"/>
                </a:lnTo>
                <a:lnTo>
                  <a:pt x="32043" y="234922"/>
                </a:lnTo>
                <a:lnTo>
                  <a:pt x="33020" y="234950"/>
                </a:lnTo>
                <a:close/>
                <a:moveTo>
                  <a:pt x="19050" y="234950"/>
                </a:moveTo>
                <a:lnTo>
                  <a:pt x="19050" y="200025"/>
                </a:lnTo>
                <a:lnTo>
                  <a:pt x="19050" y="23495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블록 반영기"/>
          <p:cNvSpPr/>
          <p:nvPr/>
        </p:nvSpPr>
        <p:spPr>
          <a:xfrm>
            <a:off x="7345680" y="3794760"/>
            <a:ext cx="1722120" cy="929640"/>
          </a:xfrm>
          <a:prstGeom prst="roundRect">
            <a:avLst>
              <a:gd name="adj" fmla="val 9836"/>
            </a:avLst>
          </a:prstGeom>
          <a:solidFill>
            <a:srgbClr val="D3E5F8"/>
          </a:solidFill>
          <a:ln w="18288">
            <a:solidFill>
              <a:srgbClr val="0F3C78"/>
            </a:solidFill>
          </a:ln>
        </p:spPr>
        <p:txBody>
          <a:bodyPr rtlCol="0" anchor="t" lIns="45720" tIns="4610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반영기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LSN 순서 · 멱등 반영</a:t>
            </a:r>
          </a:p>
        </p:txBody>
      </p:sp>
      <p:sp>
        <p:nvSpPr>
          <p:cNvPr id="29" name="아이콘 published_with_changes"/>
          <p:cNvSpPr/>
          <p:nvPr/>
        </p:nvSpPr>
        <p:spPr>
          <a:xfrm>
            <a:off x="8082915" y="3931285"/>
            <a:ext cx="247650" cy="252730"/>
          </a:xfrm>
          <a:custGeom>
            <a:avLst/>
            <a:gdLst/>
            <a:ahLst/>
            <a:cxnLst/>
            <a:rect l="l" t="t" r="r" b="b"/>
            <a:pathLst>
              <a:path w="247650" h="252730">
                <a:moveTo>
                  <a:pt x="107950" y="252730"/>
                </a:moveTo>
                <a:lnTo>
                  <a:pt x="104161" y="252199"/>
                </a:lnTo>
                <a:lnTo>
                  <a:pt x="100414" y="251557"/>
                </a:lnTo>
                <a:lnTo>
                  <a:pt x="96709" y="250805"/>
                </a:lnTo>
                <a:lnTo>
                  <a:pt x="93045" y="249943"/>
                </a:lnTo>
                <a:lnTo>
                  <a:pt x="89424" y="248971"/>
                </a:lnTo>
                <a:lnTo>
                  <a:pt x="85844" y="247888"/>
                </a:lnTo>
                <a:lnTo>
                  <a:pt x="82306" y="246695"/>
                </a:lnTo>
                <a:lnTo>
                  <a:pt x="78811" y="245392"/>
                </a:lnTo>
                <a:lnTo>
                  <a:pt x="75357" y="243979"/>
                </a:lnTo>
                <a:lnTo>
                  <a:pt x="71945" y="242455"/>
                </a:lnTo>
                <a:lnTo>
                  <a:pt x="68574" y="240822"/>
                </a:lnTo>
                <a:lnTo>
                  <a:pt x="65246" y="239077"/>
                </a:lnTo>
                <a:lnTo>
                  <a:pt x="61976" y="237238"/>
                </a:lnTo>
                <a:lnTo>
                  <a:pt x="58782" y="235316"/>
                </a:lnTo>
                <a:lnTo>
                  <a:pt x="55662" y="233313"/>
                </a:lnTo>
                <a:lnTo>
                  <a:pt x="52617" y="231228"/>
                </a:lnTo>
                <a:lnTo>
                  <a:pt x="49647" y="229062"/>
                </a:lnTo>
                <a:lnTo>
                  <a:pt x="46752" y="226814"/>
                </a:lnTo>
                <a:lnTo>
                  <a:pt x="43932" y="224485"/>
                </a:lnTo>
                <a:lnTo>
                  <a:pt x="41187" y="222074"/>
                </a:lnTo>
                <a:lnTo>
                  <a:pt x="38517" y="219581"/>
                </a:lnTo>
                <a:lnTo>
                  <a:pt x="35922" y="217007"/>
                </a:lnTo>
                <a:lnTo>
                  <a:pt x="33401" y="214351"/>
                </a:lnTo>
                <a:lnTo>
                  <a:pt x="30956" y="211614"/>
                </a:lnTo>
                <a:lnTo>
                  <a:pt x="28592" y="208800"/>
                </a:lnTo>
                <a:lnTo>
                  <a:pt x="26313" y="205916"/>
                </a:lnTo>
                <a:lnTo>
                  <a:pt x="24120" y="202962"/>
                </a:lnTo>
                <a:lnTo>
                  <a:pt x="22013" y="199937"/>
                </a:lnTo>
                <a:lnTo>
                  <a:pt x="19993" y="196841"/>
                </a:lnTo>
                <a:lnTo>
                  <a:pt x="18058" y="193675"/>
                </a:lnTo>
                <a:lnTo>
                  <a:pt x="16209" y="190438"/>
                </a:lnTo>
                <a:lnTo>
                  <a:pt x="14446" y="187131"/>
                </a:lnTo>
                <a:lnTo>
                  <a:pt x="12769" y="183753"/>
                </a:lnTo>
                <a:lnTo>
                  <a:pt x="11179" y="180305"/>
                </a:lnTo>
                <a:lnTo>
                  <a:pt x="9674" y="176786"/>
                </a:lnTo>
                <a:lnTo>
                  <a:pt x="8255" y="173196"/>
                </a:lnTo>
                <a:lnTo>
                  <a:pt x="6936" y="169548"/>
                </a:lnTo>
                <a:lnTo>
                  <a:pt x="5733" y="165854"/>
                </a:lnTo>
                <a:lnTo>
                  <a:pt x="4643" y="162114"/>
                </a:lnTo>
                <a:lnTo>
                  <a:pt x="3669" y="158327"/>
                </a:lnTo>
                <a:lnTo>
                  <a:pt x="2809" y="154494"/>
                </a:lnTo>
                <a:lnTo>
                  <a:pt x="2064" y="150614"/>
                </a:lnTo>
                <a:lnTo>
                  <a:pt x="1433" y="146688"/>
                </a:lnTo>
                <a:lnTo>
                  <a:pt x="917" y="142716"/>
                </a:lnTo>
                <a:lnTo>
                  <a:pt x="516" y="138698"/>
                </a:lnTo>
                <a:lnTo>
                  <a:pt x="229" y="134633"/>
                </a:lnTo>
                <a:lnTo>
                  <a:pt x="57" y="130522"/>
                </a:lnTo>
                <a:lnTo>
                  <a:pt x="0" y="126365"/>
                </a:lnTo>
                <a:lnTo>
                  <a:pt x="92" y="121726"/>
                </a:lnTo>
                <a:lnTo>
                  <a:pt x="366" y="117122"/>
                </a:lnTo>
                <a:lnTo>
                  <a:pt x="824" y="112554"/>
                </a:lnTo>
                <a:lnTo>
                  <a:pt x="1464" y="108021"/>
                </a:lnTo>
                <a:lnTo>
                  <a:pt x="2288" y="103523"/>
                </a:lnTo>
                <a:lnTo>
                  <a:pt x="3294" y="99060"/>
                </a:lnTo>
                <a:lnTo>
                  <a:pt x="4484" y="94633"/>
                </a:lnTo>
                <a:lnTo>
                  <a:pt x="5856" y="90241"/>
                </a:lnTo>
                <a:lnTo>
                  <a:pt x="7412" y="85884"/>
                </a:lnTo>
                <a:lnTo>
                  <a:pt x="9150" y="81562"/>
                </a:lnTo>
                <a:lnTo>
                  <a:pt x="11072" y="77276"/>
                </a:lnTo>
                <a:lnTo>
                  <a:pt x="13176" y="73025"/>
                </a:lnTo>
                <a:lnTo>
                  <a:pt x="15435" y="68831"/>
                </a:lnTo>
                <a:lnTo>
                  <a:pt x="17820" y="64717"/>
                </a:lnTo>
                <a:lnTo>
                  <a:pt x="20330" y="60682"/>
                </a:lnTo>
                <a:lnTo>
                  <a:pt x="22966" y="56727"/>
                </a:lnTo>
                <a:lnTo>
                  <a:pt x="25727" y="52851"/>
                </a:lnTo>
                <a:lnTo>
                  <a:pt x="28615" y="49054"/>
                </a:lnTo>
                <a:lnTo>
                  <a:pt x="31628" y="45336"/>
                </a:lnTo>
                <a:lnTo>
                  <a:pt x="34766" y="41698"/>
                </a:lnTo>
                <a:lnTo>
                  <a:pt x="38031" y="38140"/>
                </a:lnTo>
                <a:lnTo>
                  <a:pt x="41421" y="34660"/>
                </a:lnTo>
                <a:lnTo>
                  <a:pt x="44936" y="31261"/>
                </a:lnTo>
                <a:lnTo>
                  <a:pt x="48577" y="27940"/>
                </a:lnTo>
                <a:lnTo>
                  <a:pt x="9843" y="27940"/>
                </a:lnTo>
                <a:lnTo>
                  <a:pt x="9843" y="8890"/>
                </a:lnTo>
                <a:lnTo>
                  <a:pt x="82550" y="8890"/>
                </a:lnTo>
                <a:lnTo>
                  <a:pt x="82550" y="81597"/>
                </a:lnTo>
                <a:lnTo>
                  <a:pt x="63500" y="81597"/>
                </a:lnTo>
                <a:lnTo>
                  <a:pt x="63500" y="40640"/>
                </a:lnTo>
                <a:lnTo>
                  <a:pt x="60171" y="43382"/>
                </a:lnTo>
                <a:lnTo>
                  <a:pt x="56956" y="46209"/>
                </a:lnTo>
                <a:lnTo>
                  <a:pt x="53856" y="49123"/>
                </a:lnTo>
                <a:lnTo>
                  <a:pt x="50871" y="52123"/>
                </a:lnTo>
                <a:lnTo>
                  <a:pt x="48000" y="55209"/>
                </a:lnTo>
                <a:lnTo>
                  <a:pt x="45244" y="58380"/>
                </a:lnTo>
                <a:lnTo>
                  <a:pt x="42602" y="61638"/>
                </a:lnTo>
                <a:lnTo>
                  <a:pt x="40076" y="64982"/>
                </a:lnTo>
                <a:lnTo>
                  <a:pt x="37663" y="68411"/>
                </a:lnTo>
                <a:lnTo>
                  <a:pt x="35366" y="71927"/>
                </a:lnTo>
                <a:lnTo>
                  <a:pt x="33183" y="75529"/>
                </a:lnTo>
                <a:lnTo>
                  <a:pt x="31115" y="79216"/>
                </a:lnTo>
                <a:lnTo>
                  <a:pt x="29188" y="82963"/>
                </a:lnTo>
                <a:lnTo>
                  <a:pt x="27428" y="86744"/>
                </a:lnTo>
                <a:lnTo>
                  <a:pt x="25837" y="90557"/>
                </a:lnTo>
                <a:lnTo>
                  <a:pt x="24412" y="94403"/>
                </a:lnTo>
                <a:lnTo>
                  <a:pt x="23155" y="98283"/>
                </a:lnTo>
                <a:lnTo>
                  <a:pt x="22066" y="102195"/>
                </a:lnTo>
                <a:lnTo>
                  <a:pt x="21145" y="106141"/>
                </a:lnTo>
                <a:lnTo>
                  <a:pt x="20391" y="110120"/>
                </a:lnTo>
                <a:lnTo>
                  <a:pt x="19804" y="114131"/>
                </a:lnTo>
                <a:lnTo>
                  <a:pt x="19385" y="118176"/>
                </a:lnTo>
                <a:lnTo>
                  <a:pt x="19134" y="122254"/>
                </a:lnTo>
                <a:lnTo>
                  <a:pt x="19050" y="126365"/>
                </a:lnTo>
                <a:lnTo>
                  <a:pt x="19226" y="133265"/>
                </a:lnTo>
                <a:lnTo>
                  <a:pt x="19756" y="139995"/>
                </a:lnTo>
                <a:lnTo>
                  <a:pt x="20637" y="146556"/>
                </a:lnTo>
                <a:lnTo>
                  <a:pt x="21872" y="152947"/>
                </a:lnTo>
                <a:lnTo>
                  <a:pt x="23460" y="159168"/>
                </a:lnTo>
                <a:lnTo>
                  <a:pt x="25400" y="165219"/>
                </a:lnTo>
                <a:lnTo>
                  <a:pt x="27693" y="171101"/>
                </a:lnTo>
                <a:lnTo>
                  <a:pt x="30339" y="176812"/>
                </a:lnTo>
                <a:lnTo>
                  <a:pt x="33337" y="182354"/>
                </a:lnTo>
                <a:lnTo>
                  <a:pt x="36689" y="187726"/>
                </a:lnTo>
                <a:lnTo>
                  <a:pt x="40393" y="192929"/>
                </a:lnTo>
                <a:lnTo>
                  <a:pt x="44450" y="197961"/>
                </a:lnTo>
                <a:lnTo>
                  <a:pt x="48772" y="202742"/>
                </a:lnTo>
                <a:lnTo>
                  <a:pt x="53269" y="207191"/>
                </a:lnTo>
                <a:lnTo>
                  <a:pt x="57944" y="211306"/>
                </a:lnTo>
                <a:lnTo>
                  <a:pt x="62794" y="215089"/>
                </a:lnTo>
                <a:lnTo>
                  <a:pt x="67822" y="218538"/>
                </a:lnTo>
                <a:lnTo>
                  <a:pt x="73025" y="221655"/>
                </a:lnTo>
                <a:lnTo>
                  <a:pt x="78405" y="224438"/>
                </a:lnTo>
                <a:lnTo>
                  <a:pt x="83961" y="226889"/>
                </a:lnTo>
                <a:lnTo>
                  <a:pt x="89694" y="229007"/>
                </a:lnTo>
                <a:lnTo>
                  <a:pt x="95603" y="230792"/>
                </a:lnTo>
                <a:lnTo>
                  <a:pt x="101688" y="232244"/>
                </a:lnTo>
                <a:lnTo>
                  <a:pt x="107950" y="233362"/>
                </a:lnTo>
                <a:lnTo>
                  <a:pt x="107950" y="252730"/>
                </a:lnTo>
                <a:close/>
                <a:moveTo>
                  <a:pt x="105727" y="180340"/>
                </a:moveTo>
                <a:lnTo>
                  <a:pt x="56515" y="131127"/>
                </a:lnTo>
                <a:lnTo>
                  <a:pt x="69850" y="117793"/>
                </a:lnTo>
                <a:lnTo>
                  <a:pt x="105727" y="153670"/>
                </a:lnTo>
                <a:lnTo>
                  <a:pt x="177800" y="81597"/>
                </a:lnTo>
                <a:lnTo>
                  <a:pt x="191135" y="94933"/>
                </a:lnTo>
                <a:lnTo>
                  <a:pt x="105727" y="180340"/>
                </a:lnTo>
                <a:close/>
                <a:moveTo>
                  <a:pt x="165100" y="243840"/>
                </a:moveTo>
                <a:lnTo>
                  <a:pt x="165100" y="171133"/>
                </a:lnTo>
                <a:lnTo>
                  <a:pt x="184150" y="171133"/>
                </a:lnTo>
                <a:lnTo>
                  <a:pt x="184150" y="212090"/>
                </a:lnTo>
                <a:lnTo>
                  <a:pt x="187479" y="209299"/>
                </a:lnTo>
                <a:lnTo>
                  <a:pt x="190694" y="206428"/>
                </a:lnTo>
                <a:lnTo>
                  <a:pt x="193794" y="203478"/>
                </a:lnTo>
                <a:lnTo>
                  <a:pt x="196779" y="200448"/>
                </a:lnTo>
                <a:lnTo>
                  <a:pt x="199650" y="197339"/>
                </a:lnTo>
                <a:lnTo>
                  <a:pt x="202406" y="194151"/>
                </a:lnTo>
                <a:lnTo>
                  <a:pt x="205048" y="190884"/>
                </a:lnTo>
                <a:lnTo>
                  <a:pt x="207574" y="187537"/>
                </a:lnTo>
                <a:lnTo>
                  <a:pt x="209987" y="184110"/>
                </a:lnTo>
                <a:lnTo>
                  <a:pt x="212284" y="180605"/>
                </a:lnTo>
                <a:lnTo>
                  <a:pt x="214467" y="177019"/>
                </a:lnTo>
                <a:lnTo>
                  <a:pt x="216535" y="173355"/>
                </a:lnTo>
                <a:lnTo>
                  <a:pt x="218462" y="169633"/>
                </a:lnTo>
                <a:lnTo>
                  <a:pt x="220222" y="165876"/>
                </a:lnTo>
                <a:lnTo>
                  <a:pt x="221813" y="162084"/>
                </a:lnTo>
                <a:lnTo>
                  <a:pt x="223238" y="158256"/>
                </a:lnTo>
                <a:lnTo>
                  <a:pt x="224495" y="154393"/>
                </a:lnTo>
                <a:lnTo>
                  <a:pt x="225584" y="150495"/>
                </a:lnTo>
                <a:lnTo>
                  <a:pt x="226505" y="146562"/>
                </a:lnTo>
                <a:lnTo>
                  <a:pt x="227259" y="142593"/>
                </a:lnTo>
                <a:lnTo>
                  <a:pt x="227846" y="138589"/>
                </a:lnTo>
                <a:lnTo>
                  <a:pt x="228265" y="134549"/>
                </a:lnTo>
                <a:lnTo>
                  <a:pt x="228516" y="130475"/>
                </a:lnTo>
                <a:lnTo>
                  <a:pt x="228600" y="126365"/>
                </a:lnTo>
                <a:lnTo>
                  <a:pt x="228424" y="119465"/>
                </a:lnTo>
                <a:lnTo>
                  <a:pt x="227894" y="112735"/>
                </a:lnTo>
                <a:lnTo>
                  <a:pt x="227013" y="106174"/>
                </a:lnTo>
                <a:lnTo>
                  <a:pt x="225778" y="99783"/>
                </a:lnTo>
                <a:lnTo>
                  <a:pt x="224190" y="93562"/>
                </a:lnTo>
                <a:lnTo>
                  <a:pt x="222250" y="87511"/>
                </a:lnTo>
                <a:lnTo>
                  <a:pt x="219957" y="81629"/>
                </a:lnTo>
                <a:lnTo>
                  <a:pt x="217311" y="75918"/>
                </a:lnTo>
                <a:lnTo>
                  <a:pt x="214313" y="70376"/>
                </a:lnTo>
                <a:lnTo>
                  <a:pt x="210961" y="65004"/>
                </a:lnTo>
                <a:lnTo>
                  <a:pt x="207257" y="59801"/>
                </a:lnTo>
                <a:lnTo>
                  <a:pt x="203200" y="54769"/>
                </a:lnTo>
                <a:lnTo>
                  <a:pt x="198878" y="49988"/>
                </a:lnTo>
                <a:lnTo>
                  <a:pt x="194381" y="45539"/>
                </a:lnTo>
                <a:lnTo>
                  <a:pt x="189706" y="41424"/>
                </a:lnTo>
                <a:lnTo>
                  <a:pt x="184856" y="37641"/>
                </a:lnTo>
                <a:lnTo>
                  <a:pt x="179828" y="34192"/>
                </a:lnTo>
                <a:lnTo>
                  <a:pt x="174625" y="31075"/>
                </a:lnTo>
                <a:lnTo>
                  <a:pt x="169245" y="28292"/>
                </a:lnTo>
                <a:lnTo>
                  <a:pt x="163689" y="25841"/>
                </a:lnTo>
                <a:lnTo>
                  <a:pt x="157956" y="23723"/>
                </a:lnTo>
                <a:lnTo>
                  <a:pt x="152047" y="21938"/>
                </a:lnTo>
                <a:lnTo>
                  <a:pt x="145962" y="20486"/>
                </a:lnTo>
                <a:lnTo>
                  <a:pt x="139700" y="19368"/>
                </a:lnTo>
                <a:lnTo>
                  <a:pt x="139700" y="0"/>
                </a:lnTo>
                <a:lnTo>
                  <a:pt x="147318" y="1158"/>
                </a:lnTo>
                <a:lnTo>
                  <a:pt x="154720" y="2725"/>
                </a:lnTo>
                <a:lnTo>
                  <a:pt x="161905" y="4703"/>
                </a:lnTo>
                <a:lnTo>
                  <a:pt x="168875" y="7091"/>
                </a:lnTo>
                <a:lnTo>
                  <a:pt x="175628" y="9889"/>
                </a:lnTo>
                <a:lnTo>
                  <a:pt x="182166" y="13097"/>
                </a:lnTo>
                <a:lnTo>
                  <a:pt x="188487" y="16715"/>
                </a:lnTo>
                <a:lnTo>
                  <a:pt x="194592" y="20743"/>
                </a:lnTo>
                <a:lnTo>
                  <a:pt x="200481" y="25182"/>
                </a:lnTo>
                <a:lnTo>
                  <a:pt x="206155" y="30030"/>
                </a:lnTo>
                <a:lnTo>
                  <a:pt x="211612" y="35289"/>
                </a:lnTo>
                <a:lnTo>
                  <a:pt x="216852" y="40957"/>
                </a:lnTo>
                <a:lnTo>
                  <a:pt x="221772" y="46935"/>
                </a:lnTo>
                <a:lnTo>
                  <a:pt x="226263" y="53120"/>
                </a:lnTo>
                <a:lnTo>
                  <a:pt x="230326" y="59511"/>
                </a:lnTo>
                <a:lnTo>
                  <a:pt x="233962" y="66111"/>
                </a:lnTo>
                <a:lnTo>
                  <a:pt x="237170" y="72917"/>
                </a:lnTo>
                <a:lnTo>
                  <a:pt x="239951" y="79931"/>
                </a:lnTo>
                <a:lnTo>
                  <a:pt x="242303" y="87152"/>
                </a:lnTo>
                <a:lnTo>
                  <a:pt x="244228" y="94580"/>
                </a:lnTo>
                <a:lnTo>
                  <a:pt x="245725" y="102215"/>
                </a:lnTo>
                <a:lnTo>
                  <a:pt x="246795" y="110058"/>
                </a:lnTo>
                <a:lnTo>
                  <a:pt x="247436" y="118108"/>
                </a:lnTo>
                <a:lnTo>
                  <a:pt x="247650" y="126365"/>
                </a:lnTo>
                <a:lnTo>
                  <a:pt x="247558" y="131004"/>
                </a:lnTo>
                <a:lnTo>
                  <a:pt x="247284" y="135608"/>
                </a:lnTo>
                <a:lnTo>
                  <a:pt x="246826" y="140176"/>
                </a:lnTo>
                <a:lnTo>
                  <a:pt x="246186" y="144709"/>
                </a:lnTo>
                <a:lnTo>
                  <a:pt x="245362" y="149207"/>
                </a:lnTo>
                <a:lnTo>
                  <a:pt x="244356" y="153670"/>
                </a:lnTo>
                <a:lnTo>
                  <a:pt x="243166" y="158097"/>
                </a:lnTo>
                <a:lnTo>
                  <a:pt x="241794" y="162489"/>
                </a:lnTo>
                <a:lnTo>
                  <a:pt x="240238" y="166846"/>
                </a:lnTo>
                <a:lnTo>
                  <a:pt x="238500" y="171168"/>
                </a:lnTo>
                <a:lnTo>
                  <a:pt x="236578" y="175454"/>
                </a:lnTo>
                <a:lnTo>
                  <a:pt x="234474" y="179705"/>
                </a:lnTo>
                <a:lnTo>
                  <a:pt x="232215" y="183899"/>
                </a:lnTo>
                <a:lnTo>
                  <a:pt x="229830" y="188013"/>
                </a:lnTo>
                <a:lnTo>
                  <a:pt x="227320" y="192048"/>
                </a:lnTo>
                <a:lnTo>
                  <a:pt x="224684" y="196003"/>
                </a:lnTo>
                <a:lnTo>
                  <a:pt x="221923" y="199879"/>
                </a:lnTo>
                <a:lnTo>
                  <a:pt x="219035" y="203676"/>
                </a:lnTo>
                <a:lnTo>
                  <a:pt x="216022" y="207394"/>
                </a:lnTo>
                <a:lnTo>
                  <a:pt x="212884" y="211032"/>
                </a:lnTo>
                <a:lnTo>
                  <a:pt x="209619" y="214590"/>
                </a:lnTo>
                <a:lnTo>
                  <a:pt x="206229" y="218070"/>
                </a:lnTo>
                <a:lnTo>
                  <a:pt x="202714" y="221469"/>
                </a:lnTo>
                <a:lnTo>
                  <a:pt x="199073" y="224790"/>
                </a:lnTo>
                <a:lnTo>
                  <a:pt x="237807" y="224790"/>
                </a:lnTo>
                <a:lnTo>
                  <a:pt x="237807" y="243840"/>
                </a:lnTo>
                <a:lnTo>
                  <a:pt x="165100" y="24384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번호 4"/>
          <p:cNvSpPr/>
          <p:nvPr/>
        </p:nvSpPr>
        <p:spPr>
          <a:xfrm>
            <a:off x="7399020" y="384810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1" name="블록 검증"/>
          <p:cNvSpPr/>
          <p:nvPr/>
        </p:nvSpPr>
        <p:spPr>
          <a:xfrm>
            <a:off x="3124200" y="4831080"/>
            <a:ext cx="1874520" cy="92964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610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검증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건수 · 합계 · 해시 (양쪽)</a:t>
            </a:r>
          </a:p>
        </p:txBody>
      </p:sp>
      <p:sp>
        <p:nvSpPr>
          <p:cNvPr id="32" name="아이콘 fact_check"/>
          <p:cNvSpPr/>
          <p:nvPr/>
        </p:nvSpPr>
        <p:spPr>
          <a:xfrm>
            <a:off x="3931920" y="4979670"/>
            <a:ext cx="259080" cy="228600"/>
          </a:xfrm>
          <a:custGeom>
            <a:avLst/>
            <a:gdLst/>
            <a:ahLst/>
            <a:cxnLst/>
            <a:rect l="l" t="t" r="r" b="b"/>
            <a:pathLst>
              <a:path w="259080" h="228600">
                <a:moveTo>
                  <a:pt x="19050" y="228600"/>
                </a:moveTo>
                <a:lnTo>
                  <a:pt x="17793" y="228560"/>
                </a:lnTo>
                <a:lnTo>
                  <a:pt x="16563" y="228441"/>
                </a:lnTo>
                <a:lnTo>
                  <a:pt x="15359" y="228243"/>
                </a:lnTo>
                <a:lnTo>
                  <a:pt x="14182" y="227965"/>
                </a:lnTo>
                <a:lnTo>
                  <a:pt x="13031" y="227608"/>
                </a:lnTo>
                <a:lnTo>
                  <a:pt x="11906" y="227171"/>
                </a:lnTo>
                <a:lnTo>
                  <a:pt x="10808" y="226655"/>
                </a:lnTo>
                <a:lnTo>
                  <a:pt x="9737" y="226060"/>
                </a:lnTo>
                <a:lnTo>
                  <a:pt x="8692" y="225385"/>
                </a:lnTo>
                <a:lnTo>
                  <a:pt x="7673" y="224631"/>
                </a:lnTo>
                <a:lnTo>
                  <a:pt x="6681" y="223798"/>
                </a:lnTo>
                <a:lnTo>
                  <a:pt x="5715" y="222885"/>
                </a:lnTo>
                <a:lnTo>
                  <a:pt x="4802" y="221919"/>
                </a:lnTo>
                <a:lnTo>
                  <a:pt x="3969" y="220927"/>
                </a:lnTo>
                <a:lnTo>
                  <a:pt x="3215" y="219908"/>
                </a:lnTo>
                <a:lnTo>
                  <a:pt x="2540" y="218863"/>
                </a:lnTo>
                <a:lnTo>
                  <a:pt x="1945" y="217792"/>
                </a:lnTo>
                <a:lnTo>
                  <a:pt x="1429" y="216694"/>
                </a:lnTo>
                <a:lnTo>
                  <a:pt x="992" y="215569"/>
                </a:lnTo>
                <a:lnTo>
                  <a:pt x="635" y="214418"/>
                </a:lnTo>
                <a:lnTo>
                  <a:pt x="357" y="213241"/>
                </a:lnTo>
                <a:lnTo>
                  <a:pt x="159" y="212037"/>
                </a:lnTo>
                <a:lnTo>
                  <a:pt x="40" y="210807"/>
                </a:lnTo>
                <a:lnTo>
                  <a:pt x="0" y="2095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40030" y="0"/>
                </a:lnTo>
                <a:lnTo>
                  <a:pt x="241287" y="40"/>
                </a:lnTo>
                <a:lnTo>
                  <a:pt x="242517" y="159"/>
                </a:lnTo>
                <a:lnTo>
                  <a:pt x="243721" y="357"/>
                </a:lnTo>
                <a:lnTo>
                  <a:pt x="244898" y="635"/>
                </a:lnTo>
                <a:lnTo>
                  <a:pt x="246049" y="992"/>
                </a:lnTo>
                <a:lnTo>
                  <a:pt x="247174" y="1429"/>
                </a:lnTo>
                <a:lnTo>
                  <a:pt x="248272" y="1945"/>
                </a:lnTo>
                <a:lnTo>
                  <a:pt x="249343" y="2540"/>
                </a:lnTo>
                <a:lnTo>
                  <a:pt x="250388" y="3215"/>
                </a:lnTo>
                <a:lnTo>
                  <a:pt x="251407" y="3969"/>
                </a:lnTo>
                <a:lnTo>
                  <a:pt x="252399" y="4802"/>
                </a:lnTo>
                <a:lnTo>
                  <a:pt x="253365" y="5715"/>
                </a:lnTo>
                <a:lnTo>
                  <a:pt x="254278" y="6681"/>
                </a:lnTo>
                <a:lnTo>
                  <a:pt x="255111" y="7673"/>
                </a:lnTo>
                <a:lnTo>
                  <a:pt x="255865" y="8692"/>
                </a:lnTo>
                <a:lnTo>
                  <a:pt x="256540" y="9737"/>
                </a:lnTo>
                <a:lnTo>
                  <a:pt x="257135" y="10808"/>
                </a:lnTo>
                <a:lnTo>
                  <a:pt x="257651" y="11906"/>
                </a:lnTo>
                <a:lnTo>
                  <a:pt x="258088" y="13031"/>
                </a:lnTo>
                <a:lnTo>
                  <a:pt x="258445" y="14182"/>
                </a:lnTo>
                <a:lnTo>
                  <a:pt x="258723" y="15359"/>
                </a:lnTo>
                <a:lnTo>
                  <a:pt x="258921" y="16563"/>
                </a:lnTo>
                <a:lnTo>
                  <a:pt x="259040" y="17793"/>
                </a:lnTo>
                <a:lnTo>
                  <a:pt x="259080" y="19050"/>
                </a:lnTo>
                <a:lnTo>
                  <a:pt x="259080" y="209550"/>
                </a:lnTo>
                <a:lnTo>
                  <a:pt x="259040" y="210807"/>
                </a:lnTo>
                <a:lnTo>
                  <a:pt x="258921" y="212037"/>
                </a:lnTo>
                <a:lnTo>
                  <a:pt x="258723" y="213241"/>
                </a:lnTo>
                <a:lnTo>
                  <a:pt x="258445" y="214418"/>
                </a:lnTo>
                <a:lnTo>
                  <a:pt x="258088" y="215569"/>
                </a:lnTo>
                <a:lnTo>
                  <a:pt x="257651" y="216694"/>
                </a:lnTo>
                <a:lnTo>
                  <a:pt x="257135" y="217792"/>
                </a:lnTo>
                <a:lnTo>
                  <a:pt x="256540" y="218863"/>
                </a:lnTo>
                <a:lnTo>
                  <a:pt x="255865" y="219908"/>
                </a:lnTo>
                <a:lnTo>
                  <a:pt x="255111" y="220927"/>
                </a:lnTo>
                <a:lnTo>
                  <a:pt x="254278" y="221919"/>
                </a:lnTo>
                <a:lnTo>
                  <a:pt x="253365" y="222885"/>
                </a:lnTo>
                <a:lnTo>
                  <a:pt x="252399" y="223798"/>
                </a:lnTo>
                <a:lnTo>
                  <a:pt x="251407" y="224631"/>
                </a:lnTo>
                <a:lnTo>
                  <a:pt x="250388" y="225385"/>
                </a:lnTo>
                <a:lnTo>
                  <a:pt x="249343" y="226060"/>
                </a:lnTo>
                <a:lnTo>
                  <a:pt x="248272" y="226655"/>
                </a:lnTo>
                <a:lnTo>
                  <a:pt x="247174" y="227171"/>
                </a:lnTo>
                <a:lnTo>
                  <a:pt x="246049" y="227608"/>
                </a:lnTo>
                <a:lnTo>
                  <a:pt x="244898" y="227965"/>
                </a:lnTo>
                <a:lnTo>
                  <a:pt x="243721" y="228243"/>
                </a:lnTo>
                <a:lnTo>
                  <a:pt x="242517" y="228441"/>
                </a:lnTo>
                <a:lnTo>
                  <a:pt x="241287" y="228560"/>
                </a:lnTo>
                <a:lnTo>
                  <a:pt x="240030" y="228600"/>
                </a:lnTo>
                <a:lnTo>
                  <a:pt x="19050" y="228600"/>
                </a:lnTo>
                <a:close/>
                <a:moveTo>
                  <a:pt x="19050" y="209550"/>
                </a:moveTo>
                <a:lnTo>
                  <a:pt x="240030" y="209550"/>
                </a:lnTo>
                <a:lnTo>
                  <a:pt x="240030" y="19050"/>
                </a:lnTo>
                <a:lnTo>
                  <a:pt x="19050" y="19050"/>
                </a:lnTo>
                <a:lnTo>
                  <a:pt x="19050" y="209550"/>
                </a:lnTo>
                <a:close/>
                <a:moveTo>
                  <a:pt x="40640" y="177800"/>
                </a:moveTo>
                <a:lnTo>
                  <a:pt x="104140" y="177800"/>
                </a:lnTo>
                <a:lnTo>
                  <a:pt x="104140" y="152400"/>
                </a:lnTo>
                <a:lnTo>
                  <a:pt x="40640" y="152400"/>
                </a:lnTo>
                <a:lnTo>
                  <a:pt x="40640" y="177800"/>
                </a:lnTo>
                <a:close/>
                <a:moveTo>
                  <a:pt x="161925" y="152400"/>
                </a:moveTo>
                <a:lnTo>
                  <a:pt x="224790" y="89535"/>
                </a:lnTo>
                <a:lnTo>
                  <a:pt x="206692" y="71438"/>
                </a:lnTo>
                <a:lnTo>
                  <a:pt x="161925" y="116522"/>
                </a:lnTo>
                <a:lnTo>
                  <a:pt x="143828" y="98425"/>
                </a:lnTo>
                <a:lnTo>
                  <a:pt x="126047" y="116522"/>
                </a:lnTo>
                <a:lnTo>
                  <a:pt x="161925" y="152400"/>
                </a:lnTo>
                <a:close/>
                <a:moveTo>
                  <a:pt x="40640" y="127000"/>
                </a:moveTo>
                <a:lnTo>
                  <a:pt x="104140" y="127000"/>
                </a:lnTo>
                <a:lnTo>
                  <a:pt x="104140" y="101600"/>
                </a:lnTo>
                <a:lnTo>
                  <a:pt x="40640" y="101600"/>
                </a:lnTo>
                <a:lnTo>
                  <a:pt x="40640" y="127000"/>
                </a:lnTo>
                <a:close/>
                <a:moveTo>
                  <a:pt x="40640" y="76200"/>
                </a:moveTo>
                <a:lnTo>
                  <a:pt x="104140" y="76200"/>
                </a:lnTo>
                <a:lnTo>
                  <a:pt x="104140" y="50800"/>
                </a:lnTo>
                <a:lnTo>
                  <a:pt x="40640" y="50800"/>
                </a:lnTo>
                <a:lnTo>
                  <a:pt x="40640" y="76200"/>
                </a:lnTo>
                <a:close/>
                <a:moveTo>
                  <a:pt x="19050" y="209550"/>
                </a:moveTo>
                <a:lnTo>
                  <a:pt x="19050" y="19050"/>
                </a:lnTo>
                <a:lnTo>
                  <a:pt x="19050" y="20955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번호 5"/>
          <p:cNvSpPr/>
          <p:nvPr/>
        </p:nvSpPr>
        <p:spPr>
          <a:xfrm>
            <a:off x="3177540" y="488442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4" name="블록 전환 제어"/>
          <p:cNvSpPr/>
          <p:nvPr/>
        </p:nvSpPr>
        <p:spPr>
          <a:xfrm>
            <a:off x="5158740" y="4831080"/>
            <a:ext cx="1874520" cy="92964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610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전환 제어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마지막 반영 → 검증 → setval</a:t>
            </a:r>
          </a:p>
        </p:txBody>
      </p:sp>
      <p:sp>
        <p:nvSpPr>
          <p:cNvPr id="35" name="아이콘 swap_horiz"/>
          <p:cNvSpPr/>
          <p:nvPr/>
        </p:nvSpPr>
        <p:spPr>
          <a:xfrm>
            <a:off x="5969000" y="499237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61278" y="203200"/>
                </a:moveTo>
                <a:lnTo>
                  <a:pt x="0" y="141922"/>
                </a:lnTo>
                <a:lnTo>
                  <a:pt x="61278" y="80645"/>
                </a:lnTo>
                <a:lnTo>
                  <a:pt x="74612" y="93980"/>
                </a:lnTo>
                <a:lnTo>
                  <a:pt x="36195" y="132398"/>
                </a:lnTo>
                <a:lnTo>
                  <a:pt x="136525" y="132398"/>
                </a:lnTo>
                <a:lnTo>
                  <a:pt x="136525" y="151448"/>
                </a:lnTo>
                <a:lnTo>
                  <a:pt x="36195" y="151448"/>
                </a:lnTo>
                <a:lnTo>
                  <a:pt x="74612" y="189865"/>
                </a:lnTo>
                <a:lnTo>
                  <a:pt x="61278" y="203200"/>
                </a:lnTo>
                <a:close/>
                <a:moveTo>
                  <a:pt x="192722" y="122555"/>
                </a:moveTo>
                <a:lnTo>
                  <a:pt x="179388" y="109220"/>
                </a:lnTo>
                <a:lnTo>
                  <a:pt x="217805" y="70802"/>
                </a:lnTo>
                <a:lnTo>
                  <a:pt x="117475" y="70802"/>
                </a:lnTo>
                <a:lnTo>
                  <a:pt x="117475" y="51752"/>
                </a:lnTo>
                <a:lnTo>
                  <a:pt x="217805" y="51752"/>
                </a:lnTo>
                <a:lnTo>
                  <a:pt x="179388" y="13335"/>
                </a:lnTo>
                <a:lnTo>
                  <a:pt x="192722" y="0"/>
                </a:lnTo>
                <a:lnTo>
                  <a:pt x="254000" y="61278"/>
                </a:lnTo>
                <a:lnTo>
                  <a:pt x="192722" y="122555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번호 6"/>
          <p:cNvSpPr/>
          <p:nvPr/>
        </p:nvSpPr>
        <p:spPr>
          <a:xfrm>
            <a:off x="5212080" y="488442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블록 상태 · 재시작"/>
          <p:cNvSpPr/>
          <p:nvPr/>
        </p:nvSpPr>
        <p:spPr>
          <a:xfrm>
            <a:off x="7193280" y="4831080"/>
            <a:ext cx="1874520" cy="92964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610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상태 · 재시작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작업 상태 기계 · 이어 하기</a:t>
            </a:r>
          </a:p>
        </p:txBody>
      </p:sp>
      <p:sp>
        <p:nvSpPr>
          <p:cNvPr id="38" name="아이콘 restart_alt"/>
          <p:cNvSpPr/>
          <p:nvPr/>
        </p:nvSpPr>
        <p:spPr>
          <a:xfrm>
            <a:off x="8028940" y="4972685"/>
            <a:ext cx="203518" cy="234950"/>
          </a:xfrm>
          <a:custGeom>
            <a:avLst/>
            <a:gdLst/>
            <a:ahLst/>
            <a:cxnLst/>
            <a:rect l="l" t="t" r="r" b="b"/>
            <a:pathLst>
              <a:path w="203518" h="234950">
                <a:moveTo>
                  <a:pt x="92393" y="234950"/>
                </a:moveTo>
                <a:lnTo>
                  <a:pt x="85970" y="234242"/>
                </a:lnTo>
                <a:lnTo>
                  <a:pt x="79719" y="233177"/>
                </a:lnTo>
                <a:lnTo>
                  <a:pt x="73640" y="231755"/>
                </a:lnTo>
                <a:lnTo>
                  <a:pt x="67733" y="229976"/>
                </a:lnTo>
                <a:lnTo>
                  <a:pt x="61998" y="227839"/>
                </a:lnTo>
                <a:lnTo>
                  <a:pt x="56436" y="225346"/>
                </a:lnTo>
                <a:lnTo>
                  <a:pt x="51045" y="222495"/>
                </a:lnTo>
                <a:lnTo>
                  <a:pt x="45826" y="219287"/>
                </a:lnTo>
                <a:lnTo>
                  <a:pt x="40779" y="215721"/>
                </a:lnTo>
                <a:lnTo>
                  <a:pt x="35904" y="211799"/>
                </a:lnTo>
                <a:lnTo>
                  <a:pt x="31201" y="207519"/>
                </a:lnTo>
                <a:lnTo>
                  <a:pt x="26670" y="202883"/>
                </a:lnTo>
                <a:lnTo>
                  <a:pt x="22410" y="197992"/>
                </a:lnTo>
                <a:lnTo>
                  <a:pt x="18521" y="192952"/>
                </a:lnTo>
                <a:lnTo>
                  <a:pt x="15002" y="187762"/>
                </a:lnTo>
                <a:lnTo>
                  <a:pt x="11853" y="182421"/>
                </a:lnTo>
                <a:lnTo>
                  <a:pt x="9075" y="176931"/>
                </a:lnTo>
                <a:lnTo>
                  <a:pt x="6668" y="171291"/>
                </a:lnTo>
                <a:lnTo>
                  <a:pt x="4630" y="165501"/>
                </a:lnTo>
                <a:lnTo>
                  <a:pt x="2963" y="159561"/>
                </a:lnTo>
                <a:lnTo>
                  <a:pt x="1667" y="153472"/>
                </a:lnTo>
                <a:lnTo>
                  <a:pt x="741" y="147232"/>
                </a:lnTo>
                <a:lnTo>
                  <a:pt x="185" y="140842"/>
                </a:lnTo>
                <a:lnTo>
                  <a:pt x="0" y="134303"/>
                </a:lnTo>
                <a:lnTo>
                  <a:pt x="78" y="130248"/>
                </a:lnTo>
                <a:lnTo>
                  <a:pt x="313" y="126233"/>
                </a:lnTo>
                <a:lnTo>
                  <a:pt x="704" y="122257"/>
                </a:lnTo>
                <a:lnTo>
                  <a:pt x="1252" y="118322"/>
                </a:lnTo>
                <a:lnTo>
                  <a:pt x="1957" y="114426"/>
                </a:lnTo>
                <a:lnTo>
                  <a:pt x="2818" y="110569"/>
                </a:lnTo>
                <a:lnTo>
                  <a:pt x="3835" y="106753"/>
                </a:lnTo>
                <a:lnTo>
                  <a:pt x="5009" y="102976"/>
                </a:lnTo>
                <a:lnTo>
                  <a:pt x="6340" y="99239"/>
                </a:lnTo>
                <a:lnTo>
                  <a:pt x="7827" y="95541"/>
                </a:lnTo>
                <a:lnTo>
                  <a:pt x="9471" y="91883"/>
                </a:lnTo>
                <a:lnTo>
                  <a:pt x="11271" y="88265"/>
                </a:lnTo>
                <a:lnTo>
                  <a:pt x="13213" y="84722"/>
                </a:lnTo>
                <a:lnTo>
                  <a:pt x="15280" y="81289"/>
                </a:lnTo>
                <a:lnTo>
                  <a:pt x="17472" y="77966"/>
                </a:lnTo>
                <a:lnTo>
                  <a:pt x="19791" y="74754"/>
                </a:lnTo>
                <a:lnTo>
                  <a:pt x="22235" y="71651"/>
                </a:lnTo>
                <a:lnTo>
                  <a:pt x="24805" y="68659"/>
                </a:lnTo>
                <a:lnTo>
                  <a:pt x="27500" y="65778"/>
                </a:lnTo>
                <a:lnTo>
                  <a:pt x="30321" y="63006"/>
                </a:lnTo>
                <a:lnTo>
                  <a:pt x="33268" y="60345"/>
                </a:lnTo>
                <a:lnTo>
                  <a:pt x="36341" y="57794"/>
                </a:lnTo>
                <a:lnTo>
                  <a:pt x="39539" y="55353"/>
                </a:lnTo>
                <a:lnTo>
                  <a:pt x="42863" y="53023"/>
                </a:lnTo>
                <a:lnTo>
                  <a:pt x="56515" y="66675"/>
                </a:lnTo>
                <a:lnTo>
                  <a:pt x="53607" y="68475"/>
                </a:lnTo>
                <a:lnTo>
                  <a:pt x="50809" y="70384"/>
                </a:lnTo>
                <a:lnTo>
                  <a:pt x="48121" y="72400"/>
                </a:lnTo>
                <a:lnTo>
                  <a:pt x="45544" y="74524"/>
                </a:lnTo>
                <a:lnTo>
                  <a:pt x="43076" y="76757"/>
                </a:lnTo>
                <a:lnTo>
                  <a:pt x="40719" y="79097"/>
                </a:lnTo>
                <a:lnTo>
                  <a:pt x="38473" y="81546"/>
                </a:lnTo>
                <a:lnTo>
                  <a:pt x="36336" y="84102"/>
                </a:lnTo>
                <a:lnTo>
                  <a:pt x="34310" y="86767"/>
                </a:lnTo>
                <a:lnTo>
                  <a:pt x="32394" y="89539"/>
                </a:lnTo>
                <a:lnTo>
                  <a:pt x="30588" y="92420"/>
                </a:lnTo>
                <a:lnTo>
                  <a:pt x="28892" y="95409"/>
                </a:lnTo>
                <a:lnTo>
                  <a:pt x="27320" y="98468"/>
                </a:lnTo>
                <a:lnTo>
                  <a:pt x="25885" y="101560"/>
                </a:lnTo>
                <a:lnTo>
                  <a:pt x="24586" y="104686"/>
                </a:lnTo>
                <a:lnTo>
                  <a:pt x="23424" y="107844"/>
                </a:lnTo>
                <a:lnTo>
                  <a:pt x="22399" y="111036"/>
                </a:lnTo>
                <a:lnTo>
                  <a:pt x="21511" y="114260"/>
                </a:lnTo>
                <a:lnTo>
                  <a:pt x="20759" y="117518"/>
                </a:lnTo>
                <a:lnTo>
                  <a:pt x="20144" y="120809"/>
                </a:lnTo>
                <a:lnTo>
                  <a:pt x="19665" y="124133"/>
                </a:lnTo>
                <a:lnTo>
                  <a:pt x="19323" y="127489"/>
                </a:lnTo>
                <a:lnTo>
                  <a:pt x="19118" y="130879"/>
                </a:lnTo>
                <a:lnTo>
                  <a:pt x="19050" y="134303"/>
                </a:lnTo>
                <a:lnTo>
                  <a:pt x="19196" y="139535"/>
                </a:lnTo>
                <a:lnTo>
                  <a:pt x="19632" y="144648"/>
                </a:lnTo>
                <a:lnTo>
                  <a:pt x="20360" y="149642"/>
                </a:lnTo>
                <a:lnTo>
                  <a:pt x="21378" y="154517"/>
                </a:lnTo>
                <a:lnTo>
                  <a:pt x="22688" y="159273"/>
                </a:lnTo>
                <a:lnTo>
                  <a:pt x="24289" y="163909"/>
                </a:lnTo>
                <a:lnTo>
                  <a:pt x="26181" y="168427"/>
                </a:lnTo>
                <a:lnTo>
                  <a:pt x="28363" y="172826"/>
                </a:lnTo>
                <a:lnTo>
                  <a:pt x="30837" y="177105"/>
                </a:lnTo>
                <a:lnTo>
                  <a:pt x="33602" y="181266"/>
                </a:lnTo>
                <a:lnTo>
                  <a:pt x="36658" y="185308"/>
                </a:lnTo>
                <a:lnTo>
                  <a:pt x="40005" y="189230"/>
                </a:lnTo>
                <a:lnTo>
                  <a:pt x="43570" y="192956"/>
                </a:lnTo>
                <a:lnTo>
                  <a:pt x="47281" y="196409"/>
                </a:lnTo>
                <a:lnTo>
                  <a:pt x="51137" y="199588"/>
                </a:lnTo>
                <a:lnTo>
                  <a:pt x="55139" y="202494"/>
                </a:lnTo>
                <a:lnTo>
                  <a:pt x="59287" y="205127"/>
                </a:lnTo>
                <a:lnTo>
                  <a:pt x="63579" y="207486"/>
                </a:lnTo>
                <a:lnTo>
                  <a:pt x="68018" y="209572"/>
                </a:lnTo>
                <a:lnTo>
                  <a:pt x="72602" y="211384"/>
                </a:lnTo>
                <a:lnTo>
                  <a:pt x="77331" y="212923"/>
                </a:lnTo>
                <a:lnTo>
                  <a:pt x="82206" y="214189"/>
                </a:lnTo>
                <a:lnTo>
                  <a:pt x="87227" y="215181"/>
                </a:lnTo>
                <a:lnTo>
                  <a:pt x="92393" y="215900"/>
                </a:lnTo>
                <a:lnTo>
                  <a:pt x="92393" y="234950"/>
                </a:lnTo>
                <a:close/>
                <a:moveTo>
                  <a:pt x="111443" y="234950"/>
                </a:moveTo>
                <a:lnTo>
                  <a:pt x="111443" y="215900"/>
                </a:lnTo>
                <a:lnTo>
                  <a:pt x="116657" y="215132"/>
                </a:lnTo>
                <a:lnTo>
                  <a:pt x="121717" y="214096"/>
                </a:lnTo>
                <a:lnTo>
                  <a:pt x="126623" y="212794"/>
                </a:lnTo>
                <a:lnTo>
                  <a:pt x="131374" y="211226"/>
                </a:lnTo>
                <a:lnTo>
                  <a:pt x="135972" y="209390"/>
                </a:lnTo>
                <a:lnTo>
                  <a:pt x="140414" y="207288"/>
                </a:lnTo>
                <a:lnTo>
                  <a:pt x="144703" y="204919"/>
                </a:lnTo>
                <a:lnTo>
                  <a:pt x="148837" y="202283"/>
                </a:lnTo>
                <a:lnTo>
                  <a:pt x="152817" y="199380"/>
                </a:lnTo>
                <a:lnTo>
                  <a:pt x="156642" y="196211"/>
                </a:lnTo>
                <a:lnTo>
                  <a:pt x="160313" y="192774"/>
                </a:lnTo>
                <a:lnTo>
                  <a:pt x="163830" y="189071"/>
                </a:lnTo>
                <a:lnTo>
                  <a:pt x="167126" y="185174"/>
                </a:lnTo>
                <a:lnTo>
                  <a:pt x="170136" y="181156"/>
                </a:lnTo>
                <a:lnTo>
                  <a:pt x="172859" y="177016"/>
                </a:lnTo>
                <a:lnTo>
                  <a:pt x="175295" y="172755"/>
                </a:lnTo>
                <a:lnTo>
                  <a:pt x="177445" y="168373"/>
                </a:lnTo>
                <a:lnTo>
                  <a:pt x="179308" y="163870"/>
                </a:lnTo>
                <a:lnTo>
                  <a:pt x="180885" y="159245"/>
                </a:lnTo>
                <a:lnTo>
                  <a:pt x="182174" y="154499"/>
                </a:lnTo>
                <a:lnTo>
                  <a:pt x="183178" y="149632"/>
                </a:lnTo>
                <a:lnTo>
                  <a:pt x="183894" y="144643"/>
                </a:lnTo>
                <a:lnTo>
                  <a:pt x="184324" y="139534"/>
                </a:lnTo>
                <a:lnTo>
                  <a:pt x="184468" y="134303"/>
                </a:lnTo>
                <a:lnTo>
                  <a:pt x="184301" y="128608"/>
                </a:lnTo>
                <a:lnTo>
                  <a:pt x="183802" y="123062"/>
                </a:lnTo>
                <a:lnTo>
                  <a:pt x="182969" y="117664"/>
                </a:lnTo>
                <a:lnTo>
                  <a:pt x="181804" y="112413"/>
                </a:lnTo>
                <a:lnTo>
                  <a:pt x="180306" y="107309"/>
                </a:lnTo>
                <a:lnTo>
                  <a:pt x="178475" y="102354"/>
                </a:lnTo>
                <a:lnTo>
                  <a:pt x="176311" y="97546"/>
                </a:lnTo>
                <a:lnTo>
                  <a:pt x="173814" y="92886"/>
                </a:lnTo>
                <a:lnTo>
                  <a:pt x="170984" y="88374"/>
                </a:lnTo>
                <a:lnTo>
                  <a:pt x="167821" y="84010"/>
                </a:lnTo>
                <a:lnTo>
                  <a:pt x="164325" y="79793"/>
                </a:lnTo>
                <a:lnTo>
                  <a:pt x="160496" y="75724"/>
                </a:lnTo>
                <a:lnTo>
                  <a:pt x="156427" y="71895"/>
                </a:lnTo>
                <a:lnTo>
                  <a:pt x="152210" y="68399"/>
                </a:lnTo>
                <a:lnTo>
                  <a:pt x="147846" y="65236"/>
                </a:lnTo>
                <a:lnTo>
                  <a:pt x="143334" y="62406"/>
                </a:lnTo>
                <a:lnTo>
                  <a:pt x="138674" y="59909"/>
                </a:lnTo>
                <a:lnTo>
                  <a:pt x="133866" y="57745"/>
                </a:lnTo>
                <a:lnTo>
                  <a:pt x="128911" y="55914"/>
                </a:lnTo>
                <a:lnTo>
                  <a:pt x="123807" y="54416"/>
                </a:lnTo>
                <a:lnTo>
                  <a:pt x="118556" y="53251"/>
                </a:lnTo>
                <a:lnTo>
                  <a:pt x="113158" y="52418"/>
                </a:lnTo>
                <a:lnTo>
                  <a:pt x="107612" y="51919"/>
                </a:lnTo>
                <a:lnTo>
                  <a:pt x="101918" y="51753"/>
                </a:lnTo>
                <a:lnTo>
                  <a:pt x="95567" y="51753"/>
                </a:lnTo>
                <a:lnTo>
                  <a:pt x="114617" y="70803"/>
                </a:lnTo>
                <a:lnTo>
                  <a:pt x="100965" y="84455"/>
                </a:lnTo>
                <a:lnTo>
                  <a:pt x="58738" y="42227"/>
                </a:lnTo>
                <a:lnTo>
                  <a:pt x="100965" y="0"/>
                </a:lnTo>
                <a:lnTo>
                  <a:pt x="114617" y="13653"/>
                </a:lnTo>
                <a:lnTo>
                  <a:pt x="95567" y="32703"/>
                </a:lnTo>
                <a:lnTo>
                  <a:pt x="101918" y="32703"/>
                </a:lnTo>
                <a:lnTo>
                  <a:pt x="108918" y="32909"/>
                </a:lnTo>
                <a:lnTo>
                  <a:pt x="115738" y="33527"/>
                </a:lnTo>
                <a:lnTo>
                  <a:pt x="122376" y="34558"/>
                </a:lnTo>
                <a:lnTo>
                  <a:pt x="128834" y="36001"/>
                </a:lnTo>
                <a:lnTo>
                  <a:pt x="135112" y="37856"/>
                </a:lnTo>
                <a:lnTo>
                  <a:pt x="141208" y="40124"/>
                </a:lnTo>
                <a:lnTo>
                  <a:pt x="147124" y="42804"/>
                </a:lnTo>
                <a:lnTo>
                  <a:pt x="152859" y="45896"/>
                </a:lnTo>
                <a:lnTo>
                  <a:pt x="158413" y="49401"/>
                </a:lnTo>
                <a:lnTo>
                  <a:pt x="163786" y="53318"/>
                </a:lnTo>
                <a:lnTo>
                  <a:pt x="168978" y="57647"/>
                </a:lnTo>
                <a:lnTo>
                  <a:pt x="173990" y="62389"/>
                </a:lnTo>
                <a:lnTo>
                  <a:pt x="178706" y="67424"/>
                </a:lnTo>
                <a:lnTo>
                  <a:pt x="183012" y="72633"/>
                </a:lnTo>
                <a:lnTo>
                  <a:pt x="186908" y="78016"/>
                </a:lnTo>
                <a:lnTo>
                  <a:pt x="190394" y="83573"/>
                </a:lnTo>
                <a:lnTo>
                  <a:pt x="193470" y="89305"/>
                </a:lnTo>
                <a:lnTo>
                  <a:pt x="196136" y="95210"/>
                </a:lnTo>
                <a:lnTo>
                  <a:pt x="198391" y="101290"/>
                </a:lnTo>
                <a:lnTo>
                  <a:pt x="200237" y="107544"/>
                </a:lnTo>
                <a:lnTo>
                  <a:pt x="201672" y="113973"/>
                </a:lnTo>
                <a:lnTo>
                  <a:pt x="202697" y="120575"/>
                </a:lnTo>
                <a:lnTo>
                  <a:pt x="203312" y="127352"/>
                </a:lnTo>
                <a:lnTo>
                  <a:pt x="203518" y="134303"/>
                </a:lnTo>
                <a:lnTo>
                  <a:pt x="203333" y="140842"/>
                </a:lnTo>
                <a:lnTo>
                  <a:pt x="202781" y="147232"/>
                </a:lnTo>
                <a:lnTo>
                  <a:pt x="201861" y="153472"/>
                </a:lnTo>
                <a:lnTo>
                  <a:pt x="200572" y="159561"/>
                </a:lnTo>
                <a:lnTo>
                  <a:pt x="198915" y="165501"/>
                </a:lnTo>
                <a:lnTo>
                  <a:pt x="196890" y="171291"/>
                </a:lnTo>
                <a:lnTo>
                  <a:pt x="194496" y="176931"/>
                </a:lnTo>
                <a:lnTo>
                  <a:pt x="191735" y="182421"/>
                </a:lnTo>
                <a:lnTo>
                  <a:pt x="188605" y="187762"/>
                </a:lnTo>
                <a:lnTo>
                  <a:pt x="185107" y="192952"/>
                </a:lnTo>
                <a:lnTo>
                  <a:pt x="181241" y="197992"/>
                </a:lnTo>
                <a:lnTo>
                  <a:pt x="177006" y="202883"/>
                </a:lnTo>
                <a:lnTo>
                  <a:pt x="172501" y="207519"/>
                </a:lnTo>
                <a:lnTo>
                  <a:pt x="167821" y="211799"/>
                </a:lnTo>
                <a:lnTo>
                  <a:pt x="162967" y="215721"/>
                </a:lnTo>
                <a:lnTo>
                  <a:pt x="157939" y="219287"/>
                </a:lnTo>
                <a:lnTo>
                  <a:pt x="152736" y="222495"/>
                </a:lnTo>
                <a:lnTo>
                  <a:pt x="147360" y="225346"/>
                </a:lnTo>
                <a:lnTo>
                  <a:pt x="141809" y="227839"/>
                </a:lnTo>
                <a:lnTo>
                  <a:pt x="136084" y="229976"/>
                </a:lnTo>
                <a:lnTo>
                  <a:pt x="130185" y="231755"/>
                </a:lnTo>
                <a:lnTo>
                  <a:pt x="124112" y="233177"/>
                </a:lnTo>
                <a:lnTo>
                  <a:pt x="117864" y="234242"/>
                </a:lnTo>
                <a:lnTo>
                  <a:pt x="111443" y="23495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번호 7"/>
          <p:cNvSpPr/>
          <p:nvPr/>
        </p:nvSpPr>
        <p:spPr>
          <a:xfrm>
            <a:off x="7246620" y="4884420"/>
            <a:ext cx="198120" cy="198120"/>
          </a:xfrm>
          <a:prstGeom prst="ellipse">
            <a:avLst/>
          </a:prstGeom>
          <a:solidFill>
            <a:srgbClr val="164B8C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0" name="블록 업무 테이블"/>
          <p:cNvSpPr/>
          <p:nvPr/>
        </p:nvSpPr>
        <p:spPr>
          <a:xfrm>
            <a:off x="533400" y="2758440"/>
            <a:ext cx="1752600" cy="92964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610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업무 테이블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dbo.* · PK 구간 분할</a:t>
            </a:r>
          </a:p>
        </p:txBody>
      </p:sp>
      <p:sp>
        <p:nvSpPr>
          <p:cNvPr id="41" name="아이콘 table"/>
          <p:cNvSpPr/>
          <p:nvPr/>
        </p:nvSpPr>
        <p:spPr>
          <a:xfrm>
            <a:off x="1295400" y="290703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050" y="228600"/>
                </a:moveTo>
                <a:lnTo>
                  <a:pt x="17793" y="228560"/>
                </a:lnTo>
                <a:lnTo>
                  <a:pt x="16563" y="228441"/>
                </a:lnTo>
                <a:lnTo>
                  <a:pt x="15359" y="228243"/>
                </a:lnTo>
                <a:lnTo>
                  <a:pt x="14182" y="227965"/>
                </a:lnTo>
                <a:lnTo>
                  <a:pt x="13031" y="227608"/>
                </a:lnTo>
                <a:lnTo>
                  <a:pt x="11906" y="227171"/>
                </a:lnTo>
                <a:lnTo>
                  <a:pt x="10808" y="226655"/>
                </a:lnTo>
                <a:lnTo>
                  <a:pt x="9737" y="226060"/>
                </a:lnTo>
                <a:lnTo>
                  <a:pt x="8692" y="225385"/>
                </a:lnTo>
                <a:lnTo>
                  <a:pt x="7673" y="224631"/>
                </a:lnTo>
                <a:lnTo>
                  <a:pt x="6681" y="223798"/>
                </a:lnTo>
                <a:lnTo>
                  <a:pt x="5715" y="222885"/>
                </a:lnTo>
                <a:lnTo>
                  <a:pt x="4802" y="221919"/>
                </a:lnTo>
                <a:lnTo>
                  <a:pt x="3969" y="220927"/>
                </a:lnTo>
                <a:lnTo>
                  <a:pt x="3215" y="219908"/>
                </a:lnTo>
                <a:lnTo>
                  <a:pt x="2540" y="218863"/>
                </a:lnTo>
                <a:lnTo>
                  <a:pt x="1945" y="217792"/>
                </a:lnTo>
                <a:lnTo>
                  <a:pt x="1429" y="216694"/>
                </a:lnTo>
                <a:lnTo>
                  <a:pt x="992" y="215569"/>
                </a:lnTo>
                <a:lnTo>
                  <a:pt x="635" y="214418"/>
                </a:lnTo>
                <a:lnTo>
                  <a:pt x="357" y="213241"/>
                </a:lnTo>
                <a:lnTo>
                  <a:pt x="159" y="212037"/>
                </a:lnTo>
                <a:lnTo>
                  <a:pt x="40" y="210807"/>
                </a:lnTo>
                <a:lnTo>
                  <a:pt x="0" y="2095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09550" y="0"/>
                </a:lnTo>
                <a:lnTo>
                  <a:pt x="210807" y="40"/>
                </a:lnTo>
                <a:lnTo>
                  <a:pt x="212037" y="159"/>
                </a:lnTo>
                <a:lnTo>
                  <a:pt x="213241" y="357"/>
                </a:lnTo>
                <a:lnTo>
                  <a:pt x="214418" y="635"/>
                </a:lnTo>
                <a:lnTo>
                  <a:pt x="215569" y="992"/>
                </a:lnTo>
                <a:lnTo>
                  <a:pt x="216694" y="1429"/>
                </a:lnTo>
                <a:lnTo>
                  <a:pt x="217792" y="1945"/>
                </a:lnTo>
                <a:lnTo>
                  <a:pt x="218863" y="2540"/>
                </a:lnTo>
                <a:lnTo>
                  <a:pt x="219908" y="3215"/>
                </a:lnTo>
                <a:lnTo>
                  <a:pt x="220927" y="3969"/>
                </a:lnTo>
                <a:lnTo>
                  <a:pt x="221919" y="4802"/>
                </a:lnTo>
                <a:lnTo>
                  <a:pt x="222885" y="5715"/>
                </a:lnTo>
                <a:lnTo>
                  <a:pt x="223798" y="6681"/>
                </a:lnTo>
                <a:lnTo>
                  <a:pt x="224631" y="7673"/>
                </a:lnTo>
                <a:lnTo>
                  <a:pt x="225385" y="8692"/>
                </a:lnTo>
                <a:lnTo>
                  <a:pt x="226060" y="9737"/>
                </a:lnTo>
                <a:lnTo>
                  <a:pt x="226655" y="10808"/>
                </a:lnTo>
                <a:lnTo>
                  <a:pt x="227171" y="11906"/>
                </a:lnTo>
                <a:lnTo>
                  <a:pt x="227608" y="13031"/>
                </a:lnTo>
                <a:lnTo>
                  <a:pt x="227965" y="14182"/>
                </a:lnTo>
                <a:lnTo>
                  <a:pt x="228243" y="15359"/>
                </a:lnTo>
                <a:lnTo>
                  <a:pt x="228441" y="16563"/>
                </a:lnTo>
                <a:lnTo>
                  <a:pt x="228560" y="17793"/>
                </a:lnTo>
                <a:lnTo>
                  <a:pt x="228600" y="19050"/>
                </a:lnTo>
                <a:lnTo>
                  <a:pt x="228600" y="209550"/>
                </a:lnTo>
                <a:lnTo>
                  <a:pt x="228560" y="210807"/>
                </a:lnTo>
                <a:lnTo>
                  <a:pt x="228441" y="212037"/>
                </a:lnTo>
                <a:lnTo>
                  <a:pt x="228243" y="213241"/>
                </a:lnTo>
                <a:lnTo>
                  <a:pt x="227965" y="214418"/>
                </a:lnTo>
                <a:lnTo>
                  <a:pt x="227608" y="215569"/>
                </a:lnTo>
                <a:lnTo>
                  <a:pt x="227171" y="216694"/>
                </a:lnTo>
                <a:lnTo>
                  <a:pt x="226655" y="217792"/>
                </a:lnTo>
                <a:lnTo>
                  <a:pt x="226060" y="218863"/>
                </a:lnTo>
                <a:lnTo>
                  <a:pt x="225385" y="219908"/>
                </a:lnTo>
                <a:lnTo>
                  <a:pt x="224631" y="220927"/>
                </a:lnTo>
                <a:lnTo>
                  <a:pt x="223798" y="221919"/>
                </a:lnTo>
                <a:lnTo>
                  <a:pt x="222885" y="222885"/>
                </a:lnTo>
                <a:lnTo>
                  <a:pt x="221919" y="223798"/>
                </a:lnTo>
                <a:lnTo>
                  <a:pt x="220927" y="224631"/>
                </a:lnTo>
                <a:lnTo>
                  <a:pt x="219908" y="225385"/>
                </a:lnTo>
                <a:lnTo>
                  <a:pt x="218863" y="226060"/>
                </a:lnTo>
                <a:lnTo>
                  <a:pt x="217792" y="226655"/>
                </a:lnTo>
                <a:lnTo>
                  <a:pt x="216694" y="227171"/>
                </a:lnTo>
                <a:lnTo>
                  <a:pt x="215569" y="227608"/>
                </a:lnTo>
                <a:lnTo>
                  <a:pt x="214418" y="227965"/>
                </a:lnTo>
                <a:lnTo>
                  <a:pt x="213241" y="228243"/>
                </a:lnTo>
                <a:lnTo>
                  <a:pt x="212037" y="228441"/>
                </a:lnTo>
                <a:lnTo>
                  <a:pt x="210807" y="228560"/>
                </a:lnTo>
                <a:lnTo>
                  <a:pt x="209550" y="228600"/>
                </a:lnTo>
                <a:lnTo>
                  <a:pt x="19050" y="228600"/>
                </a:lnTo>
                <a:close/>
                <a:moveTo>
                  <a:pt x="104775" y="149225"/>
                </a:moveTo>
                <a:lnTo>
                  <a:pt x="19050" y="149225"/>
                </a:lnTo>
                <a:lnTo>
                  <a:pt x="19050" y="209550"/>
                </a:lnTo>
                <a:lnTo>
                  <a:pt x="104775" y="209550"/>
                </a:lnTo>
                <a:lnTo>
                  <a:pt x="104775" y="149225"/>
                </a:lnTo>
                <a:close/>
                <a:moveTo>
                  <a:pt x="123825" y="149225"/>
                </a:moveTo>
                <a:lnTo>
                  <a:pt x="123825" y="209550"/>
                </a:lnTo>
                <a:lnTo>
                  <a:pt x="209550" y="209550"/>
                </a:lnTo>
                <a:lnTo>
                  <a:pt x="209550" y="149225"/>
                </a:lnTo>
                <a:lnTo>
                  <a:pt x="123825" y="149225"/>
                </a:lnTo>
                <a:close/>
                <a:moveTo>
                  <a:pt x="104775" y="130175"/>
                </a:moveTo>
                <a:lnTo>
                  <a:pt x="104775" y="69850"/>
                </a:lnTo>
                <a:lnTo>
                  <a:pt x="19050" y="69850"/>
                </a:lnTo>
                <a:lnTo>
                  <a:pt x="19050" y="130175"/>
                </a:lnTo>
                <a:lnTo>
                  <a:pt x="104775" y="130175"/>
                </a:lnTo>
                <a:close/>
                <a:moveTo>
                  <a:pt x="123825" y="130175"/>
                </a:moveTo>
                <a:lnTo>
                  <a:pt x="209550" y="130175"/>
                </a:lnTo>
                <a:lnTo>
                  <a:pt x="209550" y="69850"/>
                </a:lnTo>
                <a:lnTo>
                  <a:pt x="123825" y="69850"/>
                </a:lnTo>
                <a:lnTo>
                  <a:pt x="123825" y="130175"/>
                </a:lnTo>
                <a:close/>
                <a:moveTo>
                  <a:pt x="19050" y="50800"/>
                </a:moveTo>
                <a:lnTo>
                  <a:pt x="209550" y="50800"/>
                </a:lnTo>
                <a:lnTo>
                  <a:pt x="209550" y="19050"/>
                </a:lnTo>
                <a:lnTo>
                  <a:pt x="19050" y="19050"/>
                </a:lnTo>
                <a:lnTo>
                  <a:pt x="19050" y="5080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블록 CDC 변경 테이블"/>
          <p:cNvSpPr/>
          <p:nvPr/>
        </p:nvSpPr>
        <p:spPr>
          <a:xfrm>
            <a:off x="533400" y="3794760"/>
            <a:ext cx="1752600" cy="92964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610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CDC 변경 테이블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cdc.*_CT · LSN</a:t>
            </a:r>
          </a:p>
        </p:txBody>
      </p:sp>
      <p:sp>
        <p:nvSpPr>
          <p:cNvPr id="43" name="아이콘 manage_history"/>
          <p:cNvSpPr/>
          <p:nvPr/>
        </p:nvSpPr>
        <p:spPr>
          <a:xfrm>
            <a:off x="1295400" y="3943350"/>
            <a:ext cx="261302" cy="263525"/>
          </a:xfrm>
          <a:custGeom>
            <a:avLst/>
            <a:gdLst/>
            <a:ahLst/>
            <a:cxnLst/>
            <a:rect l="l" t="t" r="r" b="b"/>
            <a:pathLst>
              <a:path w="261302" h="263525">
                <a:moveTo>
                  <a:pt x="6985" y="73978"/>
                </a:moveTo>
                <a:lnTo>
                  <a:pt x="6985" y="7937"/>
                </a:lnTo>
                <a:lnTo>
                  <a:pt x="26035" y="7937"/>
                </a:lnTo>
                <a:lnTo>
                  <a:pt x="26035" y="41593"/>
                </a:lnTo>
                <a:lnTo>
                  <a:pt x="28830" y="38422"/>
                </a:lnTo>
                <a:lnTo>
                  <a:pt x="31710" y="35366"/>
                </a:lnTo>
                <a:lnTo>
                  <a:pt x="34677" y="32425"/>
                </a:lnTo>
                <a:lnTo>
                  <a:pt x="37730" y="29598"/>
                </a:lnTo>
                <a:lnTo>
                  <a:pt x="40868" y="26886"/>
                </a:lnTo>
                <a:lnTo>
                  <a:pt x="44093" y="24289"/>
                </a:lnTo>
                <a:lnTo>
                  <a:pt x="47403" y="21806"/>
                </a:lnTo>
                <a:lnTo>
                  <a:pt x="50800" y="19438"/>
                </a:lnTo>
                <a:lnTo>
                  <a:pt x="54283" y="17185"/>
                </a:lnTo>
                <a:lnTo>
                  <a:pt x="57851" y="15046"/>
                </a:lnTo>
                <a:lnTo>
                  <a:pt x="61506" y="13022"/>
                </a:lnTo>
                <a:lnTo>
                  <a:pt x="65246" y="11113"/>
                </a:lnTo>
                <a:lnTo>
                  <a:pt x="69049" y="9338"/>
                </a:lnTo>
                <a:lnTo>
                  <a:pt x="72888" y="7717"/>
                </a:lnTo>
                <a:lnTo>
                  <a:pt x="76766" y="6251"/>
                </a:lnTo>
                <a:lnTo>
                  <a:pt x="80680" y="4939"/>
                </a:lnTo>
                <a:lnTo>
                  <a:pt x="84632" y="3781"/>
                </a:lnTo>
                <a:lnTo>
                  <a:pt x="88622" y="2778"/>
                </a:lnTo>
                <a:lnTo>
                  <a:pt x="92649" y="1929"/>
                </a:lnTo>
                <a:lnTo>
                  <a:pt x="96714" y="1235"/>
                </a:lnTo>
                <a:lnTo>
                  <a:pt x="100816" y="695"/>
                </a:lnTo>
                <a:lnTo>
                  <a:pt x="104956" y="309"/>
                </a:lnTo>
                <a:lnTo>
                  <a:pt x="109133" y="77"/>
                </a:lnTo>
                <a:lnTo>
                  <a:pt x="113348" y="0"/>
                </a:lnTo>
                <a:lnTo>
                  <a:pt x="121239" y="229"/>
                </a:lnTo>
                <a:lnTo>
                  <a:pt x="128931" y="917"/>
                </a:lnTo>
                <a:lnTo>
                  <a:pt x="136426" y="2064"/>
                </a:lnTo>
                <a:lnTo>
                  <a:pt x="143722" y="3669"/>
                </a:lnTo>
                <a:lnTo>
                  <a:pt x="150819" y="5733"/>
                </a:lnTo>
                <a:lnTo>
                  <a:pt x="157718" y="8255"/>
                </a:lnTo>
                <a:lnTo>
                  <a:pt x="164419" y="11236"/>
                </a:lnTo>
                <a:lnTo>
                  <a:pt x="170921" y="14676"/>
                </a:lnTo>
                <a:lnTo>
                  <a:pt x="177225" y="18574"/>
                </a:lnTo>
                <a:lnTo>
                  <a:pt x="183330" y="22931"/>
                </a:lnTo>
                <a:lnTo>
                  <a:pt x="189237" y="27746"/>
                </a:lnTo>
                <a:lnTo>
                  <a:pt x="194945" y="33020"/>
                </a:lnTo>
                <a:lnTo>
                  <a:pt x="200320" y="38625"/>
                </a:lnTo>
                <a:lnTo>
                  <a:pt x="205228" y="44432"/>
                </a:lnTo>
                <a:lnTo>
                  <a:pt x="209669" y="50443"/>
                </a:lnTo>
                <a:lnTo>
                  <a:pt x="213642" y="56656"/>
                </a:lnTo>
                <a:lnTo>
                  <a:pt x="217148" y="63072"/>
                </a:lnTo>
                <a:lnTo>
                  <a:pt x="220186" y="69691"/>
                </a:lnTo>
                <a:lnTo>
                  <a:pt x="222757" y="76513"/>
                </a:lnTo>
                <a:lnTo>
                  <a:pt x="224861" y="83538"/>
                </a:lnTo>
                <a:lnTo>
                  <a:pt x="226497" y="90765"/>
                </a:lnTo>
                <a:lnTo>
                  <a:pt x="227665" y="98196"/>
                </a:lnTo>
                <a:lnTo>
                  <a:pt x="228366" y="105829"/>
                </a:lnTo>
                <a:lnTo>
                  <a:pt x="228600" y="113665"/>
                </a:lnTo>
                <a:lnTo>
                  <a:pt x="228600" y="116840"/>
                </a:lnTo>
                <a:lnTo>
                  <a:pt x="209550" y="116840"/>
                </a:lnTo>
                <a:lnTo>
                  <a:pt x="209550" y="112712"/>
                </a:lnTo>
                <a:lnTo>
                  <a:pt x="209354" y="106236"/>
                </a:lnTo>
                <a:lnTo>
                  <a:pt x="208765" y="99929"/>
                </a:lnTo>
                <a:lnTo>
                  <a:pt x="207784" y="93791"/>
                </a:lnTo>
                <a:lnTo>
                  <a:pt x="206410" y="87824"/>
                </a:lnTo>
                <a:lnTo>
                  <a:pt x="204644" y="82026"/>
                </a:lnTo>
                <a:lnTo>
                  <a:pt x="202486" y="76398"/>
                </a:lnTo>
                <a:lnTo>
                  <a:pt x="199935" y="70940"/>
                </a:lnTo>
                <a:lnTo>
                  <a:pt x="196991" y="65652"/>
                </a:lnTo>
                <a:lnTo>
                  <a:pt x="193655" y="60533"/>
                </a:lnTo>
                <a:lnTo>
                  <a:pt x="189927" y="55585"/>
                </a:lnTo>
                <a:lnTo>
                  <a:pt x="185806" y="50806"/>
                </a:lnTo>
                <a:lnTo>
                  <a:pt x="181292" y="46196"/>
                </a:lnTo>
                <a:lnTo>
                  <a:pt x="176504" y="41860"/>
                </a:lnTo>
                <a:lnTo>
                  <a:pt x="171556" y="37902"/>
                </a:lnTo>
                <a:lnTo>
                  <a:pt x="166449" y="34320"/>
                </a:lnTo>
                <a:lnTo>
                  <a:pt x="161184" y="31115"/>
                </a:lnTo>
                <a:lnTo>
                  <a:pt x="155760" y="28287"/>
                </a:lnTo>
                <a:lnTo>
                  <a:pt x="150178" y="25837"/>
                </a:lnTo>
                <a:lnTo>
                  <a:pt x="144436" y="23763"/>
                </a:lnTo>
                <a:lnTo>
                  <a:pt x="138536" y="22066"/>
                </a:lnTo>
                <a:lnTo>
                  <a:pt x="132477" y="20747"/>
                </a:lnTo>
                <a:lnTo>
                  <a:pt x="126259" y="19804"/>
                </a:lnTo>
                <a:lnTo>
                  <a:pt x="119883" y="19239"/>
                </a:lnTo>
                <a:lnTo>
                  <a:pt x="113348" y="19050"/>
                </a:lnTo>
                <a:lnTo>
                  <a:pt x="109768" y="19118"/>
                </a:lnTo>
                <a:lnTo>
                  <a:pt x="106226" y="19323"/>
                </a:lnTo>
                <a:lnTo>
                  <a:pt x="102721" y="19665"/>
                </a:lnTo>
                <a:lnTo>
                  <a:pt x="99254" y="20144"/>
                </a:lnTo>
                <a:lnTo>
                  <a:pt x="95824" y="20759"/>
                </a:lnTo>
                <a:lnTo>
                  <a:pt x="92432" y="21511"/>
                </a:lnTo>
                <a:lnTo>
                  <a:pt x="89077" y="22399"/>
                </a:lnTo>
                <a:lnTo>
                  <a:pt x="85760" y="23424"/>
                </a:lnTo>
                <a:lnTo>
                  <a:pt x="82481" y="24586"/>
                </a:lnTo>
                <a:lnTo>
                  <a:pt x="79238" y="25885"/>
                </a:lnTo>
                <a:lnTo>
                  <a:pt x="76034" y="27320"/>
                </a:lnTo>
                <a:lnTo>
                  <a:pt x="72866" y="28892"/>
                </a:lnTo>
                <a:lnTo>
                  <a:pt x="69752" y="30577"/>
                </a:lnTo>
                <a:lnTo>
                  <a:pt x="66706" y="32350"/>
                </a:lnTo>
                <a:lnTo>
                  <a:pt x="63728" y="34211"/>
                </a:lnTo>
                <a:lnTo>
                  <a:pt x="60819" y="36160"/>
                </a:lnTo>
                <a:lnTo>
                  <a:pt x="57978" y="38197"/>
                </a:lnTo>
                <a:lnTo>
                  <a:pt x="55205" y="40322"/>
                </a:lnTo>
                <a:lnTo>
                  <a:pt x="52501" y="42536"/>
                </a:lnTo>
                <a:lnTo>
                  <a:pt x="49865" y="44838"/>
                </a:lnTo>
                <a:lnTo>
                  <a:pt x="47298" y="47228"/>
                </a:lnTo>
                <a:lnTo>
                  <a:pt x="44798" y="49706"/>
                </a:lnTo>
                <a:lnTo>
                  <a:pt x="42368" y="52273"/>
                </a:lnTo>
                <a:lnTo>
                  <a:pt x="40005" y="54928"/>
                </a:lnTo>
                <a:lnTo>
                  <a:pt x="73342" y="54928"/>
                </a:lnTo>
                <a:lnTo>
                  <a:pt x="73342" y="73978"/>
                </a:lnTo>
                <a:lnTo>
                  <a:pt x="6985" y="73978"/>
                </a:lnTo>
                <a:close/>
                <a:moveTo>
                  <a:pt x="0" y="113983"/>
                </a:moveTo>
                <a:lnTo>
                  <a:pt x="19050" y="113983"/>
                </a:lnTo>
                <a:lnTo>
                  <a:pt x="19240" y="120516"/>
                </a:lnTo>
                <a:lnTo>
                  <a:pt x="19808" y="126885"/>
                </a:lnTo>
                <a:lnTo>
                  <a:pt x="20757" y="133092"/>
                </a:lnTo>
                <a:lnTo>
                  <a:pt x="22084" y="139136"/>
                </a:lnTo>
                <a:lnTo>
                  <a:pt x="23790" y="145016"/>
                </a:lnTo>
                <a:lnTo>
                  <a:pt x="25876" y="150733"/>
                </a:lnTo>
                <a:lnTo>
                  <a:pt x="28341" y="156287"/>
                </a:lnTo>
                <a:lnTo>
                  <a:pt x="31186" y="161678"/>
                </a:lnTo>
                <a:lnTo>
                  <a:pt x="34409" y="166906"/>
                </a:lnTo>
                <a:lnTo>
                  <a:pt x="38012" y="171970"/>
                </a:lnTo>
                <a:lnTo>
                  <a:pt x="41994" y="176872"/>
                </a:lnTo>
                <a:lnTo>
                  <a:pt x="46355" y="181610"/>
                </a:lnTo>
                <a:lnTo>
                  <a:pt x="50992" y="186073"/>
                </a:lnTo>
                <a:lnTo>
                  <a:pt x="55801" y="190147"/>
                </a:lnTo>
                <a:lnTo>
                  <a:pt x="60781" y="193834"/>
                </a:lnTo>
                <a:lnTo>
                  <a:pt x="65934" y="197132"/>
                </a:lnTo>
                <a:lnTo>
                  <a:pt x="71259" y="200043"/>
                </a:lnTo>
                <a:lnTo>
                  <a:pt x="76756" y="202565"/>
                </a:lnTo>
                <a:lnTo>
                  <a:pt x="82424" y="204699"/>
                </a:lnTo>
                <a:lnTo>
                  <a:pt x="88265" y="206446"/>
                </a:lnTo>
                <a:lnTo>
                  <a:pt x="94278" y="207804"/>
                </a:lnTo>
                <a:lnTo>
                  <a:pt x="100462" y="208774"/>
                </a:lnTo>
                <a:lnTo>
                  <a:pt x="106819" y="209356"/>
                </a:lnTo>
                <a:lnTo>
                  <a:pt x="113348" y="209550"/>
                </a:lnTo>
                <a:lnTo>
                  <a:pt x="117158" y="209550"/>
                </a:lnTo>
                <a:lnTo>
                  <a:pt x="127952" y="227648"/>
                </a:lnTo>
                <a:lnTo>
                  <a:pt x="127369" y="227750"/>
                </a:lnTo>
                <a:lnTo>
                  <a:pt x="126784" y="227846"/>
                </a:lnTo>
                <a:lnTo>
                  <a:pt x="126196" y="227935"/>
                </a:lnTo>
                <a:lnTo>
                  <a:pt x="125607" y="228018"/>
                </a:lnTo>
                <a:lnTo>
                  <a:pt x="125015" y="228094"/>
                </a:lnTo>
                <a:lnTo>
                  <a:pt x="124420" y="228163"/>
                </a:lnTo>
                <a:lnTo>
                  <a:pt x="123824" y="228226"/>
                </a:lnTo>
                <a:lnTo>
                  <a:pt x="123225" y="228283"/>
                </a:lnTo>
                <a:lnTo>
                  <a:pt x="122624" y="228332"/>
                </a:lnTo>
                <a:lnTo>
                  <a:pt x="122021" y="228375"/>
                </a:lnTo>
                <a:lnTo>
                  <a:pt x="121416" y="228411"/>
                </a:lnTo>
                <a:lnTo>
                  <a:pt x="120809" y="228441"/>
                </a:lnTo>
                <a:lnTo>
                  <a:pt x="120199" y="228467"/>
                </a:lnTo>
                <a:lnTo>
                  <a:pt x="119587" y="228490"/>
                </a:lnTo>
                <a:lnTo>
                  <a:pt x="118973" y="228511"/>
                </a:lnTo>
                <a:lnTo>
                  <a:pt x="118357" y="228529"/>
                </a:lnTo>
                <a:lnTo>
                  <a:pt x="117738" y="228546"/>
                </a:lnTo>
                <a:lnTo>
                  <a:pt x="117118" y="228560"/>
                </a:lnTo>
                <a:lnTo>
                  <a:pt x="116495" y="228572"/>
                </a:lnTo>
                <a:lnTo>
                  <a:pt x="115870" y="228582"/>
                </a:lnTo>
                <a:lnTo>
                  <a:pt x="115243" y="228590"/>
                </a:lnTo>
                <a:lnTo>
                  <a:pt x="114613" y="228596"/>
                </a:lnTo>
                <a:lnTo>
                  <a:pt x="113981" y="228599"/>
                </a:lnTo>
                <a:lnTo>
                  <a:pt x="113348" y="228600"/>
                </a:lnTo>
                <a:lnTo>
                  <a:pt x="105562" y="228367"/>
                </a:lnTo>
                <a:lnTo>
                  <a:pt x="97975" y="227670"/>
                </a:lnTo>
                <a:lnTo>
                  <a:pt x="90587" y="226506"/>
                </a:lnTo>
                <a:lnTo>
                  <a:pt x="83397" y="224878"/>
                </a:lnTo>
                <a:lnTo>
                  <a:pt x="76405" y="222785"/>
                </a:lnTo>
                <a:lnTo>
                  <a:pt x="69612" y="220226"/>
                </a:lnTo>
                <a:lnTo>
                  <a:pt x="63017" y="217202"/>
                </a:lnTo>
                <a:lnTo>
                  <a:pt x="56621" y="213713"/>
                </a:lnTo>
                <a:lnTo>
                  <a:pt x="50423" y="209758"/>
                </a:lnTo>
                <a:lnTo>
                  <a:pt x="44424" y="205339"/>
                </a:lnTo>
                <a:lnTo>
                  <a:pt x="38623" y="200454"/>
                </a:lnTo>
                <a:lnTo>
                  <a:pt x="33020" y="195104"/>
                </a:lnTo>
                <a:lnTo>
                  <a:pt x="27746" y="189423"/>
                </a:lnTo>
                <a:lnTo>
                  <a:pt x="22931" y="183546"/>
                </a:lnTo>
                <a:lnTo>
                  <a:pt x="18574" y="177473"/>
                </a:lnTo>
                <a:lnTo>
                  <a:pt x="14676" y="171203"/>
                </a:lnTo>
                <a:lnTo>
                  <a:pt x="11236" y="164737"/>
                </a:lnTo>
                <a:lnTo>
                  <a:pt x="8255" y="158075"/>
                </a:lnTo>
                <a:lnTo>
                  <a:pt x="5733" y="151217"/>
                </a:lnTo>
                <a:lnTo>
                  <a:pt x="3669" y="144163"/>
                </a:lnTo>
                <a:lnTo>
                  <a:pt x="2064" y="136912"/>
                </a:lnTo>
                <a:lnTo>
                  <a:pt x="917" y="129465"/>
                </a:lnTo>
                <a:lnTo>
                  <a:pt x="229" y="121822"/>
                </a:lnTo>
                <a:lnTo>
                  <a:pt x="0" y="113983"/>
                </a:lnTo>
                <a:close/>
                <a:moveTo>
                  <a:pt x="139700" y="151765"/>
                </a:moveTo>
                <a:lnTo>
                  <a:pt x="105092" y="117793"/>
                </a:lnTo>
                <a:lnTo>
                  <a:pt x="105092" y="49847"/>
                </a:lnTo>
                <a:lnTo>
                  <a:pt x="124142" y="49847"/>
                </a:lnTo>
                <a:lnTo>
                  <a:pt x="124142" y="109855"/>
                </a:lnTo>
                <a:lnTo>
                  <a:pt x="149860" y="134938"/>
                </a:lnTo>
                <a:lnTo>
                  <a:pt x="139700" y="151765"/>
                </a:lnTo>
                <a:close/>
                <a:moveTo>
                  <a:pt x="195262" y="263525"/>
                </a:moveTo>
                <a:lnTo>
                  <a:pt x="192088" y="242570"/>
                </a:lnTo>
                <a:lnTo>
                  <a:pt x="191139" y="242298"/>
                </a:lnTo>
                <a:lnTo>
                  <a:pt x="190200" y="242010"/>
                </a:lnTo>
                <a:lnTo>
                  <a:pt x="189270" y="241707"/>
                </a:lnTo>
                <a:lnTo>
                  <a:pt x="188348" y="241388"/>
                </a:lnTo>
                <a:lnTo>
                  <a:pt x="187435" y="241054"/>
                </a:lnTo>
                <a:lnTo>
                  <a:pt x="186531" y="240705"/>
                </a:lnTo>
                <a:lnTo>
                  <a:pt x="185636" y="240340"/>
                </a:lnTo>
                <a:lnTo>
                  <a:pt x="184750" y="239959"/>
                </a:lnTo>
                <a:lnTo>
                  <a:pt x="183872" y="239564"/>
                </a:lnTo>
                <a:lnTo>
                  <a:pt x="183003" y="239152"/>
                </a:lnTo>
                <a:lnTo>
                  <a:pt x="182144" y="238726"/>
                </a:lnTo>
                <a:lnTo>
                  <a:pt x="181292" y="238284"/>
                </a:lnTo>
                <a:lnTo>
                  <a:pt x="180450" y="237822"/>
                </a:lnTo>
                <a:lnTo>
                  <a:pt x="179617" y="237336"/>
                </a:lnTo>
                <a:lnTo>
                  <a:pt x="178792" y="236825"/>
                </a:lnTo>
                <a:lnTo>
                  <a:pt x="177976" y="236291"/>
                </a:lnTo>
                <a:lnTo>
                  <a:pt x="177169" y="235732"/>
                </a:lnTo>
                <a:lnTo>
                  <a:pt x="176371" y="235148"/>
                </a:lnTo>
                <a:lnTo>
                  <a:pt x="175582" y="234541"/>
                </a:lnTo>
                <a:lnTo>
                  <a:pt x="174801" y="233909"/>
                </a:lnTo>
                <a:lnTo>
                  <a:pt x="174030" y="233253"/>
                </a:lnTo>
                <a:lnTo>
                  <a:pt x="173267" y="232573"/>
                </a:lnTo>
                <a:lnTo>
                  <a:pt x="172513" y="231869"/>
                </a:lnTo>
                <a:lnTo>
                  <a:pt x="171768" y="231140"/>
                </a:lnTo>
                <a:lnTo>
                  <a:pt x="154305" y="234950"/>
                </a:lnTo>
                <a:lnTo>
                  <a:pt x="146368" y="221615"/>
                </a:lnTo>
                <a:lnTo>
                  <a:pt x="161290" y="207645"/>
                </a:lnTo>
                <a:lnTo>
                  <a:pt x="161138" y="207008"/>
                </a:lnTo>
                <a:lnTo>
                  <a:pt x="160999" y="206366"/>
                </a:lnTo>
                <a:lnTo>
                  <a:pt x="160873" y="205720"/>
                </a:lnTo>
                <a:lnTo>
                  <a:pt x="160761" y="205070"/>
                </a:lnTo>
                <a:lnTo>
                  <a:pt x="160662" y="204415"/>
                </a:lnTo>
                <a:lnTo>
                  <a:pt x="160576" y="203756"/>
                </a:lnTo>
                <a:lnTo>
                  <a:pt x="160503" y="203092"/>
                </a:lnTo>
                <a:lnTo>
                  <a:pt x="160443" y="202424"/>
                </a:lnTo>
                <a:lnTo>
                  <a:pt x="160397" y="201751"/>
                </a:lnTo>
                <a:lnTo>
                  <a:pt x="160364" y="201075"/>
                </a:lnTo>
                <a:lnTo>
                  <a:pt x="160344" y="200393"/>
                </a:lnTo>
                <a:lnTo>
                  <a:pt x="160338" y="199708"/>
                </a:lnTo>
                <a:lnTo>
                  <a:pt x="160344" y="199022"/>
                </a:lnTo>
                <a:lnTo>
                  <a:pt x="160364" y="198340"/>
                </a:lnTo>
                <a:lnTo>
                  <a:pt x="160397" y="197664"/>
                </a:lnTo>
                <a:lnTo>
                  <a:pt x="160443" y="196991"/>
                </a:lnTo>
                <a:lnTo>
                  <a:pt x="160503" y="196323"/>
                </a:lnTo>
                <a:lnTo>
                  <a:pt x="160576" y="195659"/>
                </a:lnTo>
                <a:lnTo>
                  <a:pt x="160662" y="195000"/>
                </a:lnTo>
                <a:lnTo>
                  <a:pt x="160761" y="194345"/>
                </a:lnTo>
                <a:lnTo>
                  <a:pt x="160873" y="193695"/>
                </a:lnTo>
                <a:lnTo>
                  <a:pt x="160999" y="193049"/>
                </a:lnTo>
                <a:lnTo>
                  <a:pt x="161138" y="192407"/>
                </a:lnTo>
                <a:lnTo>
                  <a:pt x="161290" y="191770"/>
                </a:lnTo>
                <a:lnTo>
                  <a:pt x="146368" y="177800"/>
                </a:lnTo>
                <a:lnTo>
                  <a:pt x="154305" y="164465"/>
                </a:lnTo>
                <a:lnTo>
                  <a:pt x="171768" y="168275"/>
                </a:lnTo>
                <a:lnTo>
                  <a:pt x="172513" y="167546"/>
                </a:lnTo>
                <a:lnTo>
                  <a:pt x="173267" y="166842"/>
                </a:lnTo>
                <a:lnTo>
                  <a:pt x="174030" y="166162"/>
                </a:lnTo>
                <a:lnTo>
                  <a:pt x="174801" y="165506"/>
                </a:lnTo>
                <a:lnTo>
                  <a:pt x="175582" y="164874"/>
                </a:lnTo>
                <a:lnTo>
                  <a:pt x="176371" y="164267"/>
                </a:lnTo>
                <a:lnTo>
                  <a:pt x="177169" y="163683"/>
                </a:lnTo>
                <a:lnTo>
                  <a:pt x="177976" y="163124"/>
                </a:lnTo>
                <a:lnTo>
                  <a:pt x="178792" y="162590"/>
                </a:lnTo>
                <a:lnTo>
                  <a:pt x="179617" y="162079"/>
                </a:lnTo>
                <a:lnTo>
                  <a:pt x="180450" y="161593"/>
                </a:lnTo>
                <a:lnTo>
                  <a:pt x="181292" y="161131"/>
                </a:lnTo>
                <a:lnTo>
                  <a:pt x="182144" y="160689"/>
                </a:lnTo>
                <a:lnTo>
                  <a:pt x="183003" y="160263"/>
                </a:lnTo>
                <a:lnTo>
                  <a:pt x="183872" y="159851"/>
                </a:lnTo>
                <a:lnTo>
                  <a:pt x="184750" y="159456"/>
                </a:lnTo>
                <a:lnTo>
                  <a:pt x="185636" y="159075"/>
                </a:lnTo>
                <a:lnTo>
                  <a:pt x="186531" y="158710"/>
                </a:lnTo>
                <a:lnTo>
                  <a:pt x="187435" y="158361"/>
                </a:lnTo>
                <a:lnTo>
                  <a:pt x="188348" y="158027"/>
                </a:lnTo>
                <a:lnTo>
                  <a:pt x="189270" y="157708"/>
                </a:lnTo>
                <a:lnTo>
                  <a:pt x="190200" y="157405"/>
                </a:lnTo>
                <a:lnTo>
                  <a:pt x="191139" y="157117"/>
                </a:lnTo>
                <a:lnTo>
                  <a:pt x="192088" y="156845"/>
                </a:lnTo>
                <a:lnTo>
                  <a:pt x="195262" y="135890"/>
                </a:lnTo>
                <a:lnTo>
                  <a:pt x="212408" y="135890"/>
                </a:lnTo>
                <a:lnTo>
                  <a:pt x="215582" y="156845"/>
                </a:lnTo>
                <a:lnTo>
                  <a:pt x="216531" y="157117"/>
                </a:lnTo>
                <a:lnTo>
                  <a:pt x="217470" y="157405"/>
                </a:lnTo>
                <a:lnTo>
                  <a:pt x="218400" y="157708"/>
                </a:lnTo>
                <a:lnTo>
                  <a:pt x="219322" y="158027"/>
                </a:lnTo>
                <a:lnTo>
                  <a:pt x="220235" y="158361"/>
                </a:lnTo>
                <a:lnTo>
                  <a:pt x="221139" y="158710"/>
                </a:lnTo>
                <a:lnTo>
                  <a:pt x="222034" y="159075"/>
                </a:lnTo>
                <a:lnTo>
                  <a:pt x="222920" y="159456"/>
                </a:lnTo>
                <a:lnTo>
                  <a:pt x="223798" y="159851"/>
                </a:lnTo>
                <a:lnTo>
                  <a:pt x="224667" y="160263"/>
                </a:lnTo>
                <a:lnTo>
                  <a:pt x="225526" y="160689"/>
                </a:lnTo>
                <a:lnTo>
                  <a:pt x="226377" y="161131"/>
                </a:lnTo>
                <a:lnTo>
                  <a:pt x="227220" y="161593"/>
                </a:lnTo>
                <a:lnTo>
                  <a:pt x="228053" y="162079"/>
                </a:lnTo>
                <a:lnTo>
                  <a:pt x="228878" y="162590"/>
                </a:lnTo>
                <a:lnTo>
                  <a:pt x="229694" y="163124"/>
                </a:lnTo>
                <a:lnTo>
                  <a:pt x="230501" y="163683"/>
                </a:lnTo>
                <a:lnTo>
                  <a:pt x="231299" y="164267"/>
                </a:lnTo>
                <a:lnTo>
                  <a:pt x="232088" y="164874"/>
                </a:lnTo>
                <a:lnTo>
                  <a:pt x="232869" y="165506"/>
                </a:lnTo>
                <a:lnTo>
                  <a:pt x="233640" y="166162"/>
                </a:lnTo>
                <a:lnTo>
                  <a:pt x="234403" y="166842"/>
                </a:lnTo>
                <a:lnTo>
                  <a:pt x="235157" y="167546"/>
                </a:lnTo>
                <a:lnTo>
                  <a:pt x="235902" y="168275"/>
                </a:lnTo>
                <a:lnTo>
                  <a:pt x="253365" y="164465"/>
                </a:lnTo>
                <a:lnTo>
                  <a:pt x="261302" y="177800"/>
                </a:lnTo>
                <a:lnTo>
                  <a:pt x="246380" y="191770"/>
                </a:lnTo>
                <a:lnTo>
                  <a:pt x="246532" y="192407"/>
                </a:lnTo>
                <a:lnTo>
                  <a:pt x="246671" y="193049"/>
                </a:lnTo>
                <a:lnTo>
                  <a:pt x="246797" y="193695"/>
                </a:lnTo>
                <a:lnTo>
                  <a:pt x="246909" y="194345"/>
                </a:lnTo>
                <a:lnTo>
                  <a:pt x="247008" y="195000"/>
                </a:lnTo>
                <a:lnTo>
                  <a:pt x="247094" y="195659"/>
                </a:lnTo>
                <a:lnTo>
                  <a:pt x="247167" y="196323"/>
                </a:lnTo>
                <a:lnTo>
                  <a:pt x="247227" y="196991"/>
                </a:lnTo>
                <a:lnTo>
                  <a:pt x="247273" y="197664"/>
                </a:lnTo>
                <a:lnTo>
                  <a:pt x="247306" y="198340"/>
                </a:lnTo>
                <a:lnTo>
                  <a:pt x="247326" y="199022"/>
                </a:lnTo>
                <a:lnTo>
                  <a:pt x="247332" y="199708"/>
                </a:lnTo>
                <a:lnTo>
                  <a:pt x="247326" y="200393"/>
                </a:lnTo>
                <a:lnTo>
                  <a:pt x="247306" y="201075"/>
                </a:lnTo>
                <a:lnTo>
                  <a:pt x="247273" y="201751"/>
                </a:lnTo>
                <a:lnTo>
                  <a:pt x="247227" y="202424"/>
                </a:lnTo>
                <a:lnTo>
                  <a:pt x="247167" y="203092"/>
                </a:lnTo>
                <a:lnTo>
                  <a:pt x="247094" y="203756"/>
                </a:lnTo>
                <a:lnTo>
                  <a:pt x="247008" y="204415"/>
                </a:lnTo>
                <a:lnTo>
                  <a:pt x="246909" y="205070"/>
                </a:lnTo>
                <a:lnTo>
                  <a:pt x="246797" y="205720"/>
                </a:lnTo>
                <a:lnTo>
                  <a:pt x="246671" y="206366"/>
                </a:lnTo>
                <a:lnTo>
                  <a:pt x="246532" y="207008"/>
                </a:lnTo>
                <a:lnTo>
                  <a:pt x="246380" y="207645"/>
                </a:lnTo>
                <a:lnTo>
                  <a:pt x="261302" y="221615"/>
                </a:lnTo>
                <a:lnTo>
                  <a:pt x="253365" y="234950"/>
                </a:lnTo>
                <a:lnTo>
                  <a:pt x="235902" y="231140"/>
                </a:lnTo>
                <a:lnTo>
                  <a:pt x="235157" y="231869"/>
                </a:lnTo>
                <a:lnTo>
                  <a:pt x="234403" y="232573"/>
                </a:lnTo>
                <a:lnTo>
                  <a:pt x="233640" y="233253"/>
                </a:lnTo>
                <a:lnTo>
                  <a:pt x="232869" y="233909"/>
                </a:lnTo>
                <a:lnTo>
                  <a:pt x="232088" y="234541"/>
                </a:lnTo>
                <a:lnTo>
                  <a:pt x="231299" y="235148"/>
                </a:lnTo>
                <a:lnTo>
                  <a:pt x="230501" y="235732"/>
                </a:lnTo>
                <a:lnTo>
                  <a:pt x="229694" y="236291"/>
                </a:lnTo>
                <a:lnTo>
                  <a:pt x="228878" y="236825"/>
                </a:lnTo>
                <a:lnTo>
                  <a:pt x="228053" y="237336"/>
                </a:lnTo>
                <a:lnTo>
                  <a:pt x="227220" y="237822"/>
                </a:lnTo>
                <a:lnTo>
                  <a:pt x="226377" y="238284"/>
                </a:lnTo>
                <a:lnTo>
                  <a:pt x="225526" y="238726"/>
                </a:lnTo>
                <a:lnTo>
                  <a:pt x="224667" y="239152"/>
                </a:lnTo>
                <a:lnTo>
                  <a:pt x="223798" y="239564"/>
                </a:lnTo>
                <a:lnTo>
                  <a:pt x="222920" y="239959"/>
                </a:lnTo>
                <a:lnTo>
                  <a:pt x="222034" y="240340"/>
                </a:lnTo>
                <a:lnTo>
                  <a:pt x="221139" y="240705"/>
                </a:lnTo>
                <a:lnTo>
                  <a:pt x="220235" y="241054"/>
                </a:lnTo>
                <a:lnTo>
                  <a:pt x="219322" y="241388"/>
                </a:lnTo>
                <a:lnTo>
                  <a:pt x="218400" y="241707"/>
                </a:lnTo>
                <a:lnTo>
                  <a:pt x="217470" y="242010"/>
                </a:lnTo>
                <a:lnTo>
                  <a:pt x="216531" y="242298"/>
                </a:lnTo>
                <a:lnTo>
                  <a:pt x="215582" y="242570"/>
                </a:lnTo>
                <a:lnTo>
                  <a:pt x="212408" y="263525"/>
                </a:lnTo>
                <a:lnTo>
                  <a:pt x="195262" y="263525"/>
                </a:lnTo>
                <a:close/>
                <a:moveTo>
                  <a:pt x="222250" y="218122"/>
                </a:moveTo>
                <a:lnTo>
                  <a:pt x="223366" y="216927"/>
                </a:lnTo>
                <a:lnTo>
                  <a:pt x="224384" y="215671"/>
                </a:lnTo>
                <a:lnTo>
                  <a:pt x="225306" y="214352"/>
                </a:lnTo>
                <a:lnTo>
                  <a:pt x="226131" y="212972"/>
                </a:lnTo>
                <a:lnTo>
                  <a:pt x="226858" y="211530"/>
                </a:lnTo>
                <a:lnTo>
                  <a:pt x="227489" y="210026"/>
                </a:lnTo>
                <a:lnTo>
                  <a:pt x="228022" y="208461"/>
                </a:lnTo>
                <a:lnTo>
                  <a:pt x="228459" y="206834"/>
                </a:lnTo>
                <a:lnTo>
                  <a:pt x="228798" y="205145"/>
                </a:lnTo>
                <a:lnTo>
                  <a:pt x="229041" y="203394"/>
                </a:lnTo>
                <a:lnTo>
                  <a:pt x="229186" y="201582"/>
                </a:lnTo>
                <a:lnTo>
                  <a:pt x="229235" y="199708"/>
                </a:lnTo>
                <a:lnTo>
                  <a:pt x="229186" y="197833"/>
                </a:lnTo>
                <a:lnTo>
                  <a:pt x="229041" y="196021"/>
                </a:lnTo>
                <a:lnTo>
                  <a:pt x="228798" y="194270"/>
                </a:lnTo>
                <a:lnTo>
                  <a:pt x="228459" y="192581"/>
                </a:lnTo>
                <a:lnTo>
                  <a:pt x="228022" y="190954"/>
                </a:lnTo>
                <a:lnTo>
                  <a:pt x="227489" y="189389"/>
                </a:lnTo>
                <a:lnTo>
                  <a:pt x="226858" y="187885"/>
                </a:lnTo>
                <a:lnTo>
                  <a:pt x="226131" y="186443"/>
                </a:lnTo>
                <a:lnTo>
                  <a:pt x="225306" y="185063"/>
                </a:lnTo>
                <a:lnTo>
                  <a:pt x="224384" y="183744"/>
                </a:lnTo>
                <a:lnTo>
                  <a:pt x="223366" y="182488"/>
                </a:lnTo>
                <a:lnTo>
                  <a:pt x="222250" y="181292"/>
                </a:lnTo>
                <a:lnTo>
                  <a:pt x="221055" y="180177"/>
                </a:lnTo>
                <a:lnTo>
                  <a:pt x="219798" y="179158"/>
                </a:lnTo>
                <a:lnTo>
                  <a:pt x="218480" y="178237"/>
                </a:lnTo>
                <a:lnTo>
                  <a:pt x="217099" y="177412"/>
                </a:lnTo>
                <a:lnTo>
                  <a:pt x="215657" y="176684"/>
                </a:lnTo>
                <a:lnTo>
                  <a:pt x="214154" y="176054"/>
                </a:lnTo>
                <a:lnTo>
                  <a:pt x="212588" y="175520"/>
                </a:lnTo>
                <a:lnTo>
                  <a:pt x="210961" y="175084"/>
                </a:lnTo>
                <a:lnTo>
                  <a:pt x="209272" y="174744"/>
                </a:lnTo>
                <a:lnTo>
                  <a:pt x="207522" y="174502"/>
                </a:lnTo>
                <a:lnTo>
                  <a:pt x="205709" y="174356"/>
                </a:lnTo>
                <a:lnTo>
                  <a:pt x="203835" y="174308"/>
                </a:lnTo>
                <a:lnTo>
                  <a:pt x="201961" y="174356"/>
                </a:lnTo>
                <a:lnTo>
                  <a:pt x="200148" y="174502"/>
                </a:lnTo>
                <a:lnTo>
                  <a:pt x="198398" y="174744"/>
                </a:lnTo>
                <a:lnTo>
                  <a:pt x="196709" y="175084"/>
                </a:lnTo>
                <a:lnTo>
                  <a:pt x="195082" y="175520"/>
                </a:lnTo>
                <a:lnTo>
                  <a:pt x="193516" y="176054"/>
                </a:lnTo>
                <a:lnTo>
                  <a:pt x="192013" y="176684"/>
                </a:lnTo>
                <a:lnTo>
                  <a:pt x="190571" y="177412"/>
                </a:lnTo>
                <a:lnTo>
                  <a:pt x="189190" y="178237"/>
                </a:lnTo>
                <a:lnTo>
                  <a:pt x="187872" y="179158"/>
                </a:lnTo>
                <a:lnTo>
                  <a:pt x="186615" y="180177"/>
                </a:lnTo>
                <a:lnTo>
                  <a:pt x="185420" y="181292"/>
                </a:lnTo>
                <a:lnTo>
                  <a:pt x="184304" y="182488"/>
                </a:lnTo>
                <a:lnTo>
                  <a:pt x="183286" y="183744"/>
                </a:lnTo>
                <a:lnTo>
                  <a:pt x="182364" y="185063"/>
                </a:lnTo>
                <a:lnTo>
                  <a:pt x="181539" y="186443"/>
                </a:lnTo>
                <a:lnTo>
                  <a:pt x="180812" y="187885"/>
                </a:lnTo>
                <a:lnTo>
                  <a:pt x="180181" y="189389"/>
                </a:lnTo>
                <a:lnTo>
                  <a:pt x="179648" y="190954"/>
                </a:lnTo>
                <a:lnTo>
                  <a:pt x="179211" y="192581"/>
                </a:lnTo>
                <a:lnTo>
                  <a:pt x="178872" y="194270"/>
                </a:lnTo>
                <a:lnTo>
                  <a:pt x="178629" y="196021"/>
                </a:lnTo>
                <a:lnTo>
                  <a:pt x="178484" y="197833"/>
                </a:lnTo>
                <a:lnTo>
                  <a:pt x="178435" y="199708"/>
                </a:lnTo>
                <a:lnTo>
                  <a:pt x="178484" y="201582"/>
                </a:lnTo>
                <a:lnTo>
                  <a:pt x="178629" y="203394"/>
                </a:lnTo>
                <a:lnTo>
                  <a:pt x="178872" y="205145"/>
                </a:lnTo>
                <a:lnTo>
                  <a:pt x="179211" y="206834"/>
                </a:lnTo>
                <a:lnTo>
                  <a:pt x="179648" y="208461"/>
                </a:lnTo>
                <a:lnTo>
                  <a:pt x="180181" y="210026"/>
                </a:lnTo>
                <a:lnTo>
                  <a:pt x="180812" y="211530"/>
                </a:lnTo>
                <a:lnTo>
                  <a:pt x="181539" y="212972"/>
                </a:lnTo>
                <a:lnTo>
                  <a:pt x="182364" y="214352"/>
                </a:lnTo>
                <a:lnTo>
                  <a:pt x="183286" y="215671"/>
                </a:lnTo>
                <a:lnTo>
                  <a:pt x="184304" y="216927"/>
                </a:lnTo>
                <a:lnTo>
                  <a:pt x="185420" y="218122"/>
                </a:lnTo>
                <a:lnTo>
                  <a:pt x="186615" y="219238"/>
                </a:lnTo>
                <a:lnTo>
                  <a:pt x="187872" y="220257"/>
                </a:lnTo>
                <a:lnTo>
                  <a:pt x="189190" y="221178"/>
                </a:lnTo>
                <a:lnTo>
                  <a:pt x="190571" y="222003"/>
                </a:lnTo>
                <a:lnTo>
                  <a:pt x="192013" y="222731"/>
                </a:lnTo>
                <a:lnTo>
                  <a:pt x="193516" y="223361"/>
                </a:lnTo>
                <a:lnTo>
                  <a:pt x="195082" y="223895"/>
                </a:lnTo>
                <a:lnTo>
                  <a:pt x="196709" y="224331"/>
                </a:lnTo>
                <a:lnTo>
                  <a:pt x="198398" y="224671"/>
                </a:lnTo>
                <a:lnTo>
                  <a:pt x="200148" y="224913"/>
                </a:lnTo>
                <a:lnTo>
                  <a:pt x="201961" y="225059"/>
                </a:lnTo>
                <a:lnTo>
                  <a:pt x="203835" y="225107"/>
                </a:lnTo>
                <a:lnTo>
                  <a:pt x="205709" y="225059"/>
                </a:lnTo>
                <a:lnTo>
                  <a:pt x="207522" y="224913"/>
                </a:lnTo>
                <a:lnTo>
                  <a:pt x="209272" y="224671"/>
                </a:lnTo>
                <a:lnTo>
                  <a:pt x="210961" y="224331"/>
                </a:lnTo>
                <a:lnTo>
                  <a:pt x="212588" y="223895"/>
                </a:lnTo>
                <a:lnTo>
                  <a:pt x="214154" y="223361"/>
                </a:lnTo>
                <a:lnTo>
                  <a:pt x="215657" y="222731"/>
                </a:lnTo>
                <a:lnTo>
                  <a:pt x="217099" y="222003"/>
                </a:lnTo>
                <a:lnTo>
                  <a:pt x="218480" y="221178"/>
                </a:lnTo>
                <a:lnTo>
                  <a:pt x="219798" y="220257"/>
                </a:lnTo>
                <a:lnTo>
                  <a:pt x="221055" y="219238"/>
                </a:lnTo>
                <a:lnTo>
                  <a:pt x="222250" y="218122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블록 SQL Server Agent"/>
          <p:cNvSpPr/>
          <p:nvPr/>
        </p:nvSpPr>
        <p:spPr>
          <a:xfrm>
            <a:off x="533400" y="4831080"/>
            <a:ext cx="1752600" cy="92964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46101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SQL Server Agent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CDC 캡처 · 정리 Job</a:t>
            </a:r>
          </a:p>
        </p:txBody>
      </p:sp>
      <p:sp>
        <p:nvSpPr>
          <p:cNvPr id="45" name="아이콘 schedule"/>
          <p:cNvSpPr/>
          <p:nvPr/>
        </p:nvSpPr>
        <p:spPr>
          <a:xfrm>
            <a:off x="1282700" y="496697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73672" y="188278"/>
                </a:moveTo>
                <a:lnTo>
                  <a:pt x="187960" y="173990"/>
                </a:lnTo>
                <a:lnTo>
                  <a:pt x="137478" y="123190"/>
                </a:lnTo>
                <a:lnTo>
                  <a:pt x="137478" y="59372"/>
                </a:lnTo>
                <a:lnTo>
                  <a:pt x="118428" y="59372"/>
                </a:lnTo>
                <a:lnTo>
                  <a:pt x="118428" y="130810"/>
                </a:lnTo>
                <a:lnTo>
                  <a:pt x="173672" y="188278"/>
                </a:lnTo>
                <a:close/>
                <a:moveTo>
                  <a:pt x="127000" y="254000"/>
                </a:moveTo>
                <a:lnTo>
                  <a:pt x="122681" y="253931"/>
                </a:lnTo>
                <a:lnTo>
                  <a:pt x="118401" y="253722"/>
                </a:lnTo>
                <a:lnTo>
                  <a:pt x="114161" y="253375"/>
                </a:lnTo>
                <a:lnTo>
                  <a:pt x="109961" y="252889"/>
                </a:lnTo>
                <a:lnTo>
                  <a:pt x="105800" y="252264"/>
                </a:lnTo>
                <a:lnTo>
                  <a:pt x="101679" y="251500"/>
                </a:lnTo>
                <a:lnTo>
                  <a:pt x="97598" y="250597"/>
                </a:lnTo>
                <a:lnTo>
                  <a:pt x="93557" y="249555"/>
                </a:lnTo>
                <a:lnTo>
                  <a:pt x="89555" y="248374"/>
                </a:lnTo>
                <a:lnTo>
                  <a:pt x="85593" y="247055"/>
                </a:lnTo>
                <a:lnTo>
                  <a:pt x="81670" y="245596"/>
                </a:lnTo>
                <a:lnTo>
                  <a:pt x="77788" y="243999"/>
                </a:lnTo>
                <a:lnTo>
                  <a:pt x="73965" y="242281"/>
                </a:lnTo>
                <a:lnTo>
                  <a:pt x="70225" y="240462"/>
                </a:lnTo>
                <a:lnTo>
                  <a:pt x="66566" y="238542"/>
                </a:lnTo>
                <a:lnTo>
                  <a:pt x="62988" y="236520"/>
                </a:lnTo>
                <a:lnTo>
                  <a:pt x="59493" y="234397"/>
                </a:lnTo>
                <a:lnTo>
                  <a:pt x="56078" y="232172"/>
                </a:lnTo>
                <a:lnTo>
                  <a:pt x="52746" y="229846"/>
                </a:lnTo>
                <a:lnTo>
                  <a:pt x="49495" y="227418"/>
                </a:lnTo>
                <a:lnTo>
                  <a:pt x="46325" y="224889"/>
                </a:lnTo>
                <a:lnTo>
                  <a:pt x="43237" y="222259"/>
                </a:lnTo>
                <a:lnTo>
                  <a:pt x="40231" y="219527"/>
                </a:lnTo>
                <a:lnTo>
                  <a:pt x="37306" y="216694"/>
                </a:lnTo>
                <a:lnTo>
                  <a:pt x="34473" y="213769"/>
                </a:lnTo>
                <a:lnTo>
                  <a:pt x="31741" y="210763"/>
                </a:lnTo>
                <a:lnTo>
                  <a:pt x="29111" y="207675"/>
                </a:lnTo>
                <a:lnTo>
                  <a:pt x="26582" y="204505"/>
                </a:lnTo>
                <a:lnTo>
                  <a:pt x="24154" y="201254"/>
                </a:lnTo>
                <a:lnTo>
                  <a:pt x="21828" y="197922"/>
                </a:lnTo>
                <a:lnTo>
                  <a:pt x="19603" y="194507"/>
                </a:lnTo>
                <a:lnTo>
                  <a:pt x="17480" y="191012"/>
                </a:lnTo>
                <a:lnTo>
                  <a:pt x="15458" y="187434"/>
                </a:lnTo>
                <a:lnTo>
                  <a:pt x="13538" y="183775"/>
                </a:lnTo>
                <a:lnTo>
                  <a:pt x="11719" y="180035"/>
                </a:lnTo>
                <a:lnTo>
                  <a:pt x="10001" y="176212"/>
                </a:lnTo>
                <a:lnTo>
                  <a:pt x="8404" y="172330"/>
                </a:lnTo>
                <a:lnTo>
                  <a:pt x="6945" y="168407"/>
                </a:lnTo>
                <a:lnTo>
                  <a:pt x="5626" y="164445"/>
                </a:lnTo>
                <a:lnTo>
                  <a:pt x="4445" y="160443"/>
                </a:lnTo>
                <a:lnTo>
                  <a:pt x="3403" y="156402"/>
                </a:lnTo>
                <a:lnTo>
                  <a:pt x="2500" y="152321"/>
                </a:lnTo>
                <a:lnTo>
                  <a:pt x="1736" y="148200"/>
                </a:lnTo>
                <a:lnTo>
                  <a:pt x="1111" y="144039"/>
                </a:lnTo>
                <a:lnTo>
                  <a:pt x="625" y="139839"/>
                </a:lnTo>
                <a:lnTo>
                  <a:pt x="278" y="135599"/>
                </a:lnTo>
                <a:lnTo>
                  <a:pt x="69" y="131319"/>
                </a:lnTo>
                <a:lnTo>
                  <a:pt x="0" y="127000"/>
                </a:lnTo>
                <a:lnTo>
                  <a:pt x="69" y="122681"/>
                </a:lnTo>
                <a:lnTo>
                  <a:pt x="278" y="118401"/>
                </a:lnTo>
                <a:lnTo>
                  <a:pt x="625" y="114161"/>
                </a:lnTo>
                <a:lnTo>
                  <a:pt x="1111" y="109961"/>
                </a:lnTo>
                <a:lnTo>
                  <a:pt x="1736" y="105800"/>
                </a:lnTo>
                <a:lnTo>
                  <a:pt x="2500" y="101679"/>
                </a:lnTo>
                <a:lnTo>
                  <a:pt x="3403" y="97598"/>
                </a:lnTo>
                <a:lnTo>
                  <a:pt x="4445" y="93557"/>
                </a:lnTo>
                <a:lnTo>
                  <a:pt x="5626" y="89555"/>
                </a:lnTo>
                <a:lnTo>
                  <a:pt x="6945" y="85593"/>
                </a:lnTo>
                <a:lnTo>
                  <a:pt x="8404" y="81670"/>
                </a:lnTo>
                <a:lnTo>
                  <a:pt x="10001" y="77788"/>
                </a:lnTo>
                <a:lnTo>
                  <a:pt x="11719" y="73965"/>
                </a:lnTo>
                <a:lnTo>
                  <a:pt x="13538" y="70225"/>
                </a:lnTo>
                <a:lnTo>
                  <a:pt x="15458" y="66566"/>
                </a:lnTo>
                <a:lnTo>
                  <a:pt x="17480" y="62988"/>
                </a:lnTo>
                <a:lnTo>
                  <a:pt x="19603" y="59493"/>
                </a:lnTo>
                <a:lnTo>
                  <a:pt x="21828" y="56078"/>
                </a:lnTo>
                <a:lnTo>
                  <a:pt x="24154" y="52746"/>
                </a:lnTo>
                <a:lnTo>
                  <a:pt x="26582" y="49495"/>
                </a:lnTo>
                <a:lnTo>
                  <a:pt x="29111" y="46325"/>
                </a:lnTo>
                <a:lnTo>
                  <a:pt x="31741" y="43237"/>
                </a:lnTo>
                <a:lnTo>
                  <a:pt x="34473" y="40231"/>
                </a:lnTo>
                <a:lnTo>
                  <a:pt x="37306" y="37306"/>
                </a:lnTo>
                <a:lnTo>
                  <a:pt x="40231" y="34473"/>
                </a:lnTo>
                <a:lnTo>
                  <a:pt x="43237" y="31741"/>
                </a:lnTo>
                <a:lnTo>
                  <a:pt x="46325" y="29111"/>
                </a:lnTo>
                <a:lnTo>
                  <a:pt x="49495" y="26582"/>
                </a:lnTo>
                <a:lnTo>
                  <a:pt x="52746" y="24154"/>
                </a:lnTo>
                <a:lnTo>
                  <a:pt x="56078" y="21828"/>
                </a:lnTo>
                <a:lnTo>
                  <a:pt x="59493" y="19603"/>
                </a:lnTo>
                <a:lnTo>
                  <a:pt x="62988" y="17480"/>
                </a:lnTo>
                <a:lnTo>
                  <a:pt x="66566" y="15458"/>
                </a:lnTo>
                <a:lnTo>
                  <a:pt x="70225" y="13538"/>
                </a:lnTo>
                <a:lnTo>
                  <a:pt x="73965" y="11719"/>
                </a:lnTo>
                <a:lnTo>
                  <a:pt x="77788" y="10001"/>
                </a:lnTo>
                <a:lnTo>
                  <a:pt x="81670" y="8404"/>
                </a:lnTo>
                <a:lnTo>
                  <a:pt x="85593" y="6945"/>
                </a:lnTo>
                <a:lnTo>
                  <a:pt x="89555" y="5626"/>
                </a:lnTo>
                <a:lnTo>
                  <a:pt x="93557" y="4445"/>
                </a:lnTo>
                <a:lnTo>
                  <a:pt x="97598" y="3403"/>
                </a:lnTo>
                <a:lnTo>
                  <a:pt x="101679" y="2500"/>
                </a:lnTo>
                <a:lnTo>
                  <a:pt x="105800" y="1736"/>
                </a:lnTo>
                <a:lnTo>
                  <a:pt x="109961" y="1111"/>
                </a:lnTo>
                <a:lnTo>
                  <a:pt x="114161" y="625"/>
                </a:lnTo>
                <a:lnTo>
                  <a:pt x="118401" y="278"/>
                </a:lnTo>
                <a:lnTo>
                  <a:pt x="122681" y="69"/>
                </a:lnTo>
                <a:lnTo>
                  <a:pt x="127000" y="0"/>
                </a:lnTo>
                <a:lnTo>
                  <a:pt x="131319" y="69"/>
                </a:lnTo>
                <a:lnTo>
                  <a:pt x="135599" y="278"/>
                </a:lnTo>
                <a:lnTo>
                  <a:pt x="139839" y="625"/>
                </a:lnTo>
                <a:lnTo>
                  <a:pt x="144039" y="1111"/>
                </a:lnTo>
                <a:lnTo>
                  <a:pt x="148200" y="1736"/>
                </a:lnTo>
                <a:lnTo>
                  <a:pt x="152321" y="2500"/>
                </a:lnTo>
                <a:lnTo>
                  <a:pt x="156402" y="3403"/>
                </a:lnTo>
                <a:lnTo>
                  <a:pt x="160443" y="4445"/>
                </a:lnTo>
                <a:lnTo>
                  <a:pt x="164445" y="5626"/>
                </a:lnTo>
                <a:lnTo>
                  <a:pt x="168407" y="6945"/>
                </a:lnTo>
                <a:lnTo>
                  <a:pt x="172330" y="8404"/>
                </a:lnTo>
                <a:lnTo>
                  <a:pt x="176212" y="10001"/>
                </a:lnTo>
                <a:lnTo>
                  <a:pt x="180035" y="11719"/>
                </a:lnTo>
                <a:lnTo>
                  <a:pt x="183775" y="13538"/>
                </a:lnTo>
                <a:lnTo>
                  <a:pt x="187434" y="15458"/>
                </a:lnTo>
                <a:lnTo>
                  <a:pt x="191012" y="17480"/>
                </a:lnTo>
                <a:lnTo>
                  <a:pt x="194507" y="19603"/>
                </a:lnTo>
                <a:lnTo>
                  <a:pt x="197922" y="21828"/>
                </a:lnTo>
                <a:lnTo>
                  <a:pt x="201254" y="24154"/>
                </a:lnTo>
                <a:lnTo>
                  <a:pt x="204505" y="26582"/>
                </a:lnTo>
                <a:lnTo>
                  <a:pt x="207675" y="29111"/>
                </a:lnTo>
                <a:lnTo>
                  <a:pt x="210763" y="31741"/>
                </a:lnTo>
                <a:lnTo>
                  <a:pt x="213769" y="34473"/>
                </a:lnTo>
                <a:lnTo>
                  <a:pt x="216694" y="37306"/>
                </a:lnTo>
                <a:lnTo>
                  <a:pt x="219527" y="40231"/>
                </a:lnTo>
                <a:lnTo>
                  <a:pt x="222259" y="43237"/>
                </a:lnTo>
                <a:lnTo>
                  <a:pt x="224889" y="46325"/>
                </a:lnTo>
                <a:lnTo>
                  <a:pt x="227418" y="49495"/>
                </a:lnTo>
                <a:lnTo>
                  <a:pt x="229846" y="52746"/>
                </a:lnTo>
                <a:lnTo>
                  <a:pt x="232172" y="56078"/>
                </a:lnTo>
                <a:lnTo>
                  <a:pt x="234397" y="59493"/>
                </a:lnTo>
                <a:lnTo>
                  <a:pt x="236520" y="62988"/>
                </a:lnTo>
                <a:lnTo>
                  <a:pt x="238542" y="66566"/>
                </a:lnTo>
                <a:lnTo>
                  <a:pt x="240462" y="70225"/>
                </a:lnTo>
                <a:lnTo>
                  <a:pt x="242281" y="73965"/>
                </a:lnTo>
                <a:lnTo>
                  <a:pt x="243999" y="77788"/>
                </a:lnTo>
                <a:lnTo>
                  <a:pt x="245596" y="81670"/>
                </a:lnTo>
                <a:lnTo>
                  <a:pt x="247055" y="85593"/>
                </a:lnTo>
                <a:lnTo>
                  <a:pt x="248374" y="89555"/>
                </a:lnTo>
                <a:lnTo>
                  <a:pt x="249555" y="93557"/>
                </a:lnTo>
                <a:lnTo>
                  <a:pt x="250597" y="97598"/>
                </a:lnTo>
                <a:lnTo>
                  <a:pt x="251500" y="101679"/>
                </a:lnTo>
                <a:lnTo>
                  <a:pt x="252264" y="105800"/>
                </a:lnTo>
                <a:lnTo>
                  <a:pt x="252889" y="109961"/>
                </a:lnTo>
                <a:lnTo>
                  <a:pt x="253375" y="114161"/>
                </a:lnTo>
                <a:lnTo>
                  <a:pt x="253722" y="118401"/>
                </a:lnTo>
                <a:lnTo>
                  <a:pt x="253931" y="122681"/>
                </a:lnTo>
                <a:lnTo>
                  <a:pt x="254000" y="127000"/>
                </a:lnTo>
                <a:lnTo>
                  <a:pt x="253931" y="131319"/>
                </a:lnTo>
                <a:lnTo>
                  <a:pt x="253722" y="135599"/>
                </a:lnTo>
                <a:lnTo>
                  <a:pt x="253375" y="139839"/>
                </a:lnTo>
                <a:lnTo>
                  <a:pt x="252889" y="144039"/>
                </a:lnTo>
                <a:lnTo>
                  <a:pt x="252264" y="148200"/>
                </a:lnTo>
                <a:lnTo>
                  <a:pt x="251500" y="152321"/>
                </a:lnTo>
                <a:lnTo>
                  <a:pt x="250597" y="156402"/>
                </a:lnTo>
                <a:lnTo>
                  <a:pt x="249555" y="160443"/>
                </a:lnTo>
                <a:lnTo>
                  <a:pt x="248374" y="164445"/>
                </a:lnTo>
                <a:lnTo>
                  <a:pt x="247055" y="168407"/>
                </a:lnTo>
                <a:lnTo>
                  <a:pt x="245596" y="172330"/>
                </a:lnTo>
                <a:lnTo>
                  <a:pt x="243999" y="176212"/>
                </a:lnTo>
                <a:lnTo>
                  <a:pt x="242281" y="180035"/>
                </a:lnTo>
                <a:lnTo>
                  <a:pt x="240462" y="183775"/>
                </a:lnTo>
                <a:lnTo>
                  <a:pt x="238542" y="187434"/>
                </a:lnTo>
                <a:lnTo>
                  <a:pt x="236520" y="191012"/>
                </a:lnTo>
                <a:lnTo>
                  <a:pt x="234397" y="194507"/>
                </a:lnTo>
                <a:lnTo>
                  <a:pt x="232172" y="197922"/>
                </a:lnTo>
                <a:lnTo>
                  <a:pt x="229846" y="201254"/>
                </a:lnTo>
                <a:lnTo>
                  <a:pt x="227418" y="204505"/>
                </a:lnTo>
                <a:lnTo>
                  <a:pt x="224889" y="207675"/>
                </a:lnTo>
                <a:lnTo>
                  <a:pt x="222259" y="210763"/>
                </a:lnTo>
                <a:lnTo>
                  <a:pt x="219527" y="213769"/>
                </a:lnTo>
                <a:lnTo>
                  <a:pt x="216694" y="216694"/>
                </a:lnTo>
                <a:lnTo>
                  <a:pt x="213769" y="219527"/>
                </a:lnTo>
                <a:lnTo>
                  <a:pt x="210763" y="222259"/>
                </a:lnTo>
                <a:lnTo>
                  <a:pt x="207675" y="224889"/>
                </a:lnTo>
                <a:lnTo>
                  <a:pt x="204505" y="227418"/>
                </a:lnTo>
                <a:lnTo>
                  <a:pt x="201254" y="229846"/>
                </a:lnTo>
                <a:lnTo>
                  <a:pt x="197922" y="232172"/>
                </a:lnTo>
                <a:lnTo>
                  <a:pt x="194507" y="234397"/>
                </a:lnTo>
                <a:lnTo>
                  <a:pt x="191012" y="236520"/>
                </a:lnTo>
                <a:lnTo>
                  <a:pt x="187434" y="238542"/>
                </a:lnTo>
                <a:lnTo>
                  <a:pt x="183775" y="240462"/>
                </a:lnTo>
                <a:lnTo>
                  <a:pt x="180035" y="242281"/>
                </a:lnTo>
                <a:lnTo>
                  <a:pt x="176212" y="243999"/>
                </a:lnTo>
                <a:lnTo>
                  <a:pt x="172330" y="245596"/>
                </a:lnTo>
                <a:lnTo>
                  <a:pt x="168407" y="247055"/>
                </a:lnTo>
                <a:lnTo>
                  <a:pt x="164445" y="248374"/>
                </a:lnTo>
                <a:lnTo>
                  <a:pt x="160443" y="249555"/>
                </a:lnTo>
                <a:lnTo>
                  <a:pt x="156402" y="250597"/>
                </a:lnTo>
                <a:lnTo>
                  <a:pt x="152321" y="251500"/>
                </a:lnTo>
                <a:lnTo>
                  <a:pt x="148200" y="252264"/>
                </a:lnTo>
                <a:lnTo>
                  <a:pt x="144039" y="252889"/>
                </a:lnTo>
                <a:lnTo>
                  <a:pt x="139839" y="253375"/>
                </a:lnTo>
                <a:lnTo>
                  <a:pt x="135599" y="253722"/>
                </a:lnTo>
                <a:lnTo>
                  <a:pt x="131319" y="253931"/>
                </a:lnTo>
                <a:lnTo>
                  <a:pt x="127000" y="254000"/>
                </a:lnTo>
                <a:close/>
                <a:moveTo>
                  <a:pt x="127000" y="234950"/>
                </a:moveTo>
                <a:lnTo>
                  <a:pt x="134320" y="234730"/>
                </a:lnTo>
                <a:lnTo>
                  <a:pt x="141464" y="234068"/>
                </a:lnTo>
                <a:lnTo>
                  <a:pt x="148431" y="232966"/>
                </a:lnTo>
                <a:lnTo>
                  <a:pt x="155222" y="231422"/>
                </a:lnTo>
                <a:lnTo>
                  <a:pt x="161837" y="229438"/>
                </a:lnTo>
                <a:lnTo>
                  <a:pt x="168275" y="227012"/>
                </a:lnTo>
                <a:lnTo>
                  <a:pt x="174537" y="224146"/>
                </a:lnTo>
                <a:lnTo>
                  <a:pt x="180622" y="220839"/>
                </a:lnTo>
                <a:lnTo>
                  <a:pt x="186531" y="217091"/>
                </a:lnTo>
                <a:lnTo>
                  <a:pt x="192264" y="212901"/>
                </a:lnTo>
                <a:lnTo>
                  <a:pt x="197820" y="208271"/>
                </a:lnTo>
                <a:lnTo>
                  <a:pt x="203200" y="203200"/>
                </a:lnTo>
                <a:lnTo>
                  <a:pt x="208271" y="197820"/>
                </a:lnTo>
                <a:lnTo>
                  <a:pt x="212901" y="192264"/>
                </a:lnTo>
                <a:lnTo>
                  <a:pt x="217091" y="186531"/>
                </a:lnTo>
                <a:lnTo>
                  <a:pt x="220839" y="180622"/>
                </a:lnTo>
                <a:lnTo>
                  <a:pt x="224146" y="174537"/>
                </a:lnTo>
                <a:lnTo>
                  <a:pt x="227012" y="168275"/>
                </a:lnTo>
                <a:lnTo>
                  <a:pt x="229438" y="161837"/>
                </a:lnTo>
                <a:lnTo>
                  <a:pt x="231422" y="155222"/>
                </a:lnTo>
                <a:lnTo>
                  <a:pt x="232966" y="148431"/>
                </a:lnTo>
                <a:lnTo>
                  <a:pt x="234068" y="141464"/>
                </a:lnTo>
                <a:lnTo>
                  <a:pt x="234730" y="134320"/>
                </a:lnTo>
                <a:lnTo>
                  <a:pt x="234950" y="127000"/>
                </a:lnTo>
                <a:lnTo>
                  <a:pt x="234730" y="119680"/>
                </a:lnTo>
                <a:lnTo>
                  <a:pt x="234068" y="112536"/>
                </a:lnTo>
                <a:lnTo>
                  <a:pt x="232966" y="105569"/>
                </a:lnTo>
                <a:lnTo>
                  <a:pt x="231422" y="98778"/>
                </a:lnTo>
                <a:lnTo>
                  <a:pt x="229438" y="92163"/>
                </a:lnTo>
                <a:lnTo>
                  <a:pt x="227012" y="85725"/>
                </a:lnTo>
                <a:lnTo>
                  <a:pt x="224146" y="79463"/>
                </a:lnTo>
                <a:lnTo>
                  <a:pt x="220839" y="73378"/>
                </a:lnTo>
                <a:lnTo>
                  <a:pt x="217091" y="67469"/>
                </a:lnTo>
                <a:lnTo>
                  <a:pt x="212901" y="61736"/>
                </a:lnTo>
                <a:lnTo>
                  <a:pt x="208271" y="56180"/>
                </a:lnTo>
                <a:lnTo>
                  <a:pt x="203200" y="50800"/>
                </a:lnTo>
                <a:lnTo>
                  <a:pt x="197820" y="45729"/>
                </a:lnTo>
                <a:lnTo>
                  <a:pt x="192264" y="41099"/>
                </a:lnTo>
                <a:lnTo>
                  <a:pt x="186531" y="36909"/>
                </a:lnTo>
                <a:lnTo>
                  <a:pt x="180622" y="33161"/>
                </a:lnTo>
                <a:lnTo>
                  <a:pt x="174537" y="29854"/>
                </a:lnTo>
                <a:lnTo>
                  <a:pt x="168275" y="26988"/>
                </a:lnTo>
                <a:lnTo>
                  <a:pt x="161837" y="24562"/>
                </a:lnTo>
                <a:lnTo>
                  <a:pt x="155222" y="22578"/>
                </a:lnTo>
                <a:lnTo>
                  <a:pt x="148431" y="21034"/>
                </a:lnTo>
                <a:lnTo>
                  <a:pt x="141464" y="19932"/>
                </a:lnTo>
                <a:lnTo>
                  <a:pt x="134320" y="19270"/>
                </a:lnTo>
                <a:lnTo>
                  <a:pt x="127000" y="19050"/>
                </a:lnTo>
                <a:lnTo>
                  <a:pt x="119680" y="19270"/>
                </a:lnTo>
                <a:lnTo>
                  <a:pt x="112536" y="19932"/>
                </a:lnTo>
                <a:lnTo>
                  <a:pt x="105569" y="21034"/>
                </a:lnTo>
                <a:lnTo>
                  <a:pt x="98778" y="22578"/>
                </a:lnTo>
                <a:lnTo>
                  <a:pt x="92163" y="24562"/>
                </a:lnTo>
                <a:lnTo>
                  <a:pt x="85725" y="26988"/>
                </a:lnTo>
                <a:lnTo>
                  <a:pt x="79463" y="29854"/>
                </a:lnTo>
                <a:lnTo>
                  <a:pt x="73378" y="33161"/>
                </a:lnTo>
                <a:lnTo>
                  <a:pt x="67469" y="36909"/>
                </a:lnTo>
                <a:lnTo>
                  <a:pt x="61736" y="41099"/>
                </a:lnTo>
                <a:lnTo>
                  <a:pt x="56180" y="45729"/>
                </a:lnTo>
                <a:lnTo>
                  <a:pt x="50800" y="50800"/>
                </a:lnTo>
                <a:lnTo>
                  <a:pt x="45729" y="56180"/>
                </a:lnTo>
                <a:lnTo>
                  <a:pt x="41099" y="61736"/>
                </a:lnTo>
                <a:lnTo>
                  <a:pt x="36909" y="67469"/>
                </a:lnTo>
                <a:lnTo>
                  <a:pt x="33161" y="73378"/>
                </a:lnTo>
                <a:lnTo>
                  <a:pt x="29854" y="79463"/>
                </a:lnTo>
                <a:lnTo>
                  <a:pt x="26988" y="85725"/>
                </a:lnTo>
                <a:lnTo>
                  <a:pt x="24562" y="92163"/>
                </a:lnTo>
                <a:lnTo>
                  <a:pt x="22578" y="98778"/>
                </a:lnTo>
                <a:lnTo>
                  <a:pt x="21034" y="105569"/>
                </a:lnTo>
                <a:lnTo>
                  <a:pt x="19932" y="112536"/>
                </a:lnTo>
                <a:lnTo>
                  <a:pt x="19270" y="119680"/>
                </a:lnTo>
                <a:lnTo>
                  <a:pt x="19050" y="127000"/>
                </a:lnTo>
                <a:lnTo>
                  <a:pt x="19270" y="134320"/>
                </a:lnTo>
                <a:lnTo>
                  <a:pt x="19932" y="141464"/>
                </a:lnTo>
                <a:lnTo>
                  <a:pt x="21034" y="148431"/>
                </a:lnTo>
                <a:lnTo>
                  <a:pt x="22578" y="155222"/>
                </a:lnTo>
                <a:lnTo>
                  <a:pt x="24562" y="161837"/>
                </a:lnTo>
                <a:lnTo>
                  <a:pt x="26988" y="168275"/>
                </a:lnTo>
                <a:lnTo>
                  <a:pt x="29854" y="174537"/>
                </a:lnTo>
                <a:lnTo>
                  <a:pt x="33161" y="180622"/>
                </a:lnTo>
                <a:lnTo>
                  <a:pt x="36909" y="186531"/>
                </a:lnTo>
                <a:lnTo>
                  <a:pt x="41099" y="192264"/>
                </a:lnTo>
                <a:lnTo>
                  <a:pt x="45729" y="197820"/>
                </a:lnTo>
                <a:lnTo>
                  <a:pt x="50800" y="203200"/>
                </a:lnTo>
                <a:lnTo>
                  <a:pt x="56180" y="208271"/>
                </a:lnTo>
                <a:lnTo>
                  <a:pt x="61736" y="212901"/>
                </a:lnTo>
                <a:lnTo>
                  <a:pt x="67469" y="217091"/>
                </a:lnTo>
                <a:lnTo>
                  <a:pt x="73378" y="220839"/>
                </a:lnTo>
                <a:lnTo>
                  <a:pt x="79463" y="224146"/>
                </a:lnTo>
                <a:lnTo>
                  <a:pt x="85725" y="227012"/>
                </a:lnTo>
                <a:lnTo>
                  <a:pt x="92163" y="229438"/>
                </a:lnTo>
                <a:lnTo>
                  <a:pt x="98778" y="231422"/>
                </a:lnTo>
                <a:lnTo>
                  <a:pt x="105569" y="232966"/>
                </a:lnTo>
                <a:lnTo>
                  <a:pt x="112536" y="234068"/>
                </a:lnTo>
                <a:lnTo>
                  <a:pt x="119680" y="234730"/>
                </a:lnTo>
                <a:lnTo>
                  <a:pt x="127000" y="23495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블록 대상 테이블"/>
          <p:cNvSpPr/>
          <p:nvPr/>
        </p:nvSpPr>
        <p:spPr>
          <a:xfrm>
            <a:off x="9829800" y="2758440"/>
            <a:ext cx="182880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90678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대상 테이블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변환된 스키마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전환 후 FK · 트리거 켬</a:t>
            </a:r>
          </a:p>
        </p:txBody>
      </p:sp>
      <p:sp>
        <p:nvSpPr>
          <p:cNvPr id="47" name="아이콘 table"/>
          <p:cNvSpPr/>
          <p:nvPr/>
        </p:nvSpPr>
        <p:spPr>
          <a:xfrm>
            <a:off x="10629900" y="3352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050" y="228600"/>
                </a:moveTo>
                <a:lnTo>
                  <a:pt x="17793" y="228560"/>
                </a:lnTo>
                <a:lnTo>
                  <a:pt x="16563" y="228441"/>
                </a:lnTo>
                <a:lnTo>
                  <a:pt x="15359" y="228243"/>
                </a:lnTo>
                <a:lnTo>
                  <a:pt x="14182" y="227965"/>
                </a:lnTo>
                <a:lnTo>
                  <a:pt x="13031" y="227608"/>
                </a:lnTo>
                <a:lnTo>
                  <a:pt x="11906" y="227171"/>
                </a:lnTo>
                <a:lnTo>
                  <a:pt x="10808" y="226655"/>
                </a:lnTo>
                <a:lnTo>
                  <a:pt x="9737" y="226060"/>
                </a:lnTo>
                <a:lnTo>
                  <a:pt x="8692" y="225385"/>
                </a:lnTo>
                <a:lnTo>
                  <a:pt x="7673" y="224631"/>
                </a:lnTo>
                <a:lnTo>
                  <a:pt x="6681" y="223798"/>
                </a:lnTo>
                <a:lnTo>
                  <a:pt x="5715" y="222885"/>
                </a:lnTo>
                <a:lnTo>
                  <a:pt x="4802" y="221919"/>
                </a:lnTo>
                <a:lnTo>
                  <a:pt x="3969" y="220927"/>
                </a:lnTo>
                <a:lnTo>
                  <a:pt x="3215" y="219908"/>
                </a:lnTo>
                <a:lnTo>
                  <a:pt x="2540" y="218863"/>
                </a:lnTo>
                <a:lnTo>
                  <a:pt x="1945" y="217792"/>
                </a:lnTo>
                <a:lnTo>
                  <a:pt x="1429" y="216694"/>
                </a:lnTo>
                <a:lnTo>
                  <a:pt x="992" y="215569"/>
                </a:lnTo>
                <a:lnTo>
                  <a:pt x="635" y="214418"/>
                </a:lnTo>
                <a:lnTo>
                  <a:pt x="357" y="213241"/>
                </a:lnTo>
                <a:lnTo>
                  <a:pt x="159" y="212037"/>
                </a:lnTo>
                <a:lnTo>
                  <a:pt x="40" y="210807"/>
                </a:lnTo>
                <a:lnTo>
                  <a:pt x="0" y="2095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09550" y="0"/>
                </a:lnTo>
                <a:lnTo>
                  <a:pt x="210807" y="40"/>
                </a:lnTo>
                <a:lnTo>
                  <a:pt x="212037" y="159"/>
                </a:lnTo>
                <a:lnTo>
                  <a:pt x="213241" y="357"/>
                </a:lnTo>
                <a:lnTo>
                  <a:pt x="214418" y="635"/>
                </a:lnTo>
                <a:lnTo>
                  <a:pt x="215569" y="992"/>
                </a:lnTo>
                <a:lnTo>
                  <a:pt x="216694" y="1429"/>
                </a:lnTo>
                <a:lnTo>
                  <a:pt x="217792" y="1945"/>
                </a:lnTo>
                <a:lnTo>
                  <a:pt x="218863" y="2540"/>
                </a:lnTo>
                <a:lnTo>
                  <a:pt x="219908" y="3215"/>
                </a:lnTo>
                <a:lnTo>
                  <a:pt x="220927" y="3969"/>
                </a:lnTo>
                <a:lnTo>
                  <a:pt x="221919" y="4802"/>
                </a:lnTo>
                <a:lnTo>
                  <a:pt x="222885" y="5715"/>
                </a:lnTo>
                <a:lnTo>
                  <a:pt x="223798" y="6681"/>
                </a:lnTo>
                <a:lnTo>
                  <a:pt x="224631" y="7673"/>
                </a:lnTo>
                <a:lnTo>
                  <a:pt x="225385" y="8692"/>
                </a:lnTo>
                <a:lnTo>
                  <a:pt x="226060" y="9737"/>
                </a:lnTo>
                <a:lnTo>
                  <a:pt x="226655" y="10808"/>
                </a:lnTo>
                <a:lnTo>
                  <a:pt x="227171" y="11906"/>
                </a:lnTo>
                <a:lnTo>
                  <a:pt x="227608" y="13031"/>
                </a:lnTo>
                <a:lnTo>
                  <a:pt x="227965" y="14182"/>
                </a:lnTo>
                <a:lnTo>
                  <a:pt x="228243" y="15359"/>
                </a:lnTo>
                <a:lnTo>
                  <a:pt x="228441" y="16563"/>
                </a:lnTo>
                <a:lnTo>
                  <a:pt x="228560" y="17793"/>
                </a:lnTo>
                <a:lnTo>
                  <a:pt x="228600" y="19050"/>
                </a:lnTo>
                <a:lnTo>
                  <a:pt x="228600" y="209550"/>
                </a:lnTo>
                <a:lnTo>
                  <a:pt x="228560" y="210807"/>
                </a:lnTo>
                <a:lnTo>
                  <a:pt x="228441" y="212037"/>
                </a:lnTo>
                <a:lnTo>
                  <a:pt x="228243" y="213241"/>
                </a:lnTo>
                <a:lnTo>
                  <a:pt x="227965" y="214418"/>
                </a:lnTo>
                <a:lnTo>
                  <a:pt x="227608" y="215569"/>
                </a:lnTo>
                <a:lnTo>
                  <a:pt x="227171" y="216694"/>
                </a:lnTo>
                <a:lnTo>
                  <a:pt x="226655" y="217792"/>
                </a:lnTo>
                <a:lnTo>
                  <a:pt x="226060" y="218863"/>
                </a:lnTo>
                <a:lnTo>
                  <a:pt x="225385" y="219908"/>
                </a:lnTo>
                <a:lnTo>
                  <a:pt x="224631" y="220927"/>
                </a:lnTo>
                <a:lnTo>
                  <a:pt x="223798" y="221919"/>
                </a:lnTo>
                <a:lnTo>
                  <a:pt x="222885" y="222885"/>
                </a:lnTo>
                <a:lnTo>
                  <a:pt x="221919" y="223798"/>
                </a:lnTo>
                <a:lnTo>
                  <a:pt x="220927" y="224631"/>
                </a:lnTo>
                <a:lnTo>
                  <a:pt x="219908" y="225385"/>
                </a:lnTo>
                <a:lnTo>
                  <a:pt x="218863" y="226060"/>
                </a:lnTo>
                <a:lnTo>
                  <a:pt x="217792" y="226655"/>
                </a:lnTo>
                <a:lnTo>
                  <a:pt x="216694" y="227171"/>
                </a:lnTo>
                <a:lnTo>
                  <a:pt x="215569" y="227608"/>
                </a:lnTo>
                <a:lnTo>
                  <a:pt x="214418" y="227965"/>
                </a:lnTo>
                <a:lnTo>
                  <a:pt x="213241" y="228243"/>
                </a:lnTo>
                <a:lnTo>
                  <a:pt x="212037" y="228441"/>
                </a:lnTo>
                <a:lnTo>
                  <a:pt x="210807" y="228560"/>
                </a:lnTo>
                <a:lnTo>
                  <a:pt x="209550" y="228600"/>
                </a:lnTo>
                <a:lnTo>
                  <a:pt x="19050" y="228600"/>
                </a:lnTo>
                <a:close/>
                <a:moveTo>
                  <a:pt x="104775" y="149225"/>
                </a:moveTo>
                <a:lnTo>
                  <a:pt x="19050" y="149225"/>
                </a:lnTo>
                <a:lnTo>
                  <a:pt x="19050" y="209550"/>
                </a:lnTo>
                <a:lnTo>
                  <a:pt x="104775" y="209550"/>
                </a:lnTo>
                <a:lnTo>
                  <a:pt x="104775" y="149225"/>
                </a:lnTo>
                <a:close/>
                <a:moveTo>
                  <a:pt x="123825" y="149225"/>
                </a:moveTo>
                <a:lnTo>
                  <a:pt x="123825" y="209550"/>
                </a:lnTo>
                <a:lnTo>
                  <a:pt x="209550" y="209550"/>
                </a:lnTo>
                <a:lnTo>
                  <a:pt x="209550" y="149225"/>
                </a:lnTo>
                <a:lnTo>
                  <a:pt x="123825" y="149225"/>
                </a:lnTo>
                <a:close/>
                <a:moveTo>
                  <a:pt x="104775" y="130175"/>
                </a:moveTo>
                <a:lnTo>
                  <a:pt x="104775" y="69850"/>
                </a:lnTo>
                <a:lnTo>
                  <a:pt x="19050" y="69850"/>
                </a:lnTo>
                <a:lnTo>
                  <a:pt x="19050" y="130175"/>
                </a:lnTo>
                <a:lnTo>
                  <a:pt x="104775" y="130175"/>
                </a:lnTo>
                <a:close/>
                <a:moveTo>
                  <a:pt x="123825" y="130175"/>
                </a:moveTo>
                <a:lnTo>
                  <a:pt x="209550" y="130175"/>
                </a:lnTo>
                <a:lnTo>
                  <a:pt x="209550" y="69850"/>
                </a:lnTo>
                <a:lnTo>
                  <a:pt x="123825" y="69850"/>
                </a:lnTo>
                <a:lnTo>
                  <a:pt x="123825" y="130175"/>
                </a:lnTo>
                <a:close/>
                <a:moveTo>
                  <a:pt x="19050" y="50800"/>
                </a:moveTo>
                <a:lnTo>
                  <a:pt x="209550" y="50800"/>
                </a:lnTo>
                <a:lnTo>
                  <a:pt x="209550" y="19050"/>
                </a:lnTo>
                <a:lnTo>
                  <a:pt x="19050" y="19050"/>
                </a:lnTo>
                <a:lnTo>
                  <a:pt x="19050" y="5080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블록 kdms 관리 스키마"/>
          <p:cNvSpPr/>
          <p:nvPr/>
        </p:nvSpPr>
        <p:spPr>
          <a:xfrm>
            <a:off x="9829800" y="4831080"/>
            <a:ext cx="1828800" cy="92964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192">
            <a:solidFill>
              <a:srgbClr val="6F9BD1"/>
            </a:solidFill>
          </a:ln>
        </p:spPr>
        <p:txBody>
          <a:bodyPr rtlCol="0" anchor="t" lIns="45720" tIns="388620" rIns="45720" bIns="0" wrap="none">
            <a:noAutofit/>
          </a:bodyPr>
          <a:lstStyle/>
          <a:p>
            <a:pPr algn="ctr">
              <a:lnSpc>
                <a:spcPts val="1439"/>
              </a:lnSpc>
            </a:pPr>
            <a:r>
              <a:rPr sz="114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kdms 관리 스키마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job · watermark · 오프셋</a:t>
            </a:r>
          </a:p>
          <a:p>
            <a:pPr algn="ctr">
              <a:lnSpc>
                <a:spcPts val="1140"/>
              </a:lnSpc>
            </a:pPr>
            <a:r>
              <a:rPr sz="86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change_log · verify_result</a:t>
            </a:r>
          </a:p>
        </p:txBody>
      </p:sp>
      <p:sp>
        <p:nvSpPr>
          <p:cNvPr id="49" name="아이콘 database"/>
          <p:cNvSpPr/>
          <p:nvPr/>
        </p:nvSpPr>
        <p:spPr>
          <a:xfrm>
            <a:off x="10629900" y="49072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lnTo>
                  <a:pt x="106412" y="228497"/>
                </a:lnTo>
                <a:lnTo>
                  <a:pt x="98729" y="228190"/>
                </a:lnTo>
                <a:lnTo>
                  <a:pt x="91251" y="227677"/>
                </a:lnTo>
                <a:lnTo>
                  <a:pt x="83979" y="226960"/>
                </a:lnTo>
                <a:lnTo>
                  <a:pt x="76911" y="226037"/>
                </a:lnTo>
                <a:lnTo>
                  <a:pt x="70048" y="224909"/>
                </a:lnTo>
                <a:lnTo>
                  <a:pt x="63391" y="223576"/>
                </a:lnTo>
                <a:lnTo>
                  <a:pt x="56938" y="222038"/>
                </a:lnTo>
                <a:lnTo>
                  <a:pt x="50691" y="220295"/>
                </a:lnTo>
                <a:lnTo>
                  <a:pt x="44648" y="218347"/>
                </a:lnTo>
                <a:lnTo>
                  <a:pt x="38811" y="216194"/>
                </a:lnTo>
                <a:lnTo>
                  <a:pt x="33179" y="213836"/>
                </a:lnTo>
                <a:lnTo>
                  <a:pt x="27879" y="211330"/>
                </a:lnTo>
                <a:lnTo>
                  <a:pt x="23041" y="208734"/>
                </a:lnTo>
                <a:lnTo>
                  <a:pt x="18663" y="206048"/>
                </a:lnTo>
                <a:lnTo>
                  <a:pt x="14746" y="203271"/>
                </a:lnTo>
                <a:lnTo>
                  <a:pt x="11290" y="200403"/>
                </a:lnTo>
                <a:lnTo>
                  <a:pt x="8295" y="197445"/>
                </a:lnTo>
                <a:lnTo>
                  <a:pt x="5760" y="194397"/>
                </a:lnTo>
                <a:lnTo>
                  <a:pt x="3687" y="191258"/>
                </a:lnTo>
                <a:lnTo>
                  <a:pt x="2074" y="188029"/>
                </a:lnTo>
                <a:lnTo>
                  <a:pt x="922" y="184710"/>
                </a:lnTo>
                <a:lnTo>
                  <a:pt x="230" y="181300"/>
                </a:lnTo>
                <a:lnTo>
                  <a:pt x="0" y="177800"/>
                </a:lnTo>
                <a:lnTo>
                  <a:pt x="0" y="50800"/>
                </a:lnTo>
                <a:lnTo>
                  <a:pt x="233" y="47349"/>
                </a:lnTo>
                <a:lnTo>
                  <a:pt x="930" y="43983"/>
                </a:lnTo>
                <a:lnTo>
                  <a:pt x="2094" y="40700"/>
                </a:lnTo>
                <a:lnTo>
                  <a:pt x="3722" y="37500"/>
                </a:lnTo>
                <a:lnTo>
                  <a:pt x="5815" y="34385"/>
                </a:lnTo>
                <a:lnTo>
                  <a:pt x="8374" y="31353"/>
                </a:lnTo>
                <a:lnTo>
                  <a:pt x="11398" y="28405"/>
                </a:lnTo>
                <a:lnTo>
                  <a:pt x="14887" y="25541"/>
                </a:lnTo>
                <a:lnTo>
                  <a:pt x="18842" y="22761"/>
                </a:lnTo>
                <a:lnTo>
                  <a:pt x="23261" y="20064"/>
                </a:lnTo>
                <a:lnTo>
                  <a:pt x="28146" y="17451"/>
                </a:lnTo>
                <a:lnTo>
                  <a:pt x="33496" y="14922"/>
                </a:lnTo>
                <a:lnTo>
                  <a:pt x="39175" y="12539"/>
                </a:lnTo>
                <a:lnTo>
                  <a:pt x="45045" y="10363"/>
                </a:lnTo>
                <a:lnTo>
                  <a:pt x="51108" y="8394"/>
                </a:lnTo>
                <a:lnTo>
                  <a:pt x="57362" y="6632"/>
                </a:lnTo>
                <a:lnTo>
                  <a:pt x="63808" y="5078"/>
                </a:lnTo>
                <a:lnTo>
                  <a:pt x="70445" y="3731"/>
                </a:lnTo>
                <a:lnTo>
                  <a:pt x="77275" y="2591"/>
                </a:lnTo>
                <a:lnTo>
                  <a:pt x="84296" y="1658"/>
                </a:lnTo>
                <a:lnTo>
                  <a:pt x="91509" y="933"/>
                </a:lnTo>
                <a:lnTo>
                  <a:pt x="98914" y="415"/>
                </a:lnTo>
                <a:lnTo>
                  <a:pt x="106511" y="104"/>
                </a:lnTo>
                <a:lnTo>
                  <a:pt x="114300" y="0"/>
                </a:lnTo>
                <a:lnTo>
                  <a:pt x="122089" y="104"/>
                </a:lnTo>
                <a:lnTo>
                  <a:pt x="129686" y="415"/>
                </a:lnTo>
                <a:lnTo>
                  <a:pt x="137091" y="933"/>
                </a:lnTo>
                <a:lnTo>
                  <a:pt x="144304" y="1658"/>
                </a:lnTo>
                <a:lnTo>
                  <a:pt x="151325" y="2591"/>
                </a:lnTo>
                <a:lnTo>
                  <a:pt x="158155" y="3731"/>
                </a:lnTo>
                <a:lnTo>
                  <a:pt x="164792" y="5078"/>
                </a:lnTo>
                <a:lnTo>
                  <a:pt x="171238" y="6632"/>
                </a:lnTo>
                <a:lnTo>
                  <a:pt x="177492" y="8394"/>
                </a:lnTo>
                <a:lnTo>
                  <a:pt x="183555" y="10363"/>
                </a:lnTo>
                <a:lnTo>
                  <a:pt x="189425" y="12539"/>
                </a:lnTo>
                <a:lnTo>
                  <a:pt x="195104" y="14922"/>
                </a:lnTo>
                <a:lnTo>
                  <a:pt x="200454" y="17451"/>
                </a:lnTo>
                <a:lnTo>
                  <a:pt x="205339" y="20064"/>
                </a:lnTo>
                <a:lnTo>
                  <a:pt x="209758" y="22761"/>
                </a:lnTo>
                <a:lnTo>
                  <a:pt x="213713" y="25541"/>
                </a:lnTo>
                <a:lnTo>
                  <a:pt x="217202" y="28405"/>
                </a:lnTo>
                <a:lnTo>
                  <a:pt x="220226" y="31353"/>
                </a:lnTo>
                <a:lnTo>
                  <a:pt x="222785" y="34385"/>
                </a:lnTo>
                <a:lnTo>
                  <a:pt x="224878" y="37500"/>
                </a:lnTo>
                <a:lnTo>
                  <a:pt x="226506" y="40700"/>
                </a:lnTo>
                <a:lnTo>
                  <a:pt x="227670" y="43983"/>
                </a:lnTo>
                <a:lnTo>
                  <a:pt x="228367" y="47349"/>
                </a:lnTo>
                <a:lnTo>
                  <a:pt x="228600" y="50800"/>
                </a:lnTo>
                <a:lnTo>
                  <a:pt x="228600" y="177800"/>
                </a:lnTo>
                <a:lnTo>
                  <a:pt x="228370" y="181300"/>
                </a:lnTo>
                <a:lnTo>
                  <a:pt x="227678" y="184710"/>
                </a:lnTo>
                <a:lnTo>
                  <a:pt x="226526" y="188029"/>
                </a:lnTo>
                <a:lnTo>
                  <a:pt x="224913" y="191258"/>
                </a:lnTo>
                <a:lnTo>
                  <a:pt x="222840" y="194397"/>
                </a:lnTo>
                <a:lnTo>
                  <a:pt x="220305" y="197445"/>
                </a:lnTo>
                <a:lnTo>
                  <a:pt x="217310" y="200403"/>
                </a:lnTo>
                <a:lnTo>
                  <a:pt x="213854" y="203271"/>
                </a:lnTo>
                <a:lnTo>
                  <a:pt x="209937" y="206048"/>
                </a:lnTo>
                <a:lnTo>
                  <a:pt x="205559" y="208734"/>
                </a:lnTo>
                <a:lnTo>
                  <a:pt x="200721" y="211330"/>
                </a:lnTo>
                <a:lnTo>
                  <a:pt x="195421" y="213836"/>
                </a:lnTo>
                <a:lnTo>
                  <a:pt x="189789" y="216194"/>
                </a:lnTo>
                <a:lnTo>
                  <a:pt x="183952" y="218347"/>
                </a:lnTo>
                <a:lnTo>
                  <a:pt x="177909" y="220295"/>
                </a:lnTo>
                <a:lnTo>
                  <a:pt x="171662" y="222038"/>
                </a:lnTo>
                <a:lnTo>
                  <a:pt x="165209" y="223576"/>
                </a:lnTo>
                <a:lnTo>
                  <a:pt x="158552" y="224909"/>
                </a:lnTo>
                <a:lnTo>
                  <a:pt x="151689" y="226037"/>
                </a:lnTo>
                <a:lnTo>
                  <a:pt x="144621" y="226960"/>
                </a:lnTo>
                <a:lnTo>
                  <a:pt x="137349" y="227677"/>
                </a:lnTo>
                <a:lnTo>
                  <a:pt x="129871" y="228190"/>
                </a:lnTo>
                <a:lnTo>
                  <a:pt x="122188" y="228497"/>
                </a:lnTo>
                <a:lnTo>
                  <a:pt x="114300" y="228600"/>
                </a:lnTo>
                <a:close/>
                <a:moveTo>
                  <a:pt x="114300" y="73660"/>
                </a:moveTo>
                <a:lnTo>
                  <a:pt x="118861" y="73602"/>
                </a:lnTo>
                <a:lnTo>
                  <a:pt x="123441" y="73426"/>
                </a:lnTo>
                <a:lnTo>
                  <a:pt x="128042" y="73134"/>
                </a:lnTo>
                <a:lnTo>
                  <a:pt x="132662" y="72725"/>
                </a:lnTo>
                <a:lnTo>
                  <a:pt x="137302" y="72199"/>
                </a:lnTo>
                <a:lnTo>
                  <a:pt x="141962" y="71557"/>
                </a:lnTo>
                <a:lnTo>
                  <a:pt x="146642" y="70797"/>
                </a:lnTo>
                <a:lnTo>
                  <a:pt x="151342" y="69921"/>
                </a:lnTo>
                <a:lnTo>
                  <a:pt x="156061" y="68927"/>
                </a:lnTo>
                <a:lnTo>
                  <a:pt x="160801" y="67817"/>
                </a:lnTo>
                <a:lnTo>
                  <a:pt x="165560" y="66590"/>
                </a:lnTo>
                <a:lnTo>
                  <a:pt x="170339" y="65246"/>
                </a:lnTo>
                <a:lnTo>
                  <a:pt x="174985" y="63830"/>
                </a:lnTo>
                <a:lnTo>
                  <a:pt x="179348" y="62384"/>
                </a:lnTo>
                <a:lnTo>
                  <a:pt x="183426" y="60910"/>
                </a:lnTo>
                <a:lnTo>
                  <a:pt x="187219" y="59408"/>
                </a:lnTo>
                <a:lnTo>
                  <a:pt x="190728" y="57877"/>
                </a:lnTo>
                <a:lnTo>
                  <a:pt x="193953" y="56317"/>
                </a:lnTo>
                <a:lnTo>
                  <a:pt x="196893" y="54728"/>
                </a:lnTo>
                <a:lnTo>
                  <a:pt x="199549" y="53111"/>
                </a:lnTo>
                <a:lnTo>
                  <a:pt x="201920" y="51465"/>
                </a:lnTo>
                <a:lnTo>
                  <a:pt x="204007" y="49790"/>
                </a:lnTo>
                <a:lnTo>
                  <a:pt x="205809" y="48087"/>
                </a:lnTo>
                <a:lnTo>
                  <a:pt x="207328" y="46355"/>
                </a:lnTo>
                <a:lnTo>
                  <a:pt x="205759" y="44673"/>
                </a:lnTo>
                <a:lnTo>
                  <a:pt x="203910" y="43012"/>
                </a:lnTo>
                <a:lnTo>
                  <a:pt x="201781" y="41374"/>
                </a:lnTo>
                <a:lnTo>
                  <a:pt x="199372" y="39758"/>
                </a:lnTo>
                <a:lnTo>
                  <a:pt x="196684" y="38164"/>
                </a:lnTo>
                <a:lnTo>
                  <a:pt x="193715" y="36592"/>
                </a:lnTo>
                <a:lnTo>
                  <a:pt x="190466" y="35042"/>
                </a:lnTo>
                <a:lnTo>
                  <a:pt x="186937" y="33514"/>
                </a:lnTo>
                <a:lnTo>
                  <a:pt x="183128" y="32008"/>
                </a:lnTo>
                <a:lnTo>
                  <a:pt x="179039" y="30524"/>
                </a:lnTo>
                <a:lnTo>
                  <a:pt x="174670" y="29062"/>
                </a:lnTo>
                <a:lnTo>
                  <a:pt x="170021" y="27622"/>
                </a:lnTo>
                <a:lnTo>
                  <a:pt x="165244" y="26253"/>
                </a:lnTo>
                <a:lnTo>
                  <a:pt x="160492" y="25003"/>
                </a:lnTo>
                <a:lnTo>
                  <a:pt x="155764" y="23872"/>
                </a:lnTo>
                <a:lnTo>
                  <a:pt x="151059" y="22860"/>
                </a:lnTo>
                <a:lnTo>
                  <a:pt x="146380" y="21967"/>
                </a:lnTo>
                <a:lnTo>
                  <a:pt x="141724" y="21193"/>
                </a:lnTo>
                <a:lnTo>
                  <a:pt x="137093" y="20538"/>
                </a:lnTo>
                <a:lnTo>
                  <a:pt x="132486" y="20002"/>
                </a:lnTo>
                <a:lnTo>
                  <a:pt x="127903" y="19586"/>
                </a:lnTo>
                <a:lnTo>
                  <a:pt x="123344" y="19288"/>
                </a:lnTo>
                <a:lnTo>
                  <a:pt x="118810" y="19110"/>
                </a:lnTo>
                <a:lnTo>
                  <a:pt x="114300" y="19050"/>
                </a:lnTo>
                <a:lnTo>
                  <a:pt x="109641" y="19107"/>
                </a:lnTo>
                <a:lnTo>
                  <a:pt x="104978" y="19279"/>
                </a:lnTo>
                <a:lnTo>
                  <a:pt x="100310" y="19566"/>
                </a:lnTo>
                <a:lnTo>
                  <a:pt x="95638" y="19967"/>
                </a:lnTo>
                <a:lnTo>
                  <a:pt x="90962" y="20483"/>
                </a:lnTo>
                <a:lnTo>
                  <a:pt x="86281" y="21114"/>
                </a:lnTo>
                <a:lnTo>
                  <a:pt x="81595" y="21859"/>
                </a:lnTo>
                <a:lnTo>
                  <a:pt x="76906" y="22719"/>
                </a:lnTo>
                <a:lnTo>
                  <a:pt x="72211" y="23693"/>
                </a:lnTo>
                <a:lnTo>
                  <a:pt x="67513" y="24783"/>
                </a:lnTo>
                <a:lnTo>
                  <a:pt x="62810" y="25986"/>
                </a:lnTo>
                <a:lnTo>
                  <a:pt x="58102" y="27305"/>
                </a:lnTo>
                <a:lnTo>
                  <a:pt x="53527" y="28698"/>
                </a:lnTo>
                <a:lnTo>
                  <a:pt x="49221" y="30127"/>
                </a:lnTo>
                <a:lnTo>
                  <a:pt x="45184" y="31591"/>
                </a:lnTo>
                <a:lnTo>
                  <a:pt x="41416" y="33091"/>
                </a:lnTo>
                <a:lnTo>
                  <a:pt x="37917" y="34625"/>
                </a:lnTo>
                <a:lnTo>
                  <a:pt x="34687" y="36195"/>
                </a:lnTo>
                <a:lnTo>
                  <a:pt x="31726" y="37800"/>
                </a:lnTo>
                <a:lnTo>
                  <a:pt x="29034" y="39441"/>
                </a:lnTo>
                <a:lnTo>
                  <a:pt x="26610" y="41116"/>
                </a:lnTo>
                <a:lnTo>
                  <a:pt x="24456" y="42827"/>
                </a:lnTo>
                <a:lnTo>
                  <a:pt x="22571" y="44573"/>
                </a:lnTo>
                <a:lnTo>
                  <a:pt x="20955" y="46355"/>
                </a:lnTo>
                <a:lnTo>
                  <a:pt x="22569" y="48186"/>
                </a:lnTo>
                <a:lnTo>
                  <a:pt x="24448" y="49975"/>
                </a:lnTo>
                <a:lnTo>
                  <a:pt x="26591" y="51723"/>
                </a:lnTo>
                <a:lnTo>
                  <a:pt x="28998" y="53428"/>
                </a:lnTo>
                <a:lnTo>
                  <a:pt x="31671" y="55092"/>
                </a:lnTo>
                <a:lnTo>
                  <a:pt x="34608" y="56713"/>
                </a:lnTo>
                <a:lnTo>
                  <a:pt x="37809" y="58293"/>
                </a:lnTo>
                <a:lnTo>
                  <a:pt x="41275" y="59831"/>
                </a:lnTo>
                <a:lnTo>
                  <a:pt x="45006" y="61327"/>
                </a:lnTo>
                <a:lnTo>
                  <a:pt x="49001" y="62781"/>
                </a:lnTo>
                <a:lnTo>
                  <a:pt x="53261" y="64193"/>
                </a:lnTo>
                <a:lnTo>
                  <a:pt x="57785" y="65564"/>
                </a:lnTo>
                <a:lnTo>
                  <a:pt x="62446" y="66857"/>
                </a:lnTo>
                <a:lnTo>
                  <a:pt x="67116" y="68038"/>
                </a:lnTo>
                <a:lnTo>
                  <a:pt x="71795" y="69106"/>
                </a:lnTo>
                <a:lnTo>
                  <a:pt x="76482" y="70062"/>
                </a:lnTo>
                <a:lnTo>
                  <a:pt x="81179" y="70905"/>
                </a:lnTo>
                <a:lnTo>
                  <a:pt x="85884" y="71636"/>
                </a:lnTo>
                <a:lnTo>
                  <a:pt x="90598" y="72254"/>
                </a:lnTo>
                <a:lnTo>
                  <a:pt x="95321" y="72760"/>
                </a:lnTo>
                <a:lnTo>
                  <a:pt x="100052" y="73154"/>
                </a:lnTo>
                <a:lnTo>
                  <a:pt x="104793" y="73435"/>
                </a:lnTo>
                <a:lnTo>
                  <a:pt x="109542" y="73604"/>
                </a:lnTo>
                <a:lnTo>
                  <a:pt x="114300" y="73660"/>
                </a:lnTo>
                <a:close/>
                <a:moveTo>
                  <a:pt x="113982" y="141605"/>
                </a:moveTo>
                <a:lnTo>
                  <a:pt x="116205" y="141595"/>
                </a:lnTo>
                <a:lnTo>
                  <a:pt x="118428" y="141565"/>
                </a:lnTo>
                <a:lnTo>
                  <a:pt x="120650" y="141516"/>
                </a:lnTo>
                <a:lnTo>
                  <a:pt x="122872" y="141446"/>
                </a:lnTo>
                <a:lnTo>
                  <a:pt x="125095" y="141357"/>
                </a:lnTo>
                <a:lnTo>
                  <a:pt x="127318" y="141248"/>
                </a:lnTo>
                <a:lnTo>
                  <a:pt x="129540" y="141119"/>
                </a:lnTo>
                <a:lnTo>
                  <a:pt x="131762" y="140970"/>
                </a:lnTo>
                <a:lnTo>
                  <a:pt x="133985" y="140801"/>
                </a:lnTo>
                <a:lnTo>
                  <a:pt x="136208" y="140613"/>
                </a:lnTo>
                <a:lnTo>
                  <a:pt x="138430" y="140404"/>
                </a:lnTo>
                <a:lnTo>
                  <a:pt x="140652" y="140176"/>
                </a:lnTo>
                <a:lnTo>
                  <a:pt x="142867" y="139928"/>
                </a:lnTo>
                <a:lnTo>
                  <a:pt x="145067" y="139660"/>
                </a:lnTo>
                <a:lnTo>
                  <a:pt x="147251" y="139373"/>
                </a:lnTo>
                <a:lnTo>
                  <a:pt x="149419" y="139065"/>
                </a:lnTo>
                <a:lnTo>
                  <a:pt x="151572" y="138738"/>
                </a:lnTo>
                <a:lnTo>
                  <a:pt x="153710" y="138390"/>
                </a:lnTo>
                <a:lnTo>
                  <a:pt x="155832" y="138023"/>
                </a:lnTo>
                <a:lnTo>
                  <a:pt x="157939" y="137636"/>
                </a:lnTo>
                <a:lnTo>
                  <a:pt x="160030" y="137229"/>
                </a:lnTo>
                <a:lnTo>
                  <a:pt x="162106" y="136803"/>
                </a:lnTo>
                <a:lnTo>
                  <a:pt x="164166" y="136356"/>
                </a:lnTo>
                <a:lnTo>
                  <a:pt x="166211" y="135890"/>
                </a:lnTo>
                <a:lnTo>
                  <a:pt x="168241" y="135405"/>
                </a:lnTo>
                <a:lnTo>
                  <a:pt x="170255" y="134902"/>
                </a:lnTo>
                <a:lnTo>
                  <a:pt x="172254" y="134382"/>
                </a:lnTo>
                <a:lnTo>
                  <a:pt x="174237" y="133844"/>
                </a:lnTo>
                <a:lnTo>
                  <a:pt x="176205" y="133288"/>
                </a:lnTo>
                <a:lnTo>
                  <a:pt x="178157" y="132715"/>
                </a:lnTo>
                <a:lnTo>
                  <a:pt x="180094" y="132124"/>
                </a:lnTo>
                <a:lnTo>
                  <a:pt x="182016" y="131516"/>
                </a:lnTo>
                <a:lnTo>
                  <a:pt x="183922" y="130889"/>
                </a:lnTo>
                <a:lnTo>
                  <a:pt x="185812" y="130246"/>
                </a:lnTo>
                <a:lnTo>
                  <a:pt x="187688" y="129584"/>
                </a:lnTo>
                <a:lnTo>
                  <a:pt x="189548" y="128905"/>
                </a:lnTo>
                <a:lnTo>
                  <a:pt x="191384" y="128210"/>
                </a:lnTo>
                <a:lnTo>
                  <a:pt x="193190" y="127503"/>
                </a:lnTo>
                <a:lnTo>
                  <a:pt x="194965" y="126782"/>
                </a:lnTo>
                <a:lnTo>
                  <a:pt x="196709" y="126048"/>
                </a:lnTo>
                <a:lnTo>
                  <a:pt x="198422" y="125300"/>
                </a:lnTo>
                <a:lnTo>
                  <a:pt x="200104" y="124539"/>
                </a:lnTo>
                <a:lnTo>
                  <a:pt x="201756" y="123765"/>
                </a:lnTo>
                <a:lnTo>
                  <a:pt x="203376" y="122978"/>
                </a:lnTo>
                <a:lnTo>
                  <a:pt x="204966" y="122178"/>
                </a:lnTo>
                <a:lnTo>
                  <a:pt x="206525" y="121364"/>
                </a:lnTo>
                <a:lnTo>
                  <a:pt x="208053" y="120538"/>
                </a:lnTo>
                <a:lnTo>
                  <a:pt x="209550" y="119698"/>
                </a:lnTo>
                <a:lnTo>
                  <a:pt x="209550" y="70485"/>
                </a:lnTo>
                <a:lnTo>
                  <a:pt x="208002" y="71325"/>
                </a:lnTo>
                <a:lnTo>
                  <a:pt x="206428" y="72152"/>
                </a:lnTo>
                <a:lnTo>
                  <a:pt x="204827" y="72965"/>
                </a:lnTo>
                <a:lnTo>
                  <a:pt x="203200" y="73766"/>
                </a:lnTo>
                <a:lnTo>
                  <a:pt x="201546" y="74553"/>
                </a:lnTo>
                <a:lnTo>
                  <a:pt x="199866" y="75327"/>
                </a:lnTo>
                <a:lnTo>
                  <a:pt x="198160" y="76088"/>
                </a:lnTo>
                <a:lnTo>
                  <a:pt x="196427" y="76835"/>
                </a:lnTo>
                <a:lnTo>
                  <a:pt x="194667" y="77569"/>
                </a:lnTo>
                <a:lnTo>
                  <a:pt x="192881" y="78290"/>
                </a:lnTo>
                <a:lnTo>
                  <a:pt x="191069" y="78998"/>
                </a:lnTo>
                <a:lnTo>
                  <a:pt x="189230" y="79692"/>
                </a:lnTo>
                <a:lnTo>
                  <a:pt x="187369" y="80372"/>
                </a:lnTo>
                <a:lnTo>
                  <a:pt x="185491" y="81033"/>
                </a:lnTo>
                <a:lnTo>
                  <a:pt x="183594" y="81677"/>
                </a:lnTo>
                <a:lnTo>
                  <a:pt x="181681" y="82303"/>
                </a:lnTo>
                <a:lnTo>
                  <a:pt x="179749" y="82912"/>
                </a:lnTo>
                <a:lnTo>
                  <a:pt x="177800" y="83502"/>
                </a:lnTo>
                <a:lnTo>
                  <a:pt x="175833" y="84076"/>
                </a:lnTo>
                <a:lnTo>
                  <a:pt x="173849" y="84631"/>
                </a:lnTo>
                <a:lnTo>
                  <a:pt x="171847" y="85169"/>
                </a:lnTo>
                <a:lnTo>
                  <a:pt x="169827" y="85690"/>
                </a:lnTo>
                <a:lnTo>
                  <a:pt x="167790" y="86192"/>
                </a:lnTo>
                <a:lnTo>
                  <a:pt x="165735" y="86678"/>
                </a:lnTo>
                <a:lnTo>
                  <a:pt x="163667" y="87145"/>
                </a:lnTo>
                <a:lnTo>
                  <a:pt x="161590" y="87595"/>
                </a:lnTo>
                <a:lnTo>
                  <a:pt x="159504" y="88027"/>
                </a:lnTo>
                <a:lnTo>
                  <a:pt x="157409" y="88441"/>
                </a:lnTo>
                <a:lnTo>
                  <a:pt x="155306" y="88838"/>
                </a:lnTo>
                <a:lnTo>
                  <a:pt x="153194" y="89218"/>
                </a:lnTo>
                <a:lnTo>
                  <a:pt x="151073" y="89579"/>
                </a:lnTo>
                <a:lnTo>
                  <a:pt x="148943" y="89923"/>
                </a:lnTo>
                <a:lnTo>
                  <a:pt x="146804" y="90249"/>
                </a:lnTo>
                <a:lnTo>
                  <a:pt x="144657" y="90558"/>
                </a:lnTo>
                <a:lnTo>
                  <a:pt x="142500" y="90849"/>
                </a:lnTo>
                <a:lnTo>
                  <a:pt x="140335" y="91122"/>
                </a:lnTo>
                <a:lnTo>
                  <a:pt x="138163" y="91376"/>
                </a:lnTo>
                <a:lnTo>
                  <a:pt x="135987" y="91608"/>
                </a:lnTo>
                <a:lnTo>
                  <a:pt x="133806" y="91817"/>
                </a:lnTo>
                <a:lnTo>
                  <a:pt x="131621" y="92004"/>
                </a:lnTo>
                <a:lnTo>
                  <a:pt x="129432" y="92170"/>
                </a:lnTo>
                <a:lnTo>
                  <a:pt x="127238" y="92313"/>
                </a:lnTo>
                <a:lnTo>
                  <a:pt x="125040" y="92434"/>
                </a:lnTo>
                <a:lnTo>
                  <a:pt x="122837" y="92534"/>
                </a:lnTo>
                <a:lnTo>
                  <a:pt x="120630" y="92611"/>
                </a:lnTo>
                <a:lnTo>
                  <a:pt x="118419" y="92666"/>
                </a:lnTo>
                <a:lnTo>
                  <a:pt x="116203" y="92699"/>
                </a:lnTo>
                <a:lnTo>
                  <a:pt x="113982" y="92710"/>
                </a:lnTo>
                <a:lnTo>
                  <a:pt x="111760" y="92699"/>
                </a:lnTo>
                <a:lnTo>
                  <a:pt x="109538" y="92666"/>
                </a:lnTo>
                <a:lnTo>
                  <a:pt x="107315" y="92611"/>
                </a:lnTo>
                <a:lnTo>
                  <a:pt x="105092" y="92534"/>
                </a:lnTo>
                <a:lnTo>
                  <a:pt x="102870" y="92434"/>
                </a:lnTo>
                <a:lnTo>
                  <a:pt x="100648" y="92313"/>
                </a:lnTo>
                <a:lnTo>
                  <a:pt x="98425" y="92170"/>
                </a:lnTo>
                <a:lnTo>
                  <a:pt x="96202" y="92004"/>
                </a:lnTo>
                <a:lnTo>
                  <a:pt x="93980" y="91817"/>
                </a:lnTo>
                <a:lnTo>
                  <a:pt x="91758" y="91608"/>
                </a:lnTo>
                <a:lnTo>
                  <a:pt x="89535" y="91376"/>
                </a:lnTo>
                <a:lnTo>
                  <a:pt x="87312" y="91122"/>
                </a:lnTo>
                <a:lnTo>
                  <a:pt x="85098" y="90849"/>
                </a:lnTo>
                <a:lnTo>
                  <a:pt x="82898" y="90558"/>
                </a:lnTo>
                <a:lnTo>
                  <a:pt x="80714" y="90249"/>
                </a:lnTo>
                <a:lnTo>
                  <a:pt x="78546" y="89923"/>
                </a:lnTo>
                <a:lnTo>
                  <a:pt x="76393" y="89579"/>
                </a:lnTo>
                <a:lnTo>
                  <a:pt x="74255" y="89218"/>
                </a:lnTo>
                <a:lnTo>
                  <a:pt x="72133" y="88838"/>
                </a:lnTo>
                <a:lnTo>
                  <a:pt x="70026" y="88441"/>
                </a:lnTo>
                <a:lnTo>
                  <a:pt x="67935" y="88027"/>
                </a:lnTo>
                <a:lnTo>
                  <a:pt x="65859" y="87595"/>
                </a:lnTo>
                <a:lnTo>
                  <a:pt x="63799" y="87145"/>
                </a:lnTo>
                <a:lnTo>
                  <a:pt x="61754" y="86678"/>
                </a:lnTo>
                <a:lnTo>
                  <a:pt x="59725" y="86192"/>
                </a:lnTo>
                <a:lnTo>
                  <a:pt x="57714" y="85690"/>
                </a:lnTo>
                <a:lnTo>
                  <a:pt x="55721" y="85169"/>
                </a:lnTo>
                <a:lnTo>
                  <a:pt x="53746" y="84631"/>
                </a:lnTo>
                <a:lnTo>
                  <a:pt x="51788" y="84076"/>
                </a:lnTo>
                <a:lnTo>
                  <a:pt x="49848" y="83502"/>
                </a:lnTo>
                <a:lnTo>
                  <a:pt x="47925" y="82912"/>
                </a:lnTo>
                <a:lnTo>
                  <a:pt x="46020" y="82303"/>
                </a:lnTo>
                <a:lnTo>
                  <a:pt x="44132" y="81677"/>
                </a:lnTo>
                <a:lnTo>
                  <a:pt x="42263" y="81033"/>
                </a:lnTo>
                <a:lnTo>
                  <a:pt x="40411" y="80372"/>
                </a:lnTo>
                <a:lnTo>
                  <a:pt x="38576" y="79692"/>
                </a:lnTo>
                <a:lnTo>
                  <a:pt x="36767" y="78998"/>
                </a:lnTo>
                <a:lnTo>
                  <a:pt x="34991" y="78290"/>
                </a:lnTo>
                <a:lnTo>
                  <a:pt x="33248" y="77569"/>
                </a:lnTo>
                <a:lnTo>
                  <a:pt x="31538" y="76835"/>
                </a:lnTo>
                <a:lnTo>
                  <a:pt x="29862" y="76088"/>
                </a:lnTo>
                <a:lnTo>
                  <a:pt x="28218" y="75327"/>
                </a:lnTo>
                <a:lnTo>
                  <a:pt x="26607" y="74553"/>
                </a:lnTo>
                <a:lnTo>
                  <a:pt x="25030" y="73766"/>
                </a:lnTo>
                <a:lnTo>
                  <a:pt x="23485" y="72965"/>
                </a:lnTo>
                <a:lnTo>
                  <a:pt x="21974" y="72152"/>
                </a:lnTo>
                <a:lnTo>
                  <a:pt x="20495" y="71325"/>
                </a:lnTo>
                <a:lnTo>
                  <a:pt x="19050" y="70485"/>
                </a:lnTo>
                <a:lnTo>
                  <a:pt x="19050" y="119698"/>
                </a:lnTo>
                <a:lnTo>
                  <a:pt x="20494" y="120538"/>
                </a:lnTo>
                <a:lnTo>
                  <a:pt x="21969" y="121364"/>
                </a:lnTo>
                <a:lnTo>
                  <a:pt x="23475" y="122178"/>
                </a:lnTo>
                <a:lnTo>
                  <a:pt x="25012" y="122978"/>
                </a:lnTo>
                <a:lnTo>
                  <a:pt x="26580" y="123765"/>
                </a:lnTo>
                <a:lnTo>
                  <a:pt x="28178" y="124539"/>
                </a:lnTo>
                <a:lnTo>
                  <a:pt x="29808" y="125300"/>
                </a:lnTo>
                <a:lnTo>
                  <a:pt x="31468" y="126048"/>
                </a:lnTo>
                <a:lnTo>
                  <a:pt x="33159" y="126782"/>
                </a:lnTo>
                <a:lnTo>
                  <a:pt x="34881" y="127503"/>
                </a:lnTo>
                <a:lnTo>
                  <a:pt x="36634" y="128210"/>
                </a:lnTo>
                <a:lnTo>
                  <a:pt x="38418" y="128905"/>
                </a:lnTo>
                <a:lnTo>
                  <a:pt x="40227" y="129584"/>
                </a:lnTo>
                <a:lnTo>
                  <a:pt x="42056" y="130246"/>
                </a:lnTo>
                <a:lnTo>
                  <a:pt x="43904" y="130889"/>
                </a:lnTo>
                <a:lnTo>
                  <a:pt x="45773" y="131516"/>
                </a:lnTo>
                <a:lnTo>
                  <a:pt x="47661" y="132124"/>
                </a:lnTo>
                <a:lnTo>
                  <a:pt x="49570" y="132715"/>
                </a:lnTo>
                <a:lnTo>
                  <a:pt x="51498" y="133288"/>
                </a:lnTo>
                <a:lnTo>
                  <a:pt x="53446" y="133844"/>
                </a:lnTo>
                <a:lnTo>
                  <a:pt x="55414" y="134382"/>
                </a:lnTo>
                <a:lnTo>
                  <a:pt x="57401" y="134902"/>
                </a:lnTo>
                <a:lnTo>
                  <a:pt x="59409" y="135405"/>
                </a:lnTo>
                <a:lnTo>
                  <a:pt x="61436" y="135890"/>
                </a:lnTo>
                <a:lnTo>
                  <a:pt x="63481" y="136356"/>
                </a:lnTo>
                <a:lnTo>
                  <a:pt x="65542" y="136803"/>
                </a:lnTo>
                <a:lnTo>
                  <a:pt x="67618" y="137229"/>
                </a:lnTo>
                <a:lnTo>
                  <a:pt x="69709" y="137636"/>
                </a:lnTo>
                <a:lnTo>
                  <a:pt x="71816" y="138023"/>
                </a:lnTo>
                <a:lnTo>
                  <a:pt x="73938" y="138390"/>
                </a:lnTo>
                <a:lnTo>
                  <a:pt x="76075" y="138738"/>
                </a:lnTo>
                <a:lnTo>
                  <a:pt x="78228" y="139065"/>
                </a:lnTo>
                <a:lnTo>
                  <a:pt x="80397" y="139373"/>
                </a:lnTo>
                <a:lnTo>
                  <a:pt x="82581" y="139660"/>
                </a:lnTo>
                <a:lnTo>
                  <a:pt x="84780" y="139928"/>
                </a:lnTo>
                <a:lnTo>
                  <a:pt x="86995" y="140176"/>
                </a:lnTo>
                <a:lnTo>
                  <a:pt x="89220" y="140404"/>
                </a:lnTo>
                <a:lnTo>
                  <a:pt x="91449" y="140613"/>
                </a:lnTo>
                <a:lnTo>
                  <a:pt x="93682" y="140801"/>
                </a:lnTo>
                <a:lnTo>
                  <a:pt x="95920" y="140970"/>
                </a:lnTo>
                <a:lnTo>
                  <a:pt x="98163" y="141119"/>
                </a:lnTo>
                <a:lnTo>
                  <a:pt x="100409" y="141248"/>
                </a:lnTo>
                <a:lnTo>
                  <a:pt x="102661" y="141357"/>
                </a:lnTo>
                <a:lnTo>
                  <a:pt x="104916" y="141446"/>
                </a:lnTo>
                <a:lnTo>
                  <a:pt x="107176" y="141516"/>
                </a:lnTo>
                <a:lnTo>
                  <a:pt x="109440" y="141565"/>
                </a:lnTo>
                <a:lnTo>
                  <a:pt x="111709" y="141595"/>
                </a:lnTo>
                <a:lnTo>
                  <a:pt x="113982" y="141605"/>
                </a:lnTo>
                <a:close/>
                <a:moveTo>
                  <a:pt x="114300" y="209550"/>
                </a:moveTo>
                <a:lnTo>
                  <a:pt x="116847" y="209531"/>
                </a:lnTo>
                <a:lnTo>
                  <a:pt x="119406" y="209475"/>
                </a:lnTo>
                <a:lnTo>
                  <a:pt x="121980" y="209381"/>
                </a:lnTo>
                <a:lnTo>
                  <a:pt x="124566" y="209250"/>
                </a:lnTo>
                <a:lnTo>
                  <a:pt x="127165" y="209081"/>
                </a:lnTo>
                <a:lnTo>
                  <a:pt x="129778" y="208875"/>
                </a:lnTo>
                <a:lnTo>
                  <a:pt x="132404" y="208632"/>
                </a:lnTo>
                <a:lnTo>
                  <a:pt x="135043" y="208351"/>
                </a:lnTo>
                <a:lnTo>
                  <a:pt x="137696" y="208032"/>
                </a:lnTo>
                <a:lnTo>
                  <a:pt x="140361" y="207676"/>
                </a:lnTo>
                <a:lnTo>
                  <a:pt x="143040" y="207282"/>
                </a:lnTo>
                <a:lnTo>
                  <a:pt x="145732" y="206851"/>
                </a:lnTo>
                <a:lnTo>
                  <a:pt x="148413" y="206389"/>
                </a:lnTo>
                <a:lnTo>
                  <a:pt x="151055" y="205903"/>
                </a:lnTo>
                <a:lnTo>
                  <a:pt x="153660" y="205393"/>
                </a:lnTo>
                <a:lnTo>
                  <a:pt x="156228" y="204858"/>
                </a:lnTo>
                <a:lnTo>
                  <a:pt x="158758" y="204299"/>
                </a:lnTo>
                <a:lnTo>
                  <a:pt x="161250" y="203716"/>
                </a:lnTo>
                <a:lnTo>
                  <a:pt x="163705" y="203108"/>
                </a:lnTo>
                <a:lnTo>
                  <a:pt x="166123" y="202477"/>
                </a:lnTo>
                <a:lnTo>
                  <a:pt x="168503" y="201821"/>
                </a:lnTo>
                <a:lnTo>
                  <a:pt x="170846" y="201141"/>
                </a:lnTo>
                <a:lnTo>
                  <a:pt x="173151" y="200436"/>
                </a:lnTo>
                <a:lnTo>
                  <a:pt x="175419" y="199708"/>
                </a:lnTo>
                <a:lnTo>
                  <a:pt x="177639" y="198960"/>
                </a:lnTo>
                <a:lnTo>
                  <a:pt x="179802" y="198199"/>
                </a:lnTo>
                <a:lnTo>
                  <a:pt x="181908" y="197425"/>
                </a:lnTo>
                <a:lnTo>
                  <a:pt x="183956" y="196638"/>
                </a:lnTo>
                <a:lnTo>
                  <a:pt x="185947" y="195838"/>
                </a:lnTo>
                <a:lnTo>
                  <a:pt x="187881" y="195024"/>
                </a:lnTo>
                <a:lnTo>
                  <a:pt x="189757" y="194198"/>
                </a:lnTo>
                <a:lnTo>
                  <a:pt x="191576" y="193358"/>
                </a:lnTo>
                <a:lnTo>
                  <a:pt x="193338" y="192504"/>
                </a:lnTo>
                <a:lnTo>
                  <a:pt x="195042" y="191638"/>
                </a:lnTo>
                <a:lnTo>
                  <a:pt x="196689" y="190758"/>
                </a:lnTo>
                <a:lnTo>
                  <a:pt x="198279" y="189865"/>
                </a:lnTo>
                <a:lnTo>
                  <a:pt x="199788" y="188963"/>
                </a:lnTo>
                <a:lnTo>
                  <a:pt x="201194" y="188057"/>
                </a:lnTo>
                <a:lnTo>
                  <a:pt x="202496" y="187146"/>
                </a:lnTo>
                <a:lnTo>
                  <a:pt x="203694" y="186231"/>
                </a:lnTo>
                <a:lnTo>
                  <a:pt x="204789" y="185312"/>
                </a:lnTo>
                <a:lnTo>
                  <a:pt x="205780" y="184388"/>
                </a:lnTo>
                <a:lnTo>
                  <a:pt x="206667" y="183460"/>
                </a:lnTo>
                <a:lnTo>
                  <a:pt x="207451" y="182527"/>
                </a:lnTo>
                <a:lnTo>
                  <a:pt x="208131" y="181590"/>
                </a:lnTo>
                <a:lnTo>
                  <a:pt x="208708" y="180649"/>
                </a:lnTo>
                <a:lnTo>
                  <a:pt x="209181" y="179703"/>
                </a:lnTo>
                <a:lnTo>
                  <a:pt x="209550" y="178752"/>
                </a:lnTo>
                <a:lnTo>
                  <a:pt x="209550" y="139065"/>
                </a:lnTo>
                <a:lnTo>
                  <a:pt x="208053" y="139904"/>
                </a:lnTo>
                <a:lnTo>
                  <a:pt x="206525" y="140727"/>
                </a:lnTo>
                <a:lnTo>
                  <a:pt x="204966" y="141536"/>
                </a:lnTo>
                <a:lnTo>
                  <a:pt x="203376" y="142328"/>
                </a:lnTo>
                <a:lnTo>
                  <a:pt x="201756" y="143105"/>
                </a:lnTo>
                <a:lnTo>
                  <a:pt x="200104" y="143867"/>
                </a:lnTo>
                <a:lnTo>
                  <a:pt x="198422" y="144614"/>
                </a:lnTo>
                <a:lnTo>
                  <a:pt x="196709" y="145344"/>
                </a:lnTo>
                <a:lnTo>
                  <a:pt x="194965" y="146060"/>
                </a:lnTo>
                <a:lnTo>
                  <a:pt x="193190" y="146760"/>
                </a:lnTo>
                <a:lnTo>
                  <a:pt x="191384" y="147445"/>
                </a:lnTo>
                <a:lnTo>
                  <a:pt x="189548" y="148114"/>
                </a:lnTo>
                <a:lnTo>
                  <a:pt x="187688" y="148767"/>
                </a:lnTo>
                <a:lnTo>
                  <a:pt x="185812" y="149406"/>
                </a:lnTo>
                <a:lnTo>
                  <a:pt x="183922" y="150029"/>
                </a:lnTo>
                <a:lnTo>
                  <a:pt x="182016" y="150636"/>
                </a:lnTo>
                <a:lnTo>
                  <a:pt x="180094" y="151228"/>
                </a:lnTo>
                <a:lnTo>
                  <a:pt x="178157" y="151805"/>
                </a:lnTo>
                <a:lnTo>
                  <a:pt x="176205" y="152366"/>
                </a:lnTo>
                <a:lnTo>
                  <a:pt x="174237" y="152912"/>
                </a:lnTo>
                <a:lnTo>
                  <a:pt x="172254" y="153442"/>
                </a:lnTo>
                <a:lnTo>
                  <a:pt x="170255" y="153957"/>
                </a:lnTo>
                <a:lnTo>
                  <a:pt x="168241" y="154456"/>
                </a:lnTo>
                <a:lnTo>
                  <a:pt x="166211" y="154940"/>
                </a:lnTo>
                <a:lnTo>
                  <a:pt x="164167" y="155406"/>
                </a:lnTo>
                <a:lnTo>
                  <a:pt x="162110" y="155853"/>
                </a:lnTo>
                <a:lnTo>
                  <a:pt x="160040" y="156279"/>
                </a:lnTo>
                <a:lnTo>
                  <a:pt x="157956" y="156686"/>
                </a:lnTo>
                <a:lnTo>
                  <a:pt x="155859" y="157073"/>
                </a:lnTo>
                <a:lnTo>
                  <a:pt x="153749" y="157440"/>
                </a:lnTo>
                <a:lnTo>
                  <a:pt x="151626" y="157788"/>
                </a:lnTo>
                <a:lnTo>
                  <a:pt x="149490" y="158115"/>
                </a:lnTo>
                <a:lnTo>
                  <a:pt x="147340" y="158423"/>
                </a:lnTo>
                <a:lnTo>
                  <a:pt x="145177" y="158710"/>
                </a:lnTo>
                <a:lnTo>
                  <a:pt x="143001" y="158978"/>
                </a:lnTo>
                <a:lnTo>
                  <a:pt x="140811" y="159226"/>
                </a:lnTo>
                <a:lnTo>
                  <a:pt x="138612" y="159454"/>
                </a:lnTo>
                <a:lnTo>
                  <a:pt x="136406" y="159663"/>
                </a:lnTo>
                <a:lnTo>
                  <a:pt x="134193" y="159851"/>
                </a:lnTo>
                <a:lnTo>
                  <a:pt x="131974" y="160020"/>
                </a:lnTo>
                <a:lnTo>
                  <a:pt x="129748" y="160169"/>
                </a:lnTo>
                <a:lnTo>
                  <a:pt x="127516" y="160298"/>
                </a:lnTo>
                <a:lnTo>
                  <a:pt x="125277" y="160407"/>
                </a:lnTo>
                <a:lnTo>
                  <a:pt x="123031" y="160496"/>
                </a:lnTo>
                <a:lnTo>
                  <a:pt x="120779" y="160566"/>
                </a:lnTo>
                <a:lnTo>
                  <a:pt x="118520" y="160615"/>
                </a:lnTo>
                <a:lnTo>
                  <a:pt x="116255" y="160645"/>
                </a:lnTo>
                <a:lnTo>
                  <a:pt x="113982" y="160655"/>
                </a:lnTo>
                <a:lnTo>
                  <a:pt x="111709" y="160645"/>
                </a:lnTo>
                <a:lnTo>
                  <a:pt x="109440" y="160615"/>
                </a:lnTo>
                <a:lnTo>
                  <a:pt x="107176" y="160566"/>
                </a:lnTo>
                <a:lnTo>
                  <a:pt x="104916" y="160496"/>
                </a:lnTo>
                <a:lnTo>
                  <a:pt x="102661" y="160407"/>
                </a:lnTo>
                <a:lnTo>
                  <a:pt x="100409" y="160298"/>
                </a:lnTo>
                <a:lnTo>
                  <a:pt x="98163" y="160169"/>
                </a:lnTo>
                <a:lnTo>
                  <a:pt x="95920" y="160020"/>
                </a:lnTo>
                <a:lnTo>
                  <a:pt x="93682" y="159851"/>
                </a:lnTo>
                <a:lnTo>
                  <a:pt x="91449" y="159663"/>
                </a:lnTo>
                <a:lnTo>
                  <a:pt x="89220" y="159454"/>
                </a:lnTo>
                <a:lnTo>
                  <a:pt x="86995" y="159226"/>
                </a:lnTo>
                <a:lnTo>
                  <a:pt x="84780" y="158978"/>
                </a:lnTo>
                <a:lnTo>
                  <a:pt x="82581" y="158710"/>
                </a:lnTo>
                <a:lnTo>
                  <a:pt x="80397" y="158423"/>
                </a:lnTo>
                <a:lnTo>
                  <a:pt x="78228" y="158115"/>
                </a:lnTo>
                <a:lnTo>
                  <a:pt x="76075" y="157788"/>
                </a:lnTo>
                <a:lnTo>
                  <a:pt x="73938" y="157440"/>
                </a:lnTo>
                <a:lnTo>
                  <a:pt x="71816" y="157073"/>
                </a:lnTo>
                <a:lnTo>
                  <a:pt x="69709" y="156686"/>
                </a:lnTo>
                <a:lnTo>
                  <a:pt x="67618" y="156279"/>
                </a:lnTo>
                <a:lnTo>
                  <a:pt x="65542" y="155853"/>
                </a:lnTo>
                <a:lnTo>
                  <a:pt x="63481" y="155406"/>
                </a:lnTo>
                <a:lnTo>
                  <a:pt x="61436" y="154940"/>
                </a:lnTo>
                <a:lnTo>
                  <a:pt x="59409" y="154456"/>
                </a:lnTo>
                <a:lnTo>
                  <a:pt x="57401" y="153957"/>
                </a:lnTo>
                <a:lnTo>
                  <a:pt x="55414" y="153442"/>
                </a:lnTo>
                <a:lnTo>
                  <a:pt x="53446" y="152912"/>
                </a:lnTo>
                <a:lnTo>
                  <a:pt x="51498" y="152366"/>
                </a:lnTo>
                <a:lnTo>
                  <a:pt x="49570" y="151805"/>
                </a:lnTo>
                <a:lnTo>
                  <a:pt x="47661" y="151228"/>
                </a:lnTo>
                <a:lnTo>
                  <a:pt x="45773" y="150636"/>
                </a:lnTo>
                <a:lnTo>
                  <a:pt x="43904" y="150029"/>
                </a:lnTo>
                <a:lnTo>
                  <a:pt x="42056" y="149406"/>
                </a:lnTo>
                <a:lnTo>
                  <a:pt x="40227" y="148767"/>
                </a:lnTo>
                <a:lnTo>
                  <a:pt x="38418" y="148114"/>
                </a:lnTo>
                <a:lnTo>
                  <a:pt x="36634" y="147445"/>
                </a:lnTo>
                <a:lnTo>
                  <a:pt x="34881" y="146760"/>
                </a:lnTo>
                <a:lnTo>
                  <a:pt x="33159" y="146060"/>
                </a:lnTo>
                <a:lnTo>
                  <a:pt x="31468" y="145344"/>
                </a:lnTo>
                <a:lnTo>
                  <a:pt x="29808" y="144614"/>
                </a:lnTo>
                <a:lnTo>
                  <a:pt x="28178" y="143867"/>
                </a:lnTo>
                <a:lnTo>
                  <a:pt x="26580" y="143105"/>
                </a:lnTo>
                <a:lnTo>
                  <a:pt x="25012" y="142328"/>
                </a:lnTo>
                <a:lnTo>
                  <a:pt x="23475" y="141536"/>
                </a:lnTo>
                <a:lnTo>
                  <a:pt x="21969" y="140727"/>
                </a:lnTo>
                <a:lnTo>
                  <a:pt x="20494" y="139904"/>
                </a:lnTo>
                <a:lnTo>
                  <a:pt x="19050" y="139065"/>
                </a:lnTo>
                <a:lnTo>
                  <a:pt x="19050" y="179070"/>
                </a:lnTo>
                <a:lnTo>
                  <a:pt x="19368" y="179971"/>
                </a:lnTo>
                <a:lnTo>
                  <a:pt x="19791" y="180874"/>
                </a:lnTo>
                <a:lnTo>
                  <a:pt x="20320" y="181779"/>
                </a:lnTo>
                <a:lnTo>
                  <a:pt x="20955" y="182686"/>
                </a:lnTo>
                <a:lnTo>
                  <a:pt x="21696" y="183595"/>
                </a:lnTo>
                <a:lnTo>
                  <a:pt x="22542" y="184507"/>
                </a:lnTo>
                <a:lnTo>
                  <a:pt x="23495" y="185421"/>
                </a:lnTo>
                <a:lnTo>
                  <a:pt x="24553" y="186337"/>
                </a:lnTo>
                <a:lnTo>
                  <a:pt x="25718" y="187256"/>
                </a:lnTo>
                <a:lnTo>
                  <a:pt x="26988" y="188176"/>
                </a:lnTo>
                <a:lnTo>
                  <a:pt x="28363" y="189099"/>
                </a:lnTo>
                <a:lnTo>
                  <a:pt x="29845" y="190024"/>
                </a:lnTo>
                <a:lnTo>
                  <a:pt x="31410" y="190941"/>
                </a:lnTo>
                <a:lnTo>
                  <a:pt x="33038" y="191841"/>
                </a:lnTo>
                <a:lnTo>
                  <a:pt x="34727" y="192722"/>
                </a:lnTo>
                <a:lnTo>
                  <a:pt x="36477" y="193587"/>
                </a:lnTo>
                <a:lnTo>
                  <a:pt x="38290" y="194433"/>
                </a:lnTo>
                <a:lnTo>
                  <a:pt x="40164" y="195262"/>
                </a:lnTo>
                <a:lnTo>
                  <a:pt x="42100" y="196074"/>
                </a:lnTo>
                <a:lnTo>
                  <a:pt x="44097" y="196868"/>
                </a:lnTo>
                <a:lnTo>
                  <a:pt x="46157" y="197644"/>
                </a:lnTo>
                <a:lnTo>
                  <a:pt x="48278" y="198402"/>
                </a:lnTo>
                <a:lnTo>
                  <a:pt x="50460" y="199143"/>
                </a:lnTo>
                <a:lnTo>
                  <a:pt x="52705" y="199866"/>
                </a:lnTo>
                <a:lnTo>
                  <a:pt x="54998" y="200570"/>
                </a:lnTo>
                <a:lnTo>
                  <a:pt x="57326" y="201251"/>
                </a:lnTo>
                <a:lnTo>
                  <a:pt x="59690" y="201910"/>
                </a:lnTo>
                <a:lnTo>
                  <a:pt x="62089" y="202547"/>
                </a:lnTo>
                <a:lnTo>
                  <a:pt x="64523" y="203163"/>
                </a:lnTo>
                <a:lnTo>
                  <a:pt x="66992" y="203756"/>
                </a:lnTo>
                <a:lnTo>
                  <a:pt x="69497" y="204327"/>
                </a:lnTo>
                <a:lnTo>
                  <a:pt x="72037" y="204876"/>
                </a:lnTo>
                <a:lnTo>
                  <a:pt x="74612" y="205403"/>
                </a:lnTo>
                <a:lnTo>
                  <a:pt x="77223" y="205908"/>
                </a:lnTo>
                <a:lnTo>
                  <a:pt x="79869" y="206390"/>
                </a:lnTo>
                <a:lnTo>
                  <a:pt x="82550" y="206851"/>
                </a:lnTo>
                <a:lnTo>
                  <a:pt x="85244" y="207282"/>
                </a:lnTo>
                <a:lnTo>
                  <a:pt x="87930" y="207676"/>
                </a:lnTo>
                <a:lnTo>
                  <a:pt x="90607" y="208032"/>
                </a:lnTo>
                <a:lnTo>
                  <a:pt x="93274" y="208351"/>
                </a:lnTo>
                <a:lnTo>
                  <a:pt x="95934" y="208632"/>
                </a:lnTo>
                <a:lnTo>
                  <a:pt x="98584" y="208875"/>
                </a:lnTo>
                <a:lnTo>
                  <a:pt x="101225" y="209081"/>
                </a:lnTo>
                <a:lnTo>
                  <a:pt x="103858" y="209250"/>
                </a:lnTo>
                <a:lnTo>
                  <a:pt x="106482" y="209381"/>
                </a:lnTo>
                <a:lnTo>
                  <a:pt x="109097" y="209475"/>
                </a:lnTo>
                <a:lnTo>
                  <a:pt x="111703" y="209531"/>
                </a:lnTo>
                <a:lnTo>
                  <a:pt x="114300" y="209550"/>
                </a:lnTo>
                <a:close/>
              </a:path>
            </a:pathLst>
          </a:custGeom>
          <a:solidFill>
            <a:srgbClr val="164B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0" name="연결 op→web"/>
          <p:cNvCxnSpPr>
            <a:endCxn id="11" idx="0"/>
          </p:cNvCxnSpPr>
          <p:nvPr/>
        </p:nvCxnSpPr>
        <p:spPr>
          <a:xfrm>
            <a:off x="4061460" y="1188720"/>
            <a:ext cx="0" cy="70104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sp>
        <p:nvSpPr>
          <p:cNvPr id="51" name="라벨 HTTP 127.0.0.1"/>
          <p:cNvSpPr txBox="1"/>
          <p:nvPr/>
        </p:nvSpPr>
        <p:spPr>
          <a:xfrm>
            <a:off x="4107180" y="1315212"/>
            <a:ext cx="912876" cy="1676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40" b="1">
                <a:solidFill>
                  <a:srgbClr val="164B8C"/>
                </a:solidFill>
                <a:latin typeface="Pretendard"/>
                <a:ea typeface="Pretendard"/>
                <a:cs typeface="Pretendard"/>
              </a:rPr>
              <a:t>HTTP 127.0.0.1</a:t>
            </a:r>
          </a:p>
        </p:txBody>
      </p:sp>
      <p:cxnSp>
        <p:nvCxnSpPr>
          <p:cNvPr id="52" name="연결 op→cli"/>
          <p:cNvCxnSpPr>
            <a:endCxn id="13" idx="0"/>
          </p:cNvCxnSpPr>
          <p:nvPr/>
        </p:nvCxnSpPr>
        <p:spPr>
          <a:xfrm>
            <a:off x="6096000" y="1188720"/>
            <a:ext cx="0" cy="70104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sp>
        <p:nvSpPr>
          <p:cNvPr id="53" name="라벨 명령 실행"/>
          <p:cNvSpPr txBox="1"/>
          <p:nvPr/>
        </p:nvSpPr>
        <p:spPr>
          <a:xfrm>
            <a:off x="6141720" y="1315212"/>
            <a:ext cx="576834" cy="1676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40" b="1">
                <a:solidFill>
                  <a:srgbClr val="164B8C"/>
                </a:solidFill>
                <a:latin typeface="Pretendard"/>
                <a:ea typeface="Pretendard"/>
                <a:cs typeface="Pretendard"/>
              </a:rPr>
              <a:t>명령 실행</a:t>
            </a:r>
          </a:p>
        </p:txBody>
      </p:sp>
      <p:cxnSp>
        <p:nvCxnSpPr>
          <p:cNvPr id="54" name="연결 src→s1"/>
          <p:cNvCxnSpPr>
            <a:stCxn id="40" idx="3"/>
            <a:endCxn id="17" idx="1"/>
          </p:cNvCxnSpPr>
          <p:nvPr/>
        </p:nvCxnSpPr>
        <p:spPr>
          <a:xfrm>
            <a:off x="2286000" y="3223260"/>
            <a:ext cx="8382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sp>
        <p:nvSpPr>
          <p:cNvPr id="55" name="라벨 SNAPSHOT 읽기"/>
          <p:cNvSpPr txBox="1"/>
          <p:nvPr/>
        </p:nvSpPr>
        <p:spPr>
          <a:xfrm>
            <a:off x="2288667" y="3025140"/>
            <a:ext cx="832866" cy="1676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40" b="1">
                <a:solidFill>
                  <a:srgbClr val="164B8C"/>
                </a:solidFill>
                <a:latin typeface="Pretendard"/>
                <a:ea typeface="Pretendard"/>
                <a:cs typeface="Pretendard"/>
              </a:rPr>
              <a:t>SNAPSHOT 읽기</a:t>
            </a:r>
          </a:p>
        </p:txBody>
      </p:sp>
      <p:cxnSp>
        <p:nvCxnSpPr>
          <p:cNvPr id="56" name="연결 s1→s2"/>
          <p:cNvCxnSpPr>
            <a:stCxn id="17" idx="3"/>
            <a:endCxn id="20" idx="1"/>
          </p:cNvCxnSpPr>
          <p:nvPr/>
        </p:nvCxnSpPr>
        <p:spPr>
          <a:xfrm>
            <a:off x="5867400" y="3223260"/>
            <a:ext cx="4572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cxnSp>
        <p:nvCxnSpPr>
          <p:cNvPr id="57" name="연결 s2→tgt"/>
          <p:cNvCxnSpPr>
            <a:stCxn id="20" idx="3"/>
          </p:cNvCxnSpPr>
          <p:nvPr/>
        </p:nvCxnSpPr>
        <p:spPr>
          <a:xfrm>
            <a:off x="9067800" y="3223260"/>
            <a:ext cx="7620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sp>
        <p:nvSpPr>
          <p:cNvPr id="58" name="라벨 COPY 병렬"/>
          <p:cNvSpPr txBox="1"/>
          <p:nvPr/>
        </p:nvSpPr>
        <p:spPr>
          <a:xfrm>
            <a:off x="9149715" y="3025140"/>
            <a:ext cx="598170" cy="1676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40" b="1">
                <a:solidFill>
                  <a:srgbClr val="164B8C"/>
                </a:solidFill>
                <a:latin typeface="Pretendard"/>
                <a:ea typeface="Pretendard"/>
                <a:cs typeface="Pretendard"/>
              </a:rPr>
              <a:t>COPY 병렬</a:t>
            </a:r>
          </a:p>
        </p:txBody>
      </p:sp>
      <p:cxnSp>
        <p:nvCxnSpPr>
          <p:cNvPr id="59" name="연결 agent→ct"/>
          <p:cNvCxnSpPr>
            <a:stCxn id="44" idx="0"/>
            <a:endCxn id="42" idx="2"/>
          </p:cNvCxnSpPr>
          <p:nvPr/>
        </p:nvCxnSpPr>
        <p:spPr>
          <a:xfrm flipV="1">
            <a:off x="1409700" y="4724400"/>
            <a:ext cx="0" cy="106680"/>
          </a:xfrm>
          <a:prstGeom prst="line">
            <a:avLst/>
          </a:prstGeom>
          <a:ln w="16764">
            <a:solidFill>
              <a:srgbClr val="1F74C4"/>
            </a:solidFill>
            <a:prstDash val="dash"/>
            <a:tailEnd type="triangle" w="med" len="med"/>
          </a:ln>
        </p:spPr>
      </p:cxnSp>
      <p:cxnSp>
        <p:nvCxnSpPr>
          <p:cNvPr id="60" name="연결 ct→s3"/>
          <p:cNvCxnSpPr>
            <a:stCxn id="42" idx="3"/>
            <a:endCxn id="23" idx="1"/>
          </p:cNvCxnSpPr>
          <p:nvPr/>
        </p:nvCxnSpPr>
        <p:spPr>
          <a:xfrm>
            <a:off x="2286000" y="4259580"/>
            <a:ext cx="838200" cy="0"/>
          </a:xfrm>
          <a:prstGeom prst="line">
            <a:avLst/>
          </a:prstGeom>
          <a:ln w="16764">
            <a:solidFill>
              <a:srgbClr val="1F74C4"/>
            </a:solidFill>
            <a:prstDash val="dash"/>
            <a:tailEnd type="triangle" w="med" len="med"/>
          </a:ln>
        </p:spPr>
      </p:cxnSp>
      <p:sp>
        <p:nvSpPr>
          <p:cNvPr id="61" name="라벨 변경 수집"/>
          <p:cNvSpPr txBox="1"/>
          <p:nvPr/>
        </p:nvSpPr>
        <p:spPr>
          <a:xfrm>
            <a:off x="2416683" y="4061460"/>
            <a:ext cx="576834" cy="1676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40" b="1">
                <a:solidFill>
                  <a:srgbClr val="1F74C4"/>
                </a:solidFill>
                <a:latin typeface="Pretendard"/>
                <a:ea typeface="Pretendard"/>
                <a:cs typeface="Pretendard"/>
              </a:rPr>
              <a:t>변경 수집</a:t>
            </a:r>
          </a:p>
        </p:txBody>
      </p:sp>
      <p:cxnSp>
        <p:nvCxnSpPr>
          <p:cNvPr id="62" name="연결 s3→buf"/>
          <p:cNvCxnSpPr>
            <a:stCxn id="23" idx="3"/>
            <a:endCxn id="26" idx="1"/>
          </p:cNvCxnSpPr>
          <p:nvPr/>
        </p:nvCxnSpPr>
        <p:spPr>
          <a:xfrm>
            <a:off x="4846320" y="4259580"/>
            <a:ext cx="388620" cy="0"/>
          </a:xfrm>
          <a:prstGeom prst="line">
            <a:avLst/>
          </a:prstGeom>
          <a:ln w="16764">
            <a:solidFill>
              <a:srgbClr val="1F74C4"/>
            </a:solidFill>
            <a:prstDash val="dash"/>
            <a:tailEnd type="triangle" w="med" len="med"/>
          </a:ln>
        </p:spPr>
      </p:cxnSp>
      <p:cxnSp>
        <p:nvCxnSpPr>
          <p:cNvPr id="63" name="연결 buf→s4"/>
          <p:cNvCxnSpPr>
            <a:stCxn id="26" idx="3"/>
            <a:endCxn id="28" idx="1"/>
          </p:cNvCxnSpPr>
          <p:nvPr/>
        </p:nvCxnSpPr>
        <p:spPr>
          <a:xfrm>
            <a:off x="6957060" y="4259580"/>
            <a:ext cx="388620" cy="0"/>
          </a:xfrm>
          <a:prstGeom prst="line">
            <a:avLst/>
          </a:prstGeom>
          <a:ln w="16764">
            <a:solidFill>
              <a:srgbClr val="1F74C4"/>
            </a:solidFill>
            <a:prstDash val="dash"/>
            <a:tailEnd type="triangle" w="med" len="med"/>
          </a:ln>
        </p:spPr>
      </p:cxnSp>
      <p:cxnSp>
        <p:nvCxnSpPr>
          <p:cNvPr id="64" name="연결 s4→tgt"/>
          <p:cNvCxnSpPr>
            <a:stCxn id="28" idx="3"/>
          </p:cNvCxnSpPr>
          <p:nvPr/>
        </p:nvCxnSpPr>
        <p:spPr>
          <a:xfrm>
            <a:off x="9067800" y="4259580"/>
            <a:ext cx="762000" cy="0"/>
          </a:xfrm>
          <a:prstGeom prst="line">
            <a:avLst/>
          </a:prstGeom>
          <a:ln w="16764">
            <a:solidFill>
              <a:srgbClr val="1F74C4"/>
            </a:solidFill>
            <a:prstDash val="dash"/>
            <a:tailEnd type="triangle" w="med" len="med"/>
          </a:ln>
        </p:spPr>
      </p:cxnSp>
      <p:sp>
        <p:nvSpPr>
          <p:cNvPr id="65" name="라벨 멱등 반영"/>
          <p:cNvSpPr txBox="1"/>
          <p:nvPr/>
        </p:nvSpPr>
        <p:spPr>
          <a:xfrm>
            <a:off x="9160383" y="4061460"/>
            <a:ext cx="576834" cy="1676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40" b="1">
                <a:solidFill>
                  <a:srgbClr val="1F74C4"/>
                </a:solidFill>
                <a:latin typeface="Pretendard"/>
                <a:ea typeface="Pretendard"/>
                <a:cs typeface="Pretendard"/>
              </a:rPr>
              <a:t>멱등 반영</a:t>
            </a:r>
          </a:p>
        </p:txBody>
      </p:sp>
      <p:cxnSp>
        <p:nvCxnSpPr>
          <p:cNvPr id="66" name="연결 s7→meta"/>
          <p:cNvCxnSpPr>
            <a:stCxn id="37" idx="3"/>
            <a:endCxn id="48" idx="1"/>
          </p:cNvCxnSpPr>
          <p:nvPr/>
        </p:nvCxnSpPr>
        <p:spPr>
          <a:xfrm>
            <a:off x="9067800" y="5295900"/>
            <a:ext cx="76200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sp>
        <p:nvSpPr>
          <p:cNvPr id="67" name="라벨 상태 기록"/>
          <p:cNvSpPr txBox="1"/>
          <p:nvPr/>
        </p:nvSpPr>
        <p:spPr>
          <a:xfrm>
            <a:off x="9160383" y="5097780"/>
            <a:ext cx="576834" cy="1676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40" b="1">
                <a:solidFill>
                  <a:srgbClr val="164B8C"/>
                </a:solidFill>
                <a:latin typeface="Pretendard"/>
                <a:ea typeface="Pretendard"/>
                <a:cs typeface="Pretendard"/>
              </a:rPr>
              <a:t>상태 기록</a:t>
            </a:r>
          </a:p>
        </p:txBody>
      </p:sp>
      <p:sp>
        <p:nvSpPr>
          <p:cNvPr id="68" name="범례"/>
          <p:cNvSpPr/>
          <p:nvPr/>
        </p:nvSpPr>
        <p:spPr>
          <a:xfrm>
            <a:off x="381000" y="6309360"/>
            <a:ext cx="3442335" cy="39624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0668">
            <a:solidFill>
              <a:srgbClr val="A9C3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범례 제목"/>
          <p:cNvSpPr txBox="1"/>
          <p:nvPr/>
        </p:nvSpPr>
        <p:spPr>
          <a:xfrm>
            <a:off x="51816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0A2342"/>
                </a:solidFill>
                <a:latin typeface="Pretendard"/>
                <a:ea typeface="Pretendard"/>
                <a:cs typeface="Pretendard"/>
              </a:rPr>
              <a:t>범례</a:t>
            </a:r>
          </a:p>
        </p:txBody>
      </p:sp>
      <p:cxnSp>
        <p:nvCxnSpPr>
          <p:cNvPr id="70" name="범례 실시간 질의"/>
          <p:cNvCxnSpPr/>
          <p:nvPr/>
        </p:nvCxnSpPr>
        <p:spPr>
          <a:xfrm>
            <a:off x="914400" y="6507480"/>
            <a:ext cx="350520" cy="0"/>
          </a:xfrm>
          <a:prstGeom prst="line">
            <a:avLst/>
          </a:prstGeom>
          <a:ln w="16764">
            <a:solidFill>
              <a:srgbClr val="164B8C"/>
            </a:solidFill>
            <a:tailEnd type="triangle" w="med" len="med"/>
          </a:ln>
        </p:spPr>
      </p:cxnSp>
      <p:sp>
        <p:nvSpPr>
          <p:cNvPr id="71" name="범례 글 실시간 질의"/>
          <p:cNvSpPr txBox="1"/>
          <p:nvPr/>
        </p:nvSpPr>
        <p:spPr>
          <a:xfrm>
            <a:off x="1341120" y="6309360"/>
            <a:ext cx="786765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실시간 질의</a:t>
            </a:r>
          </a:p>
        </p:txBody>
      </p:sp>
      <p:cxnSp>
        <p:nvCxnSpPr>
          <p:cNvPr id="72" name="범례 비동기 데이터 흐름"/>
          <p:cNvCxnSpPr/>
          <p:nvPr/>
        </p:nvCxnSpPr>
        <p:spPr>
          <a:xfrm>
            <a:off x="2204085" y="6507480"/>
            <a:ext cx="350520" cy="0"/>
          </a:xfrm>
          <a:prstGeom prst="line">
            <a:avLst/>
          </a:prstGeom>
          <a:ln w="16764">
            <a:solidFill>
              <a:srgbClr val="1F74C4"/>
            </a:solidFill>
            <a:prstDash val="dash"/>
            <a:tailEnd type="triangle" w="med" len="med"/>
          </a:ln>
        </p:spPr>
      </p:cxnSp>
      <p:sp>
        <p:nvSpPr>
          <p:cNvPr id="73" name="범례 글 비동기 데이터 흐름"/>
          <p:cNvSpPr txBox="1"/>
          <p:nvPr/>
        </p:nvSpPr>
        <p:spPr>
          <a:xfrm>
            <a:off x="2630805" y="6309360"/>
            <a:ext cx="119253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비동기 데이터 흐름</a:t>
            </a:r>
          </a:p>
        </p:txBody>
      </p:sp>
      <p:sp>
        <p:nvSpPr>
          <p:cNvPr id="74" name="설명"/>
          <p:cNvSpPr txBox="1"/>
          <p:nvPr/>
        </p:nvSpPr>
        <p:spPr>
          <a:xfrm>
            <a:off x="6929628" y="6385560"/>
            <a:ext cx="4881372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폐쇄망: 실행 중 외부 접속 0 · 화면 JS·CSS·글꼴 jar 내장 · 웹은 127.0.0.1 에만 연다</a:t>
            </a:r>
          </a:p>
        </p:txBody>
      </p:sp>
      <p:sp>
        <p:nvSpPr>
          <p:cNvPr id="75" name="설명"/>
          <p:cNvSpPr txBox="1"/>
          <p:nvPr/>
        </p:nvSpPr>
        <p:spPr>
          <a:xfrm>
            <a:off x="5878830" y="6553200"/>
            <a:ext cx="593217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작업 상태·워터마크는 대상 PG 한 곳(kdms 스키마)에 저장 → 어느 단계에서 멈춰도 다시 실행하면 이어서 진행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KDMS 시스템 구성도</dc:title>
  <dc:subject/>
  <dc:creator>KDMS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