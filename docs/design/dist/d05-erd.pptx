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관리 테이블 물리 ERD (1/2) 작업·적재·동기화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대상 PostgreSQL 의 kdms 스키마 · 관리 스키마 v3 · IE 표기 · 컬럼 정의는 docs/database.md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KDMS-D05 · v0.2 · 2026-10-09 · 1/2</a:t>
            </a:r>
          </a:p>
        </p:txBody>
      </p:sp>
      <p:grpSp>
        <p:nvGrpSpPr>
          <p:cNvPr id="6" name="관계 job → watermark"/>
          <p:cNvGrpSpPr/>
          <p:nvPr/>
        </p:nvGrpSpPr>
        <p:grpSpPr>
          <a:xfrm>
            <a:off x="3779520" y="1447800"/>
            <a:ext cx="617220" cy="121920"/>
            <a:chOff x="3779520" y="1447800"/>
            <a:chExt cx="617220" cy="121920"/>
          </a:xfrm>
        </p:grpSpPr>
        <p:sp>
          <p:nvSpPr>
            <p:cNvPr id="7" name="관계선"/>
            <p:cNvSpPr/>
            <p:nvPr/>
          </p:nvSpPr>
          <p:spPr>
            <a:xfrm>
              <a:off x="3779520" y="150876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6172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관계 기호"/>
            <p:cNvCxnSpPr/>
            <p:nvPr/>
          </p:nvCxnSpPr>
          <p:spPr>
            <a:xfrm flipV="1">
              <a:off x="432054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" name="관계 기호"/>
            <p:cNvCxnSpPr/>
            <p:nvPr/>
          </p:nvCxnSpPr>
          <p:spPr>
            <a:xfrm flipV="1">
              <a:off x="426720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0" name="관계 기호"/>
            <p:cNvCxnSpPr/>
            <p:nvPr/>
          </p:nvCxnSpPr>
          <p:spPr>
            <a:xfrm>
              <a:off x="385572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11" name="관계 기호 0"/>
            <p:cNvSpPr/>
            <p:nvPr/>
          </p:nvSpPr>
          <p:spPr>
            <a:xfrm>
              <a:off x="3916680" y="14630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" name="관계 job → job_table"/>
          <p:cNvGrpSpPr/>
          <p:nvPr/>
        </p:nvGrpSpPr>
        <p:grpSpPr>
          <a:xfrm>
            <a:off x="7795260" y="1440180"/>
            <a:ext cx="617220" cy="137160"/>
            <a:chOff x="7795260" y="1440180"/>
            <a:chExt cx="617220" cy="137160"/>
          </a:xfrm>
        </p:grpSpPr>
        <p:sp>
          <p:nvSpPr>
            <p:cNvPr id="13" name="관계선"/>
            <p:cNvSpPr/>
            <p:nvPr/>
          </p:nvSpPr>
          <p:spPr>
            <a:xfrm>
              <a:off x="7795260" y="150876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0" y="0"/>
                  </a:moveTo>
                  <a:lnTo>
                    <a:pt x="61722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관계 기호"/>
            <p:cNvCxnSpPr/>
            <p:nvPr/>
          </p:nvCxnSpPr>
          <p:spPr>
            <a:xfrm>
              <a:off x="787146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5" name="관계 기호"/>
            <p:cNvCxnSpPr/>
            <p:nvPr/>
          </p:nvCxnSpPr>
          <p:spPr>
            <a:xfrm>
              <a:off x="792480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6" name="관계 기호"/>
            <p:cNvCxnSpPr/>
            <p:nvPr/>
          </p:nvCxnSpPr>
          <p:spPr>
            <a:xfrm>
              <a:off x="8290560" y="15087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7" name="관계 기호"/>
            <p:cNvCxnSpPr/>
            <p:nvPr/>
          </p:nvCxnSpPr>
          <p:spPr>
            <a:xfrm>
              <a:off x="8290560" y="15087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8" name="관계 기호"/>
            <p:cNvCxnSpPr/>
            <p:nvPr/>
          </p:nvCxnSpPr>
          <p:spPr>
            <a:xfrm flipV="1">
              <a:off x="8290560" y="14401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19" name="관계 기호 0"/>
            <p:cNvSpPr/>
            <p:nvPr/>
          </p:nvSpPr>
          <p:spPr>
            <a:xfrm>
              <a:off x="8153400" y="14630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관계 job → change_log"/>
          <p:cNvGrpSpPr/>
          <p:nvPr/>
        </p:nvGrpSpPr>
        <p:grpSpPr>
          <a:xfrm>
            <a:off x="3779520" y="2529840"/>
            <a:ext cx="617220" cy="2613660"/>
            <a:chOff x="3779520" y="2529840"/>
            <a:chExt cx="617220" cy="2613660"/>
          </a:xfrm>
        </p:grpSpPr>
        <p:sp>
          <p:nvSpPr>
            <p:cNvPr id="21" name="관계선"/>
            <p:cNvSpPr/>
            <p:nvPr/>
          </p:nvSpPr>
          <p:spPr>
            <a:xfrm>
              <a:off x="3779520" y="2590800"/>
              <a:ext cx="617220" cy="2484120"/>
            </a:xfrm>
            <a:custGeom>
              <a:avLst/>
              <a:gdLst/>
              <a:ahLst/>
              <a:cxnLst/>
              <a:rect l="l" t="t" r="r" b="b"/>
              <a:pathLst>
                <a:path w="617220" h="2484120">
                  <a:moveTo>
                    <a:pt x="617220" y="0"/>
                  </a:moveTo>
                  <a:lnTo>
                    <a:pt x="304800" y="0"/>
                  </a:lnTo>
                  <a:lnTo>
                    <a:pt x="304800" y="2484120"/>
                  </a:lnTo>
                  <a:lnTo>
                    <a:pt x="0" y="248412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관계 기호"/>
            <p:cNvCxnSpPr/>
            <p:nvPr/>
          </p:nvCxnSpPr>
          <p:spPr>
            <a:xfrm flipV="1">
              <a:off x="4320540" y="25298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3" name="관계 기호"/>
            <p:cNvCxnSpPr/>
            <p:nvPr/>
          </p:nvCxnSpPr>
          <p:spPr>
            <a:xfrm flipV="1">
              <a:off x="4267200" y="25298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4" name="관계 기호"/>
            <p:cNvCxnSpPr/>
            <p:nvPr/>
          </p:nvCxnSpPr>
          <p:spPr>
            <a:xfrm flipH="1" flipV="1">
              <a:off x="3779520" y="500634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5" name="관계 기호"/>
            <p:cNvCxnSpPr/>
            <p:nvPr/>
          </p:nvCxnSpPr>
          <p:spPr>
            <a:xfrm flipH="1">
              <a:off x="3779520" y="507492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6" name="관계 기호"/>
            <p:cNvCxnSpPr/>
            <p:nvPr/>
          </p:nvCxnSpPr>
          <p:spPr>
            <a:xfrm flipH="1">
              <a:off x="3779520" y="507492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7" name="관계 기호 0"/>
            <p:cNvSpPr/>
            <p:nvPr/>
          </p:nvSpPr>
          <p:spPr>
            <a:xfrm>
              <a:off x="3947160" y="502920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" name="관계 job_table → load_chunk"/>
          <p:cNvGrpSpPr/>
          <p:nvPr/>
        </p:nvGrpSpPr>
        <p:grpSpPr>
          <a:xfrm>
            <a:off x="7795260" y="3817620"/>
            <a:ext cx="617220" cy="137160"/>
            <a:chOff x="7795260" y="3817620"/>
            <a:chExt cx="617220" cy="137160"/>
          </a:xfrm>
        </p:grpSpPr>
        <p:sp>
          <p:nvSpPr>
            <p:cNvPr id="29" name="관계선"/>
            <p:cNvSpPr/>
            <p:nvPr/>
          </p:nvSpPr>
          <p:spPr>
            <a:xfrm>
              <a:off x="7795260" y="388620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6172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관계 기호"/>
            <p:cNvCxnSpPr/>
            <p:nvPr/>
          </p:nvCxnSpPr>
          <p:spPr>
            <a:xfrm flipV="1">
              <a:off x="8336280" y="38252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1" name="관계 기호"/>
            <p:cNvCxnSpPr/>
            <p:nvPr/>
          </p:nvCxnSpPr>
          <p:spPr>
            <a:xfrm flipV="1">
              <a:off x="8282940" y="38252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2" name="관계 기호"/>
            <p:cNvCxnSpPr/>
            <p:nvPr/>
          </p:nvCxnSpPr>
          <p:spPr>
            <a:xfrm flipH="1" flipV="1">
              <a:off x="7795260" y="381762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3" name="관계 기호"/>
            <p:cNvCxnSpPr/>
            <p:nvPr/>
          </p:nvCxnSpPr>
          <p:spPr>
            <a:xfrm flipH="1">
              <a:off x="7795260" y="38862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4" name="관계 기호"/>
            <p:cNvCxnSpPr/>
            <p:nvPr/>
          </p:nvCxnSpPr>
          <p:spPr>
            <a:xfrm flipH="1">
              <a:off x="7795260" y="388620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35" name="관계 기호 0"/>
            <p:cNvSpPr/>
            <p:nvPr/>
          </p:nvSpPr>
          <p:spPr>
            <a:xfrm>
              <a:off x="7962900" y="384048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" name="엔터티 watermark"/>
          <p:cNvGrpSpPr/>
          <p:nvPr/>
        </p:nvGrpSpPr>
        <p:grpSpPr>
          <a:xfrm>
            <a:off x="381000" y="975360"/>
            <a:ext cx="3398520" cy="2834640"/>
            <a:chOff x="381000" y="975360"/>
            <a:chExt cx="3398520" cy="2834640"/>
          </a:xfrm>
        </p:grpSpPr>
        <p:sp>
          <p:nvSpPr>
            <p:cNvPr id="37" name="테두리"/>
            <p:cNvSpPr/>
            <p:nvPr/>
          </p:nvSpPr>
          <p:spPr>
            <a:xfrm>
              <a:off x="381000" y="975360"/>
              <a:ext cx="3398520" cy="2834640"/>
            </a:xfrm>
            <a:prstGeom prst="roundRect">
              <a:avLst>
                <a:gd name="adj" fmla="val 268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머리"/>
            <p:cNvSpPr/>
            <p:nvPr/>
          </p:nvSpPr>
          <p:spPr>
            <a:xfrm>
              <a:off x="38862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머리 선"/>
            <p:cNvCxnSpPr/>
            <p:nvPr/>
          </p:nvCxnSpPr>
          <p:spPr>
            <a:xfrm>
              <a:off x="38100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40" name="테이블 이름"/>
            <p:cNvSpPr txBox="1"/>
            <p:nvPr/>
          </p:nvSpPr>
          <p:spPr>
            <a:xfrm>
              <a:off x="48768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watermark</a:t>
              </a:r>
            </a:p>
          </p:txBody>
        </p:sp>
        <p:sp>
          <p:nvSpPr>
            <p:cNvPr id="41" name="한글 이름"/>
            <p:cNvSpPr txBox="1"/>
            <p:nvPr/>
          </p:nvSpPr>
          <p:spPr>
            <a:xfrm>
              <a:off x="208026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워터마크·반영 위치</a:t>
              </a:r>
            </a:p>
          </p:txBody>
        </p:sp>
        <p:cxnSp>
          <p:nvCxnSpPr>
            <p:cNvPr id="42" name="PK 구분선"/>
            <p:cNvCxnSpPr/>
            <p:nvPr/>
          </p:nvCxnSpPr>
          <p:spPr>
            <a:xfrm>
              <a:off x="45720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43" name="PK 키"/>
            <p:cNvSpPr txBox="1"/>
            <p:nvPr/>
          </p:nvSpPr>
          <p:spPr>
            <a:xfrm>
              <a:off x="47244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44" name="PK 이름"/>
            <p:cNvSpPr txBox="1"/>
            <p:nvPr/>
          </p:nvSpPr>
          <p:spPr>
            <a:xfrm>
              <a:off x="73152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 (FK)</a:t>
              </a:r>
            </a:p>
          </p:txBody>
        </p:sp>
        <p:sp>
          <p:nvSpPr>
            <p:cNvPr id="45" name="PK 타입"/>
            <p:cNvSpPr txBox="1"/>
            <p:nvPr/>
          </p:nvSpPr>
          <p:spPr>
            <a:xfrm>
              <a:off x="228600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46" name="PK NN"/>
            <p:cNvSpPr txBox="1"/>
            <p:nvPr/>
          </p:nvSpPr>
          <p:spPr>
            <a:xfrm>
              <a:off x="345948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47" name="컬럼 이름"/>
            <p:cNvSpPr txBox="1"/>
            <p:nvPr/>
          </p:nvSpPr>
          <p:spPr>
            <a:xfrm>
              <a:off x="731520" y="1478280"/>
              <a:ext cx="1874520" cy="2286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start_recorded_at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applied_commit_lsn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applied_change_lsn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applied_event_serial_no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applied_src_commit_at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stream_lsn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src_max_lsn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src_max_lsn_at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pending_changes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lag_seconds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sync_status_at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changes_captured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changes_applied</a:t>
              </a:r>
            </a:p>
          </p:txBody>
        </p:sp>
        <p:sp>
          <p:nvSpPr>
            <p:cNvPr id="48" name="컬럼 타입"/>
            <p:cNvSpPr txBox="1"/>
            <p:nvPr/>
          </p:nvSpPr>
          <p:spPr>
            <a:xfrm>
              <a:off x="2286000" y="1478280"/>
              <a:ext cx="1143000" cy="2286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numeric(12,3)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49" name="컬럼 NN"/>
            <p:cNvSpPr txBox="1"/>
            <p:nvPr/>
          </p:nvSpPr>
          <p:spPr>
            <a:xfrm>
              <a:off x="3459480" y="1478280"/>
              <a:ext cx="228600" cy="2286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50" name="엔터티 change_log"/>
          <p:cNvGrpSpPr/>
          <p:nvPr/>
        </p:nvGrpSpPr>
        <p:grpSpPr>
          <a:xfrm>
            <a:off x="381000" y="4038600"/>
            <a:ext cx="3398520" cy="2072640"/>
            <a:chOff x="381000" y="4038600"/>
            <a:chExt cx="3398520" cy="2072640"/>
          </a:xfrm>
        </p:grpSpPr>
        <p:sp>
          <p:nvSpPr>
            <p:cNvPr id="51" name="테두리"/>
            <p:cNvSpPr/>
            <p:nvPr/>
          </p:nvSpPr>
          <p:spPr>
            <a:xfrm>
              <a:off x="381000" y="4038600"/>
              <a:ext cx="3398520" cy="2072640"/>
            </a:xfrm>
            <a:prstGeom prst="roundRect">
              <a:avLst>
                <a:gd name="adj" fmla="val 3676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머리"/>
            <p:cNvSpPr/>
            <p:nvPr/>
          </p:nvSpPr>
          <p:spPr>
            <a:xfrm>
              <a:off x="388620" y="40462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머리 선"/>
            <p:cNvCxnSpPr/>
            <p:nvPr/>
          </p:nvCxnSpPr>
          <p:spPr>
            <a:xfrm>
              <a:off x="381000" y="42824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54" name="테이블 이름"/>
            <p:cNvSpPr txBox="1"/>
            <p:nvPr/>
          </p:nvSpPr>
          <p:spPr>
            <a:xfrm>
              <a:off x="487680" y="40386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change_log</a:t>
              </a:r>
            </a:p>
          </p:txBody>
        </p:sp>
        <p:sp>
          <p:nvSpPr>
            <p:cNvPr id="55" name="한글 이름"/>
            <p:cNvSpPr txBox="1"/>
            <p:nvPr/>
          </p:nvSpPr>
          <p:spPr>
            <a:xfrm>
              <a:off x="2080260" y="40386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반영 전 변경</a:t>
              </a:r>
            </a:p>
          </p:txBody>
        </p:sp>
        <p:cxnSp>
          <p:nvCxnSpPr>
            <p:cNvPr id="56" name="PK 구분선"/>
            <p:cNvCxnSpPr/>
            <p:nvPr/>
          </p:nvCxnSpPr>
          <p:spPr>
            <a:xfrm>
              <a:off x="457200" y="45110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57" name="PK 키"/>
            <p:cNvSpPr txBox="1"/>
            <p:nvPr/>
          </p:nvSpPr>
          <p:spPr>
            <a:xfrm>
              <a:off x="472440" y="432816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58" name="PK 이름"/>
            <p:cNvSpPr txBox="1"/>
            <p:nvPr/>
          </p:nvSpPr>
          <p:spPr>
            <a:xfrm>
              <a:off x="731520" y="43281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change_id</a:t>
              </a:r>
            </a:p>
          </p:txBody>
        </p:sp>
        <p:sp>
          <p:nvSpPr>
            <p:cNvPr id="59" name="PK 타입"/>
            <p:cNvSpPr txBox="1"/>
            <p:nvPr/>
          </p:nvSpPr>
          <p:spPr>
            <a:xfrm>
              <a:off x="2286000" y="43281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60" name="PK NN"/>
            <p:cNvSpPr txBox="1"/>
            <p:nvPr/>
          </p:nvSpPr>
          <p:spPr>
            <a:xfrm>
              <a:off x="3459480" y="43281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61" name="컬럼 키"/>
            <p:cNvSpPr txBox="1"/>
            <p:nvPr/>
          </p:nvSpPr>
          <p:spPr>
            <a:xfrm>
              <a:off x="472440" y="4541520"/>
              <a:ext cx="259080" cy="1524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62" name="컬럼 이름"/>
            <p:cNvSpPr txBox="1"/>
            <p:nvPr/>
          </p:nvSpPr>
          <p:spPr>
            <a:xfrm>
              <a:off x="731520" y="4541520"/>
              <a:ext cx="1874520" cy="1524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commit_lsn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event_serial_no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op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src_schema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src_table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payload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src_commit_at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received_at</a:t>
              </a:r>
            </a:p>
          </p:txBody>
        </p:sp>
        <p:sp>
          <p:nvSpPr>
            <p:cNvPr id="63" name="컬럼 타입"/>
            <p:cNvSpPr txBox="1"/>
            <p:nvPr/>
          </p:nvSpPr>
          <p:spPr>
            <a:xfrm>
              <a:off x="2286000" y="4541520"/>
              <a:ext cx="1143000" cy="1524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char(1)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jsonb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</p:txBody>
        </p:sp>
        <p:sp>
          <p:nvSpPr>
            <p:cNvPr id="64" name="컬럼 NN"/>
            <p:cNvSpPr txBox="1"/>
            <p:nvPr/>
          </p:nvSpPr>
          <p:spPr>
            <a:xfrm>
              <a:off x="3459480" y="4541520"/>
              <a:ext cx="228600" cy="1524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65" name="엔터티 job"/>
          <p:cNvGrpSpPr/>
          <p:nvPr/>
        </p:nvGrpSpPr>
        <p:grpSpPr>
          <a:xfrm>
            <a:off x="4396740" y="975360"/>
            <a:ext cx="3398520" cy="1920240"/>
            <a:chOff x="4396740" y="975360"/>
            <a:chExt cx="3398520" cy="1920240"/>
          </a:xfrm>
        </p:grpSpPr>
        <p:sp>
          <p:nvSpPr>
            <p:cNvPr id="66" name="테두리"/>
            <p:cNvSpPr/>
            <p:nvPr/>
          </p:nvSpPr>
          <p:spPr>
            <a:xfrm>
              <a:off x="4396740" y="975360"/>
              <a:ext cx="3398520" cy="1920240"/>
            </a:xfrm>
            <a:prstGeom prst="roundRect">
              <a:avLst>
                <a:gd name="adj" fmla="val 396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머리"/>
            <p:cNvSpPr/>
            <p:nvPr/>
          </p:nvSpPr>
          <p:spPr>
            <a:xfrm>
              <a:off x="440436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머리 선"/>
            <p:cNvCxnSpPr/>
            <p:nvPr/>
          </p:nvCxnSpPr>
          <p:spPr>
            <a:xfrm>
              <a:off x="439674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69" name="테이블 이름"/>
            <p:cNvSpPr txBox="1"/>
            <p:nvPr/>
          </p:nvSpPr>
          <p:spPr>
            <a:xfrm>
              <a:off x="450342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job</a:t>
              </a:r>
            </a:p>
          </p:txBody>
        </p:sp>
        <p:sp>
          <p:nvSpPr>
            <p:cNvPr id="70" name="한글 이름"/>
            <p:cNvSpPr txBox="1"/>
            <p:nvPr/>
          </p:nvSpPr>
          <p:spPr>
            <a:xfrm>
              <a:off x="609600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</a:t>
              </a:r>
            </a:p>
          </p:txBody>
        </p:sp>
        <p:cxnSp>
          <p:nvCxnSpPr>
            <p:cNvPr id="71" name="PK 구분선"/>
            <p:cNvCxnSpPr/>
            <p:nvPr/>
          </p:nvCxnSpPr>
          <p:spPr>
            <a:xfrm>
              <a:off x="447294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72" name="PK 키"/>
            <p:cNvSpPr txBox="1"/>
            <p:nvPr/>
          </p:nvSpPr>
          <p:spPr>
            <a:xfrm>
              <a:off x="448818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73" name="PK 이름"/>
            <p:cNvSpPr txBox="1"/>
            <p:nvPr/>
          </p:nvSpPr>
          <p:spPr>
            <a:xfrm>
              <a:off x="474726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</p:txBody>
        </p:sp>
        <p:sp>
          <p:nvSpPr>
            <p:cNvPr id="74" name="PK 타입"/>
            <p:cNvSpPr txBox="1"/>
            <p:nvPr/>
          </p:nvSpPr>
          <p:spPr>
            <a:xfrm>
              <a:off x="630174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75" name="PK NN"/>
            <p:cNvSpPr txBox="1"/>
            <p:nvPr/>
          </p:nvSpPr>
          <p:spPr>
            <a:xfrm>
              <a:off x="747522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76" name="컬럼 키"/>
            <p:cNvSpPr txBox="1"/>
            <p:nvPr/>
          </p:nvSpPr>
          <p:spPr>
            <a:xfrm>
              <a:off x="4488180" y="1478280"/>
              <a:ext cx="259080" cy="1371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77" name="컬럼 이름"/>
            <p:cNvSpPr txBox="1"/>
            <p:nvPr/>
          </p:nvSpPr>
          <p:spPr>
            <a:xfrm>
              <a:off x="4747260" y="1478280"/>
              <a:ext cx="1874520" cy="1371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job_name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src_server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src_database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tgt_database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config_sha256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created_at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updated_at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last_error</a:t>
              </a:r>
            </a:p>
          </p:txBody>
        </p:sp>
        <p:sp>
          <p:nvSpPr>
            <p:cNvPr id="78" name="컬럼 타입"/>
            <p:cNvSpPr txBox="1"/>
            <p:nvPr/>
          </p:nvSpPr>
          <p:spPr>
            <a:xfrm>
              <a:off x="6301740" y="1478280"/>
              <a:ext cx="1143000" cy="1371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varchar(63)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char(64)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79" name="컬럼 NN"/>
            <p:cNvSpPr txBox="1"/>
            <p:nvPr/>
          </p:nvSpPr>
          <p:spPr>
            <a:xfrm>
              <a:off x="7475220" y="1478280"/>
              <a:ext cx="228600" cy="1371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80" name="엔터티 load_chunk"/>
          <p:cNvGrpSpPr/>
          <p:nvPr/>
        </p:nvGrpSpPr>
        <p:grpSpPr>
          <a:xfrm>
            <a:off x="4396740" y="3429000"/>
            <a:ext cx="3398520" cy="2225040"/>
            <a:chOff x="4396740" y="3429000"/>
            <a:chExt cx="3398520" cy="2225040"/>
          </a:xfrm>
        </p:grpSpPr>
        <p:sp>
          <p:nvSpPr>
            <p:cNvPr id="81" name="테두리"/>
            <p:cNvSpPr/>
            <p:nvPr/>
          </p:nvSpPr>
          <p:spPr>
            <a:xfrm>
              <a:off x="4396740" y="3429000"/>
              <a:ext cx="3398520" cy="2225040"/>
            </a:xfrm>
            <a:prstGeom prst="roundRect">
              <a:avLst>
                <a:gd name="adj" fmla="val 3424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머리"/>
            <p:cNvSpPr/>
            <p:nvPr/>
          </p:nvSpPr>
          <p:spPr>
            <a:xfrm>
              <a:off x="4404360" y="34366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3" name="머리 선"/>
            <p:cNvCxnSpPr/>
            <p:nvPr/>
          </p:nvCxnSpPr>
          <p:spPr>
            <a:xfrm>
              <a:off x="4396740" y="36728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84" name="테이블 이름"/>
            <p:cNvSpPr txBox="1"/>
            <p:nvPr/>
          </p:nvSpPr>
          <p:spPr>
            <a:xfrm>
              <a:off x="4503420" y="34290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load_chunk</a:t>
              </a:r>
            </a:p>
          </p:txBody>
        </p:sp>
        <p:sp>
          <p:nvSpPr>
            <p:cNvPr id="85" name="한글 이름"/>
            <p:cNvSpPr txBox="1"/>
            <p:nvPr/>
          </p:nvSpPr>
          <p:spPr>
            <a:xfrm>
              <a:off x="6096000" y="34290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적재 구간</a:t>
              </a:r>
            </a:p>
          </p:txBody>
        </p:sp>
        <p:cxnSp>
          <p:nvCxnSpPr>
            <p:cNvPr id="86" name="PK 구분선"/>
            <p:cNvCxnSpPr/>
            <p:nvPr/>
          </p:nvCxnSpPr>
          <p:spPr>
            <a:xfrm>
              <a:off x="4472940" y="39014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87" name="PK 키"/>
            <p:cNvSpPr txBox="1"/>
            <p:nvPr/>
          </p:nvSpPr>
          <p:spPr>
            <a:xfrm>
              <a:off x="4488180" y="371856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88" name="PK 이름"/>
            <p:cNvSpPr txBox="1"/>
            <p:nvPr/>
          </p:nvSpPr>
          <p:spPr>
            <a:xfrm>
              <a:off x="4747260" y="37185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chunk_id</a:t>
              </a:r>
            </a:p>
          </p:txBody>
        </p:sp>
        <p:sp>
          <p:nvSpPr>
            <p:cNvPr id="89" name="PK 타입"/>
            <p:cNvSpPr txBox="1"/>
            <p:nvPr/>
          </p:nvSpPr>
          <p:spPr>
            <a:xfrm>
              <a:off x="6301740" y="37185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90" name="PK NN"/>
            <p:cNvSpPr txBox="1"/>
            <p:nvPr/>
          </p:nvSpPr>
          <p:spPr>
            <a:xfrm>
              <a:off x="7475220" y="37185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91" name="컬럼 키"/>
            <p:cNvSpPr txBox="1"/>
            <p:nvPr/>
          </p:nvSpPr>
          <p:spPr>
            <a:xfrm>
              <a:off x="4488180" y="3931920"/>
              <a:ext cx="259080" cy="1676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92" name="컬럼 이름"/>
            <p:cNvSpPr txBox="1"/>
            <p:nvPr/>
          </p:nvSpPr>
          <p:spPr>
            <a:xfrm>
              <a:off x="4747260" y="3931920"/>
              <a:ext cx="1874520" cy="1676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chunk_no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lower_bound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upper_bound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row_count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elapsed_ms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attempts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last_error</a:t>
              </a:r>
            </a:p>
          </p:txBody>
        </p:sp>
        <p:sp>
          <p:nvSpPr>
            <p:cNvPr id="93" name="컬럼 타입"/>
            <p:cNvSpPr txBox="1"/>
            <p:nvPr/>
          </p:nvSpPr>
          <p:spPr>
            <a:xfrm>
              <a:off x="6301740" y="3931920"/>
              <a:ext cx="1143000" cy="1676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jsonb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jsonb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94" name="컬럼 NN"/>
            <p:cNvSpPr txBox="1"/>
            <p:nvPr/>
          </p:nvSpPr>
          <p:spPr>
            <a:xfrm>
              <a:off x="7475220" y="3931920"/>
              <a:ext cx="228600" cy="1676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95" name="엔터티 job_table"/>
          <p:cNvGrpSpPr/>
          <p:nvPr/>
        </p:nvGrpSpPr>
        <p:grpSpPr>
          <a:xfrm>
            <a:off x="8412480" y="975360"/>
            <a:ext cx="3398520" cy="2987040"/>
            <a:chOff x="8412480" y="975360"/>
            <a:chExt cx="3398520" cy="2987040"/>
          </a:xfrm>
        </p:grpSpPr>
        <p:sp>
          <p:nvSpPr>
            <p:cNvPr id="96" name="테두리"/>
            <p:cNvSpPr/>
            <p:nvPr/>
          </p:nvSpPr>
          <p:spPr>
            <a:xfrm>
              <a:off x="8412480" y="975360"/>
              <a:ext cx="3398520" cy="2987040"/>
            </a:xfrm>
            <a:prstGeom prst="roundRect">
              <a:avLst>
                <a:gd name="adj" fmla="val 2551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머리"/>
            <p:cNvSpPr/>
            <p:nvPr/>
          </p:nvSpPr>
          <p:spPr>
            <a:xfrm>
              <a:off x="842010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8" name="머리 선"/>
            <p:cNvCxnSpPr/>
            <p:nvPr/>
          </p:nvCxnSpPr>
          <p:spPr>
            <a:xfrm>
              <a:off x="841248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99" name="테이블 이름"/>
            <p:cNvSpPr txBox="1"/>
            <p:nvPr/>
          </p:nvSpPr>
          <p:spPr>
            <a:xfrm>
              <a:off x="851916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job_table</a:t>
              </a:r>
            </a:p>
          </p:txBody>
        </p:sp>
        <p:sp>
          <p:nvSpPr>
            <p:cNvPr id="100" name="한글 이름"/>
            <p:cNvSpPr txBox="1"/>
            <p:nvPr/>
          </p:nvSpPr>
          <p:spPr>
            <a:xfrm>
              <a:off x="1011174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 테이블</a:t>
              </a:r>
            </a:p>
          </p:txBody>
        </p:sp>
        <p:cxnSp>
          <p:nvCxnSpPr>
            <p:cNvPr id="101" name="PK 구분선"/>
            <p:cNvCxnSpPr/>
            <p:nvPr/>
          </p:nvCxnSpPr>
          <p:spPr>
            <a:xfrm>
              <a:off x="848868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02" name="PK 키"/>
            <p:cNvSpPr txBox="1"/>
            <p:nvPr/>
          </p:nvSpPr>
          <p:spPr>
            <a:xfrm>
              <a:off x="850392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03" name="PK 이름"/>
            <p:cNvSpPr txBox="1"/>
            <p:nvPr/>
          </p:nvSpPr>
          <p:spPr>
            <a:xfrm>
              <a:off x="876300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</p:txBody>
        </p:sp>
        <p:sp>
          <p:nvSpPr>
            <p:cNvPr id="104" name="PK 타입"/>
            <p:cNvSpPr txBox="1"/>
            <p:nvPr/>
          </p:nvSpPr>
          <p:spPr>
            <a:xfrm>
              <a:off x="1031748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05" name="PK NN"/>
            <p:cNvSpPr txBox="1"/>
            <p:nvPr/>
          </p:nvSpPr>
          <p:spPr>
            <a:xfrm>
              <a:off x="1149096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06" name="컬럼 키"/>
            <p:cNvSpPr txBox="1"/>
            <p:nvPr/>
          </p:nvSpPr>
          <p:spPr>
            <a:xfrm>
              <a:off x="8503920" y="1478280"/>
              <a:ext cx="259080" cy="2438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U1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U1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U2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U2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07" name="컬럼 이름"/>
            <p:cNvSpPr txBox="1"/>
            <p:nvPr/>
          </p:nvSpPr>
          <p:spPr>
            <a:xfrm>
              <a:off x="8763000" y="1478280"/>
              <a:ext cx="1874520" cy="2438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src_schema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src_table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tgt_schema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tgt_table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has_pk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rows_estimate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rows_loaded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load_started_at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load_finished_at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last_error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applied_commit_lsn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applied_change_lsn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applied_event_serial_no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changes_applied</a:t>
              </a:r>
            </a:p>
          </p:txBody>
        </p:sp>
        <p:sp>
          <p:nvSpPr>
            <p:cNvPr id="108" name="컬럼 타입"/>
            <p:cNvSpPr txBox="1"/>
            <p:nvPr/>
          </p:nvSpPr>
          <p:spPr>
            <a:xfrm>
              <a:off x="10317480" y="1478280"/>
              <a:ext cx="1143000" cy="2438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varchar(63)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varchar(63)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boolean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09" name="컬럼 NN"/>
            <p:cNvSpPr txBox="1"/>
            <p:nvPr/>
          </p:nvSpPr>
          <p:spPr>
            <a:xfrm>
              <a:off x="11490960" y="1478280"/>
              <a:ext cx="228600" cy="2438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sp>
        <p:nvSpPr>
          <p:cNvPr id="110" name="블록 Debezium 표 2개 (FK 없음)"/>
          <p:cNvSpPr/>
          <p:nvPr/>
        </p:nvSpPr>
        <p:spPr>
          <a:xfrm>
            <a:off x="8412480" y="4267200"/>
            <a:ext cx="3398520" cy="883920"/>
          </a:xfrm>
          <a:prstGeom prst="roundRect">
            <a:avLst>
              <a:gd name="adj" fmla="val 10344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60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Debezium 표 2개 (FK 없음)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debezium_offset_&lt;job_id&gt;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debezium_schema_history_&lt;job_id&gt;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Debezium 이 만든다 · database.md §2.13</a:t>
            </a:r>
          </a:p>
        </p:txBody>
      </p:sp>
      <p:sp>
        <p:nvSpPr>
          <p:cNvPr id="111" name="범례"/>
          <p:cNvSpPr/>
          <p:nvPr/>
        </p:nvSpPr>
        <p:spPr>
          <a:xfrm>
            <a:off x="381000" y="6309360"/>
            <a:ext cx="6803898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113" name="범례 정확히 1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14" name="관계 기호"/>
          <p:cNvCxnSpPr/>
          <p:nvPr/>
        </p:nvCxnSpPr>
        <p:spPr>
          <a:xfrm flipV="1">
            <a:off x="118872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15" name="관계 기호"/>
          <p:cNvCxnSpPr/>
          <p:nvPr/>
        </p:nvCxnSpPr>
        <p:spPr>
          <a:xfrm flipV="1">
            <a:off x="113538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116" name="범례 글 정확히 1"/>
          <p:cNvSpPr txBox="1"/>
          <p:nvPr/>
        </p:nvSpPr>
        <p:spPr>
          <a:xfrm>
            <a:off x="1341120" y="6309360"/>
            <a:ext cx="683514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정확히 1</a:t>
            </a:r>
          </a:p>
        </p:txBody>
      </p:sp>
      <p:cxnSp>
        <p:nvCxnSpPr>
          <p:cNvPr id="117" name="범례 0 또는 1"/>
          <p:cNvCxnSpPr/>
          <p:nvPr/>
        </p:nvCxnSpPr>
        <p:spPr>
          <a:xfrm>
            <a:off x="210083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18" name="관계 기호"/>
          <p:cNvCxnSpPr/>
          <p:nvPr/>
        </p:nvCxnSpPr>
        <p:spPr>
          <a:xfrm flipV="1">
            <a:off x="2375154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119" name="관계 기호 0"/>
          <p:cNvSpPr/>
          <p:nvPr/>
        </p:nvSpPr>
        <p:spPr>
          <a:xfrm>
            <a:off x="2222754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범례 글 0 또는 1"/>
          <p:cNvSpPr txBox="1"/>
          <p:nvPr/>
        </p:nvSpPr>
        <p:spPr>
          <a:xfrm>
            <a:off x="2527554" y="6309360"/>
            <a:ext cx="696468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또는 1</a:t>
            </a:r>
          </a:p>
        </p:txBody>
      </p:sp>
      <p:cxnSp>
        <p:nvCxnSpPr>
          <p:cNvPr id="121" name="범례 0 이상 (N)"/>
          <p:cNvCxnSpPr/>
          <p:nvPr/>
        </p:nvCxnSpPr>
        <p:spPr>
          <a:xfrm>
            <a:off x="3300222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22" name="관계 기호"/>
          <p:cNvCxnSpPr/>
          <p:nvPr/>
        </p:nvCxnSpPr>
        <p:spPr>
          <a:xfrm>
            <a:off x="3528822" y="650748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23" name="관계 기호"/>
          <p:cNvCxnSpPr/>
          <p:nvPr/>
        </p:nvCxnSpPr>
        <p:spPr>
          <a:xfrm>
            <a:off x="3528822" y="6507480"/>
            <a:ext cx="1219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24" name="관계 기호"/>
          <p:cNvCxnSpPr/>
          <p:nvPr/>
        </p:nvCxnSpPr>
        <p:spPr>
          <a:xfrm flipV="1">
            <a:off x="3528822" y="643890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125" name="관계 기호 0"/>
          <p:cNvSpPr/>
          <p:nvPr/>
        </p:nvSpPr>
        <p:spPr>
          <a:xfrm>
            <a:off x="3391662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범례 글 0 이상 (N)"/>
          <p:cNvSpPr txBox="1"/>
          <p:nvPr/>
        </p:nvSpPr>
        <p:spPr>
          <a:xfrm>
            <a:off x="3726942" y="6309360"/>
            <a:ext cx="838962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이상 (N)</a:t>
            </a:r>
          </a:p>
        </p:txBody>
      </p:sp>
      <p:cxnSp>
        <p:nvCxnSpPr>
          <p:cNvPr id="127" name="범례 식별 관계"/>
          <p:cNvCxnSpPr/>
          <p:nvPr/>
        </p:nvCxnSpPr>
        <p:spPr>
          <a:xfrm>
            <a:off x="464210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128" name="범례 글 식별 관계"/>
          <p:cNvSpPr txBox="1"/>
          <p:nvPr/>
        </p:nvSpPr>
        <p:spPr>
          <a:xfrm>
            <a:off x="5068824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식별 관계</a:t>
            </a:r>
          </a:p>
        </p:txBody>
      </p:sp>
      <p:cxnSp>
        <p:nvCxnSpPr>
          <p:cNvPr id="129" name="범례 비식별 관계"/>
          <p:cNvCxnSpPr/>
          <p:nvPr/>
        </p:nvCxnSpPr>
        <p:spPr>
          <a:xfrm>
            <a:off x="5886831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  <a:prstDash val="dash"/>
          </a:ln>
        </p:spPr>
      </p:cxnSp>
      <p:sp>
        <p:nvSpPr>
          <p:cNvPr id="130" name="범례 글 비식별 관계"/>
          <p:cNvSpPr txBox="1"/>
          <p:nvPr/>
        </p:nvSpPr>
        <p:spPr>
          <a:xfrm>
            <a:off x="6313551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비식별 관계</a:t>
            </a:r>
          </a:p>
        </p:txBody>
      </p:sp>
      <p:sp>
        <p:nvSpPr>
          <p:cNvPr id="131" name="설명"/>
          <p:cNvSpPr txBox="1"/>
          <p:nvPr/>
        </p:nvSpPr>
        <p:spPr>
          <a:xfrm>
            <a:off x="6985254" y="6347460"/>
            <a:ext cx="482574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U1 · U2 = job_id 를 포함한 복합 UK · UK = FK 컬럼을 포함한 복합 UK</a:t>
            </a:r>
          </a:p>
        </p:txBody>
      </p:sp>
      <p:sp>
        <p:nvSpPr>
          <p:cNvPr id="132" name="설명"/>
          <p:cNvSpPr txBox="1"/>
          <p:nvPr/>
        </p:nvSpPr>
        <p:spPr>
          <a:xfrm>
            <a:off x="8410194" y="6537960"/>
            <a:ext cx="340080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는 모두 ON DELETE CASCADE · NN = NOT NULL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관리 테이블 물리 ERD (2/2) 검증·전환·기록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점선 테두리 = 1장 엔터티를 참조로 다시 그림(PK 만) · 컬럼 정의는 docs/database.md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KDMS-D05 · v0.2 · 2026-10-09 · 2/2</a:t>
            </a:r>
          </a:p>
        </p:txBody>
      </p:sp>
      <p:grpSp>
        <p:nvGrpSpPr>
          <p:cNvPr id="6" name="관계 job → verify_run"/>
          <p:cNvGrpSpPr/>
          <p:nvPr/>
        </p:nvGrpSpPr>
        <p:grpSpPr>
          <a:xfrm>
            <a:off x="3779520" y="1287780"/>
            <a:ext cx="617220" cy="137160"/>
            <a:chOff x="3779520" y="1287780"/>
            <a:chExt cx="617220" cy="137160"/>
          </a:xfrm>
        </p:grpSpPr>
        <p:sp>
          <p:nvSpPr>
            <p:cNvPr id="7" name="관계선"/>
            <p:cNvSpPr/>
            <p:nvPr/>
          </p:nvSpPr>
          <p:spPr>
            <a:xfrm>
              <a:off x="3779520" y="135636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6172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관계 기호"/>
            <p:cNvCxnSpPr/>
            <p:nvPr/>
          </p:nvCxnSpPr>
          <p:spPr>
            <a:xfrm flipV="1">
              <a:off x="4320540" y="1295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" name="관계 기호"/>
            <p:cNvCxnSpPr/>
            <p:nvPr/>
          </p:nvCxnSpPr>
          <p:spPr>
            <a:xfrm flipV="1">
              <a:off x="4267200" y="1295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0" name="관계 기호"/>
            <p:cNvCxnSpPr/>
            <p:nvPr/>
          </p:nvCxnSpPr>
          <p:spPr>
            <a:xfrm flipH="1" flipV="1">
              <a:off x="3779520" y="12877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1" name="관계 기호"/>
            <p:cNvCxnSpPr/>
            <p:nvPr/>
          </p:nvCxnSpPr>
          <p:spPr>
            <a:xfrm flipH="1">
              <a:off x="3779520" y="13563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2" name="관계 기호"/>
            <p:cNvCxnSpPr/>
            <p:nvPr/>
          </p:nvCxnSpPr>
          <p:spPr>
            <a:xfrm flipH="1">
              <a:off x="3779520" y="13563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13" name="관계 기호 0"/>
            <p:cNvSpPr/>
            <p:nvPr/>
          </p:nvSpPr>
          <p:spPr>
            <a:xfrm>
              <a:off x="3947160" y="13106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관계 job → cutover_run"/>
          <p:cNvGrpSpPr/>
          <p:nvPr/>
        </p:nvGrpSpPr>
        <p:grpSpPr>
          <a:xfrm>
            <a:off x="7795260" y="1287780"/>
            <a:ext cx="617220" cy="137160"/>
            <a:chOff x="7795260" y="1287780"/>
            <a:chExt cx="617220" cy="137160"/>
          </a:xfrm>
        </p:grpSpPr>
        <p:sp>
          <p:nvSpPr>
            <p:cNvPr id="15" name="관계선"/>
            <p:cNvSpPr/>
            <p:nvPr/>
          </p:nvSpPr>
          <p:spPr>
            <a:xfrm>
              <a:off x="7795260" y="135636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0" y="0"/>
                  </a:moveTo>
                  <a:lnTo>
                    <a:pt x="61722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관계 기호"/>
            <p:cNvCxnSpPr/>
            <p:nvPr/>
          </p:nvCxnSpPr>
          <p:spPr>
            <a:xfrm>
              <a:off x="7871460" y="1295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7" name="관계 기호"/>
            <p:cNvCxnSpPr/>
            <p:nvPr/>
          </p:nvCxnSpPr>
          <p:spPr>
            <a:xfrm>
              <a:off x="7924800" y="1295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8" name="관계 기호"/>
            <p:cNvCxnSpPr/>
            <p:nvPr/>
          </p:nvCxnSpPr>
          <p:spPr>
            <a:xfrm>
              <a:off x="8290560" y="13563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9" name="관계 기호"/>
            <p:cNvCxnSpPr/>
            <p:nvPr/>
          </p:nvCxnSpPr>
          <p:spPr>
            <a:xfrm>
              <a:off x="8290560" y="13563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0" name="관계 기호"/>
            <p:cNvCxnSpPr/>
            <p:nvPr/>
          </p:nvCxnSpPr>
          <p:spPr>
            <a:xfrm flipV="1">
              <a:off x="8290560" y="12877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1" name="관계 기호 0"/>
            <p:cNvSpPr/>
            <p:nvPr/>
          </p:nvSpPr>
          <p:spPr>
            <a:xfrm>
              <a:off x="8153400" y="13106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" name="관계 job → event_log"/>
          <p:cNvGrpSpPr/>
          <p:nvPr/>
        </p:nvGrpSpPr>
        <p:grpSpPr>
          <a:xfrm>
            <a:off x="6027420" y="1676400"/>
            <a:ext cx="137160" cy="533400"/>
            <a:chOff x="6027420" y="1676400"/>
            <a:chExt cx="137160" cy="533400"/>
          </a:xfrm>
        </p:grpSpPr>
        <p:sp>
          <p:nvSpPr>
            <p:cNvPr id="23" name="관계선"/>
            <p:cNvSpPr/>
            <p:nvPr/>
          </p:nvSpPr>
          <p:spPr>
            <a:xfrm>
              <a:off x="6096000" y="1676400"/>
              <a:ext cx="0" cy="533400"/>
            </a:xfrm>
            <a:custGeom>
              <a:avLst/>
              <a:gdLst/>
              <a:ahLst/>
              <a:cxnLst/>
              <a:rect l="l" t="t" r="r" b="b"/>
              <a:pathLst>
                <a:path w="0" h="533400">
                  <a:moveTo>
                    <a:pt x="0" y="0"/>
                  </a:moveTo>
                  <a:lnTo>
                    <a:pt x="0" y="53340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관계 기호"/>
            <p:cNvCxnSpPr/>
            <p:nvPr/>
          </p:nvCxnSpPr>
          <p:spPr>
            <a:xfrm flipH="1">
              <a:off x="6035040" y="17526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5" name="관계 기호 0"/>
            <p:cNvSpPr/>
            <p:nvPr/>
          </p:nvSpPr>
          <p:spPr>
            <a:xfrm>
              <a:off x="6050280" y="181356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관계 기호"/>
            <p:cNvCxnSpPr/>
            <p:nvPr/>
          </p:nvCxnSpPr>
          <p:spPr>
            <a:xfrm flipH="1">
              <a:off x="6027420" y="20878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7" name="관계 기호"/>
            <p:cNvCxnSpPr/>
            <p:nvPr/>
          </p:nvCxnSpPr>
          <p:spPr>
            <a:xfrm>
              <a:off x="6096000" y="208788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8" name="관계 기호"/>
            <p:cNvCxnSpPr/>
            <p:nvPr/>
          </p:nvCxnSpPr>
          <p:spPr>
            <a:xfrm>
              <a:off x="6096000" y="20878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9" name="관계 기호 0"/>
            <p:cNvSpPr/>
            <p:nvPr/>
          </p:nvSpPr>
          <p:spPr>
            <a:xfrm>
              <a:off x="6050280" y="195072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관계 verify_run → verify_result"/>
          <p:cNvGrpSpPr/>
          <p:nvPr/>
        </p:nvGrpSpPr>
        <p:grpSpPr>
          <a:xfrm>
            <a:off x="2011680" y="2286000"/>
            <a:ext cx="137160" cy="533400"/>
            <a:chOff x="2011680" y="2286000"/>
            <a:chExt cx="137160" cy="533400"/>
          </a:xfrm>
        </p:grpSpPr>
        <p:sp>
          <p:nvSpPr>
            <p:cNvPr id="31" name="관계선"/>
            <p:cNvSpPr/>
            <p:nvPr/>
          </p:nvSpPr>
          <p:spPr>
            <a:xfrm>
              <a:off x="2080260" y="2286000"/>
              <a:ext cx="0" cy="533400"/>
            </a:xfrm>
            <a:custGeom>
              <a:avLst/>
              <a:gdLst/>
              <a:ahLst/>
              <a:cxnLst/>
              <a:rect l="l" t="t" r="r" b="b"/>
              <a:pathLst>
                <a:path w="0" h="533400">
                  <a:moveTo>
                    <a:pt x="0" y="0"/>
                  </a:moveTo>
                  <a:lnTo>
                    <a:pt x="0" y="53340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관계 기호"/>
            <p:cNvCxnSpPr/>
            <p:nvPr/>
          </p:nvCxnSpPr>
          <p:spPr>
            <a:xfrm flipH="1">
              <a:off x="2019300" y="23622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3" name="관계 기호"/>
            <p:cNvCxnSpPr/>
            <p:nvPr/>
          </p:nvCxnSpPr>
          <p:spPr>
            <a:xfrm flipH="1">
              <a:off x="2019300" y="24155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4" name="관계 기호"/>
            <p:cNvCxnSpPr/>
            <p:nvPr/>
          </p:nvCxnSpPr>
          <p:spPr>
            <a:xfrm flipH="1">
              <a:off x="2011680" y="26974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5" name="관계 기호"/>
            <p:cNvCxnSpPr/>
            <p:nvPr/>
          </p:nvCxnSpPr>
          <p:spPr>
            <a:xfrm>
              <a:off x="2080260" y="269748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6" name="관계 기호"/>
            <p:cNvCxnSpPr/>
            <p:nvPr/>
          </p:nvCxnSpPr>
          <p:spPr>
            <a:xfrm>
              <a:off x="2080260" y="26974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37" name="관계 기호 0"/>
            <p:cNvSpPr/>
            <p:nvPr/>
          </p:nvSpPr>
          <p:spPr>
            <a:xfrm>
              <a:off x="2034540" y="256032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" name="관계 job_table → verify_result"/>
          <p:cNvGrpSpPr/>
          <p:nvPr/>
        </p:nvGrpSpPr>
        <p:grpSpPr>
          <a:xfrm>
            <a:off x="2011680" y="4587240"/>
            <a:ext cx="137160" cy="533400"/>
            <a:chOff x="2011680" y="4587240"/>
            <a:chExt cx="137160" cy="533400"/>
          </a:xfrm>
        </p:grpSpPr>
        <p:sp>
          <p:nvSpPr>
            <p:cNvPr id="39" name="관계선"/>
            <p:cNvSpPr/>
            <p:nvPr/>
          </p:nvSpPr>
          <p:spPr>
            <a:xfrm>
              <a:off x="2080260" y="4587240"/>
              <a:ext cx="0" cy="533400"/>
            </a:xfrm>
            <a:custGeom>
              <a:avLst/>
              <a:gdLst/>
              <a:ahLst/>
              <a:cxnLst/>
              <a:rect l="l" t="t" r="r" b="b"/>
              <a:pathLst>
                <a:path w="0" h="533400">
                  <a:moveTo>
                    <a:pt x="0" y="53340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관계 기호"/>
            <p:cNvCxnSpPr/>
            <p:nvPr/>
          </p:nvCxnSpPr>
          <p:spPr>
            <a:xfrm>
              <a:off x="2019300" y="50444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1" name="관계 기호"/>
            <p:cNvCxnSpPr/>
            <p:nvPr/>
          </p:nvCxnSpPr>
          <p:spPr>
            <a:xfrm>
              <a:off x="2019300" y="49911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2" name="관계 기호"/>
            <p:cNvCxnSpPr/>
            <p:nvPr/>
          </p:nvCxnSpPr>
          <p:spPr>
            <a:xfrm flipV="1">
              <a:off x="2080260" y="458724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3" name="관계 기호"/>
            <p:cNvCxnSpPr/>
            <p:nvPr/>
          </p:nvCxnSpPr>
          <p:spPr>
            <a:xfrm flipV="1">
              <a:off x="2080260" y="45872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4" name="관계 기호"/>
            <p:cNvCxnSpPr/>
            <p:nvPr/>
          </p:nvCxnSpPr>
          <p:spPr>
            <a:xfrm flipH="1" flipV="1">
              <a:off x="2011680" y="458724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45" name="관계 기호 0"/>
            <p:cNvSpPr/>
            <p:nvPr/>
          </p:nvSpPr>
          <p:spPr>
            <a:xfrm>
              <a:off x="2034540" y="475488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" name="관계 verify_run → verify_row_diff"/>
          <p:cNvGrpSpPr/>
          <p:nvPr/>
        </p:nvGrpSpPr>
        <p:grpSpPr>
          <a:xfrm>
            <a:off x="3779520" y="1996440"/>
            <a:ext cx="617220" cy="2430780"/>
            <a:chOff x="3779520" y="1996440"/>
            <a:chExt cx="617220" cy="2430780"/>
          </a:xfrm>
        </p:grpSpPr>
        <p:sp>
          <p:nvSpPr>
            <p:cNvPr id="47" name="관계선"/>
            <p:cNvSpPr/>
            <p:nvPr/>
          </p:nvSpPr>
          <p:spPr>
            <a:xfrm>
              <a:off x="3779520" y="2057400"/>
              <a:ext cx="617220" cy="2301240"/>
            </a:xfrm>
            <a:custGeom>
              <a:avLst/>
              <a:gdLst/>
              <a:ahLst/>
              <a:cxnLst/>
              <a:rect l="l" t="t" r="r" b="b"/>
              <a:pathLst>
                <a:path w="617220" h="2301240">
                  <a:moveTo>
                    <a:pt x="0" y="0"/>
                  </a:moveTo>
                  <a:lnTo>
                    <a:pt x="182880" y="0"/>
                  </a:lnTo>
                  <a:lnTo>
                    <a:pt x="182880" y="2301240"/>
                  </a:lnTo>
                  <a:lnTo>
                    <a:pt x="617220" y="230124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8" name="관계 기호"/>
            <p:cNvCxnSpPr/>
            <p:nvPr/>
          </p:nvCxnSpPr>
          <p:spPr>
            <a:xfrm>
              <a:off x="3855720" y="19964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9" name="관계 기호"/>
            <p:cNvCxnSpPr/>
            <p:nvPr/>
          </p:nvCxnSpPr>
          <p:spPr>
            <a:xfrm>
              <a:off x="3909060" y="19964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0" name="관계 기호"/>
            <p:cNvCxnSpPr/>
            <p:nvPr/>
          </p:nvCxnSpPr>
          <p:spPr>
            <a:xfrm>
              <a:off x="4274820" y="435864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1" name="관계 기호"/>
            <p:cNvCxnSpPr/>
            <p:nvPr/>
          </p:nvCxnSpPr>
          <p:spPr>
            <a:xfrm>
              <a:off x="4274820" y="43586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2" name="관계 기호"/>
            <p:cNvCxnSpPr/>
            <p:nvPr/>
          </p:nvCxnSpPr>
          <p:spPr>
            <a:xfrm flipV="1">
              <a:off x="4274820" y="42900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53" name="관계 기호 0"/>
            <p:cNvSpPr/>
            <p:nvPr/>
          </p:nvSpPr>
          <p:spPr>
            <a:xfrm>
              <a:off x="4137660" y="431292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" name="관계 job_table → verify_row_diff"/>
          <p:cNvGrpSpPr/>
          <p:nvPr/>
        </p:nvGrpSpPr>
        <p:grpSpPr>
          <a:xfrm>
            <a:off x="3779520" y="4914900"/>
            <a:ext cx="617220" cy="617220"/>
            <a:chOff x="3779520" y="4914900"/>
            <a:chExt cx="617220" cy="617220"/>
          </a:xfrm>
        </p:grpSpPr>
        <p:sp>
          <p:nvSpPr>
            <p:cNvPr id="55" name="관계선"/>
            <p:cNvSpPr/>
            <p:nvPr/>
          </p:nvSpPr>
          <p:spPr>
            <a:xfrm>
              <a:off x="3779520" y="4983480"/>
              <a:ext cx="617220" cy="487680"/>
            </a:xfrm>
            <a:custGeom>
              <a:avLst/>
              <a:gdLst/>
              <a:ahLst/>
              <a:cxnLst/>
              <a:rect l="l" t="t" r="r" b="b"/>
              <a:pathLst>
                <a:path w="617220" h="487680">
                  <a:moveTo>
                    <a:pt x="0" y="487680"/>
                  </a:moveTo>
                  <a:lnTo>
                    <a:pt x="396240" y="487680"/>
                  </a:lnTo>
                  <a:lnTo>
                    <a:pt x="396240" y="0"/>
                  </a:lnTo>
                  <a:lnTo>
                    <a:pt x="61722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6" name="관계 기호"/>
            <p:cNvCxnSpPr/>
            <p:nvPr/>
          </p:nvCxnSpPr>
          <p:spPr>
            <a:xfrm>
              <a:off x="3855720" y="54102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7" name="관계 기호"/>
            <p:cNvCxnSpPr/>
            <p:nvPr/>
          </p:nvCxnSpPr>
          <p:spPr>
            <a:xfrm>
              <a:off x="3909060" y="54102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8" name="관계 기호"/>
            <p:cNvCxnSpPr/>
            <p:nvPr/>
          </p:nvCxnSpPr>
          <p:spPr>
            <a:xfrm>
              <a:off x="4274820" y="49834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9" name="관계 기호"/>
            <p:cNvCxnSpPr/>
            <p:nvPr/>
          </p:nvCxnSpPr>
          <p:spPr>
            <a:xfrm>
              <a:off x="4274820" y="498348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0" name="관계 기호"/>
            <p:cNvCxnSpPr/>
            <p:nvPr/>
          </p:nvCxnSpPr>
          <p:spPr>
            <a:xfrm flipV="1">
              <a:off x="4274820" y="491490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61" name="관계 기호 0"/>
            <p:cNvSpPr/>
            <p:nvPr/>
          </p:nvSpPr>
          <p:spPr>
            <a:xfrm>
              <a:off x="4137660" y="493776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" name="관계 cutover_run → cutover_step"/>
          <p:cNvGrpSpPr/>
          <p:nvPr/>
        </p:nvGrpSpPr>
        <p:grpSpPr>
          <a:xfrm>
            <a:off x="10043160" y="2743200"/>
            <a:ext cx="137160" cy="533400"/>
            <a:chOff x="10043160" y="2743200"/>
            <a:chExt cx="137160" cy="533400"/>
          </a:xfrm>
        </p:grpSpPr>
        <p:sp>
          <p:nvSpPr>
            <p:cNvPr id="63" name="관계선"/>
            <p:cNvSpPr/>
            <p:nvPr/>
          </p:nvSpPr>
          <p:spPr>
            <a:xfrm>
              <a:off x="10111740" y="2743200"/>
              <a:ext cx="0" cy="533400"/>
            </a:xfrm>
            <a:custGeom>
              <a:avLst/>
              <a:gdLst/>
              <a:ahLst/>
              <a:cxnLst/>
              <a:rect l="l" t="t" r="r" b="b"/>
              <a:pathLst>
                <a:path w="0" h="533400">
                  <a:moveTo>
                    <a:pt x="0" y="0"/>
                  </a:moveTo>
                  <a:lnTo>
                    <a:pt x="0" y="533400"/>
                  </a:lnTo>
                </a:path>
              </a:pathLst>
            </a:custGeom>
            <a:noFill/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관계 기호"/>
            <p:cNvCxnSpPr/>
            <p:nvPr/>
          </p:nvCxnSpPr>
          <p:spPr>
            <a:xfrm flipH="1">
              <a:off x="10050780" y="28194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5" name="관계 기호"/>
            <p:cNvCxnSpPr/>
            <p:nvPr/>
          </p:nvCxnSpPr>
          <p:spPr>
            <a:xfrm flipH="1">
              <a:off x="10050780" y="28727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6" name="관계 기호"/>
            <p:cNvCxnSpPr/>
            <p:nvPr/>
          </p:nvCxnSpPr>
          <p:spPr>
            <a:xfrm flipH="1">
              <a:off x="10043160" y="31546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7" name="관계 기호"/>
            <p:cNvCxnSpPr/>
            <p:nvPr/>
          </p:nvCxnSpPr>
          <p:spPr>
            <a:xfrm>
              <a:off x="10111740" y="315468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8" name="관계 기호"/>
            <p:cNvCxnSpPr/>
            <p:nvPr/>
          </p:nvCxnSpPr>
          <p:spPr>
            <a:xfrm>
              <a:off x="10111740" y="31546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69" name="관계 기호 0"/>
            <p:cNvSpPr/>
            <p:nvPr/>
          </p:nvSpPr>
          <p:spPr>
            <a:xfrm>
              <a:off x="10066020" y="301752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엔터티 verify_run"/>
          <p:cNvGrpSpPr/>
          <p:nvPr/>
        </p:nvGrpSpPr>
        <p:grpSpPr>
          <a:xfrm>
            <a:off x="381000" y="975360"/>
            <a:ext cx="3398520" cy="1310640"/>
            <a:chOff x="381000" y="975360"/>
            <a:chExt cx="3398520" cy="1310640"/>
          </a:xfrm>
        </p:grpSpPr>
        <p:sp>
          <p:nvSpPr>
            <p:cNvPr id="71" name="테두리"/>
            <p:cNvSpPr/>
            <p:nvPr/>
          </p:nvSpPr>
          <p:spPr>
            <a:xfrm>
              <a:off x="381000" y="975360"/>
              <a:ext cx="3398520" cy="1310640"/>
            </a:xfrm>
            <a:prstGeom prst="roundRect">
              <a:avLst>
                <a:gd name="adj" fmla="val 5813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머리"/>
            <p:cNvSpPr/>
            <p:nvPr/>
          </p:nvSpPr>
          <p:spPr>
            <a:xfrm>
              <a:off x="38862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3" name="머리 선"/>
            <p:cNvCxnSpPr/>
            <p:nvPr/>
          </p:nvCxnSpPr>
          <p:spPr>
            <a:xfrm>
              <a:off x="38100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74" name="테이블 이름"/>
            <p:cNvSpPr txBox="1"/>
            <p:nvPr/>
          </p:nvSpPr>
          <p:spPr>
            <a:xfrm>
              <a:off x="48768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verify_run</a:t>
              </a:r>
            </a:p>
          </p:txBody>
        </p:sp>
        <p:sp>
          <p:nvSpPr>
            <p:cNvPr id="75" name="한글 이름"/>
            <p:cNvSpPr txBox="1"/>
            <p:nvPr/>
          </p:nvSpPr>
          <p:spPr>
            <a:xfrm>
              <a:off x="208026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검증 실행</a:t>
              </a:r>
            </a:p>
          </p:txBody>
        </p:sp>
        <p:cxnSp>
          <p:nvCxnSpPr>
            <p:cNvPr id="76" name="PK 구분선"/>
            <p:cNvCxnSpPr/>
            <p:nvPr/>
          </p:nvCxnSpPr>
          <p:spPr>
            <a:xfrm>
              <a:off x="45720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77" name="PK 키"/>
            <p:cNvSpPr txBox="1"/>
            <p:nvPr/>
          </p:nvSpPr>
          <p:spPr>
            <a:xfrm>
              <a:off x="47244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78" name="PK 이름"/>
            <p:cNvSpPr txBox="1"/>
            <p:nvPr/>
          </p:nvSpPr>
          <p:spPr>
            <a:xfrm>
              <a:off x="73152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run_id</a:t>
              </a:r>
            </a:p>
          </p:txBody>
        </p:sp>
        <p:sp>
          <p:nvSpPr>
            <p:cNvPr id="79" name="PK 타입"/>
            <p:cNvSpPr txBox="1"/>
            <p:nvPr/>
          </p:nvSpPr>
          <p:spPr>
            <a:xfrm>
              <a:off x="228600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80" name="PK NN"/>
            <p:cNvSpPr txBox="1"/>
            <p:nvPr/>
          </p:nvSpPr>
          <p:spPr>
            <a:xfrm>
              <a:off x="345948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81" name="컬럼 키"/>
            <p:cNvSpPr txBox="1"/>
            <p:nvPr/>
          </p:nvSpPr>
          <p:spPr>
            <a:xfrm>
              <a:off x="472440" y="1478280"/>
              <a:ext cx="25908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82" name="컬럼 이름"/>
            <p:cNvSpPr txBox="1"/>
            <p:nvPr/>
          </p:nvSpPr>
          <p:spPr>
            <a:xfrm>
              <a:off x="731520" y="1478280"/>
              <a:ext cx="187452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checks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mismatches</a:t>
              </a:r>
            </a:p>
          </p:txBody>
        </p:sp>
        <p:sp>
          <p:nvSpPr>
            <p:cNvPr id="83" name="컬럼 타입"/>
            <p:cNvSpPr txBox="1"/>
            <p:nvPr/>
          </p:nvSpPr>
          <p:spPr>
            <a:xfrm>
              <a:off x="2286000" y="1478280"/>
              <a:ext cx="11430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</p:txBody>
        </p:sp>
        <p:sp>
          <p:nvSpPr>
            <p:cNvPr id="84" name="컬럼 NN"/>
            <p:cNvSpPr txBox="1"/>
            <p:nvPr/>
          </p:nvSpPr>
          <p:spPr>
            <a:xfrm>
              <a:off x="3459480" y="1478280"/>
              <a:ext cx="2286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85" name="엔터티 verify_result"/>
          <p:cNvGrpSpPr/>
          <p:nvPr/>
        </p:nvGrpSpPr>
        <p:grpSpPr>
          <a:xfrm>
            <a:off x="381000" y="2819400"/>
            <a:ext cx="3398520" cy="1767840"/>
            <a:chOff x="381000" y="2819400"/>
            <a:chExt cx="3398520" cy="1767840"/>
          </a:xfrm>
        </p:grpSpPr>
        <p:sp>
          <p:nvSpPr>
            <p:cNvPr id="86" name="테두리"/>
            <p:cNvSpPr/>
            <p:nvPr/>
          </p:nvSpPr>
          <p:spPr>
            <a:xfrm>
              <a:off x="381000" y="2819400"/>
              <a:ext cx="3398520" cy="1767840"/>
            </a:xfrm>
            <a:prstGeom prst="roundRect">
              <a:avLst>
                <a:gd name="adj" fmla="val 4310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머리"/>
            <p:cNvSpPr/>
            <p:nvPr/>
          </p:nvSpPr>
          <p:spPr>
            <a:xfrm>
              <a:off x="388620" y="28270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8" name="머리 선"/>
            <p:cNvCxnSpPr/>
            <p:nvPr/>
          </p:nvCxnSpPr>
          <p:spPr>
            <a:xfrm>
              <a:off x="381000" y="30632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89" name="테이블 이름"/>
            <p:cNvSpPr txBox="1"/>
            <p:nvPr/>
          </p:nvSpPr>
          <p:spPr>
            <a:xfrm>
              <a:off x="487680" y="28194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verify_result</a:t>
              </a:r>
            </a:p>
          </p:txBody>
        </p:sp>
        <p:sp>
          <p:nvSpPr>
            <p:cNvPr id="90" name="한글 이름"/>
            <p:cNvSpPr txBox="1"/>
            <p:nvPr/>
          </p:nvSpPr>
          <p:spPr>
            <a:xfrm>
              <a:off x="2080260" y="28194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검사 항목 결과</a:t>
              </a:r>
            </a:p>
          </p:txBody>
        </p:sp>
        <p:cxnSp>
          <p:nvCxnSpPr>
            <p:cNvPr id="91" name="PK 구분선"/>
            <p:cNvCxnSpPr/>
            <p:nvPr/>
          </p:nvCxnSpPr>
          <p:spPr>
            <a:xfrm>
              <a:off x="457200" y="32918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92" name="PK 키"/>
            <p:cNvSpPr txBox="1"/>
            <p:nvPr/>
          </p:nvSpPr>
          <p:spPr>
            <a:xfrm>
              <a:off x="472440" y="310896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93" name="PK 이름"/>
            <p:cNvSpPr txBox="1"/>
            <p:nvPr/>
          </p:nvSpPr>
          <p:spPr>
            <a:xfrm>
              <a:off x="731520" y="31089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verify_id</a:t>
              </a:r>
            </a:p>
          </p:txBody>
        </p:sp>
        <p:sp>
          <p:nvSpPr>
            <p:cNvPr id="94" name="PK 타입"/>
            <p:cNvSpPr txBox="1"/>
            <p:nvPr/>
          </p:nvSpPr>
          <p:spPr>
            <a:xfrm>
              <a:off x="2286000" y="31089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95" name="PK NN"/>
            <p:cNvSpPr txBox="1"/>
            <p:nvPr/>
          </p:nvSpPr>
          <p:spPr>
            <a:xfrm>
              <a:off x="3459480" y="31089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96" name="컬럼 키"/>
            <p:cNvSpPr txBox="1"/>
            <p:nvPr/>
          </p:nvSpPr>
          <p:spPr>
            <a:xfrm>
              <a:off x="472440" y="3322320"/>
              <a:ext cx="25908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97" name="컬럼 이름"/>
            <p:cNvSpPr txBox="1"/>
            <p:nvPr/>
          </p:nvSpPr>
          <p:spPr>
            <a:xfrm>
              <a:off x="731520" y="3322320"/>
              <a:ext cx="187452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run_id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check_kind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check_target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src_value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tgt_value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matched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checked_at</a:t>
              </a:r>
            </a:p>
          </p:txBody>
        </p:sp>
        <p:sp>
          <p:nvSpPr>
            <p:cNvPr id="98" name="컬럼 타입"/>
            <p:cNvSpPr txBox="1"/>
            <p:nvPr/>
          </p:nvSpPr>
          <p:spPr>
            <a:xfrm>
              <a:off x="2286000" y="3322320"/>
              <a:ext cx="114300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boolean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</p:txBody>
        </p:sp>
        <p:sp>
          <p:nvSpPr>
            <p:cNvPr id="99" name="컬럼 NN"/>
            <p:cNvSpPr txBox="1"/>
            <p:nvPr/>
          </p:nvSpPr>
          <p:spPr>
            <a:xfrm>
              <a:off x="3459480" y="3322320"/>
              <a:ext cx="22860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100" name="엔터티 job_table"/>
          <p:cNvGrpSpPr/>
          <p:nvPr/>
        </p:nvGrpSpPr>
        <p:grpSpPr>
          <a:xfrm>
            <a:off x="381000" y="5120640"/>
            <a:ext cx="3398520" cy="701040"/>
            <a:chOff x="381000" y="5120640"/>
            <a:chExt cx="3398520" cy="701040"/>
          </a:xfrm>
        </p:grpSpPr>
        <p:sp>
          <p:nvSpPr>
            <p:cNvPr id="101" name="테두리"/>
            <p:cNvSpPr/>
            <p:nvPr/>
          </p:nvSpPr>
          <p:spPr>
            <a:xfrm>
              <a:off x="381000" y="5120640"/>
              <a:ext cx="3398520" cy="701040"/>
            </a:xfrm>
            <a:prstGeom prst="roundRect">
              <a:avLst>
                <a:gd name="adj" fmla="val 10869"/>
              </a:avLst>
            </a:prstGeom>
            <a:solidFill>
              <a:srgbClr val="FFFFFF"/>
            </a:solidFill>
            <a:ln w="13716">
              <a:solidFill>
                <a:srgbClr val="9DD3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머리"/>
            <p:cNvSpPr/>
            <p:nvPr/>
          </p:nvSpPr>
          <p:spPr>
            <a:xfrm>
              <a:off x="388620" y="512826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EE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머리 선"/>
            <p:cNvCxnSpPr/>
            <p:nvPr/>
          </p:nvCxnSpPr>
          <p:spPr>
            <a:xfrm>
              <a:off x="381000" y="5364480"/>
              <a:ext cx="33985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04" name="테이블 이름"/>
            <p:cNvSpPr txBox="1"/>
            <p:nvPr/>
          </p:nvSpPr>
          <p:spPr>
            <a:xfrm>
              <a:off x="487680" y="512064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job_table</a:t>
              </a:r>
            </a:p>
          </p:txBody>
        </p:sp>
        <p:sp>
          <p:nvSpPr>
            <p:cNvPr id="105" name="한글 이름"/>
            <p:cNvSpPr txBox="1"/>
            <p:nvPr/>
          </p:nvSpPr>
          <p:spPr>
            <a:xfrm>
              <a:off x="2080260" y="512064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 테이블</a:t>
              </a:r>
            </a:p>
          </p:txBody>
        </p:sp>
        <p:cxnSp>
          <p:nvCxnSpPr>
            <p:cNvPr id="106" name="PK 구분선"/>
            <p:cNvCxnSpPr/>
            <p:nvPr/>
          </p:nvCxnSpPr>
          <p:spPr>
            <a:xfrm>
              <a:off x="457200" y="559308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07" name="PK 키"/>
            <p:cNvSpPr txBox="1"/>
            <p:nvPr/>
          </p:nvSpPr>
          <p:spPr>
            <a:xfrm>
              <a:off x="472440" y="541020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08" name="PK 이름"/>
            <p:cNvSpPr txBox="1"/>
            <p:nvPr/>
          </p:nvSpPr>
          <p:spPr>
            <a:xfrm>
              <a:off x="731520" y="541020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</p:txBody>
        </p:sp>
        <p:sp>
          <p:nvSpPr>
            <p:cNvPr id="109" name="PK 타입"/>
            <p:cNvSpPr txBox="1"/>
            <p:nvPr/>
          </p:nvSpPr>
          <p:spPr>
            <a:xfrm>
              <a:off x="2286000" y="541020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10" name="PK NN"/>
            <p:cNvSpPr txBox="1"/>
            <p:nvPr/>
          </p:nvSpPr>
          <p:spPr>
            <a:xfrm>
              <a:off x="3459480" y="541020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11" name="컬럼 이름"/>
            <p:cNvSpPr txBox="1"/>
            <p:nvPr/>
          </p:nvSpPr>
          <p:spPr>
            <a:xfrm>
              <a:off x="731520" y="56235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나머지 컬럼은 1장</a:t>
              </a:r>
            </a:p>
          </p:txBody>
        </p:sp>
        <p:sp>
          <p:nvSpPr>
            <p:cNvPr id="112" name="컬럼 타입"/>
            <p:cNvSpPr txBox="1"/>
            <p:nvPr/>
          </p:nvSpPr>
          <p:spPr>
            <a:xfrm>
              <a:off x="2286000" y="56235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13" name="컬럼 NN"/>
            <p:cNvSpPr txBox="1"/>
            <p:nvPr/>
          </p:nvSpPr>
          <p:spPr>
            <a:xfrm>
              <a:off x="3459480" y="56235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14" name="엔터티 job"/>
          <p:cNvGrpSpPr/>
          <p:nvPr/>
        </p:nvGrpSpPr>
        <p:grpSpPr>
          <a:xfrm>
            <a:off x="4396740" y="975360"/>
            <a:ext cx="3398520" cy="701040"/>
            <a:chOff x="4396740" y="975360"/>
            <a:chExt cx="3398520" cy="701040"/>
          </a:xfrm>
        </p:grpSpPr>
        <p:sp>
          <p:nvSpPr>
            <p:cNvPr id="115" name="테두리"/>
            <p:cNvSpPr/>
            <p:nvPr/>
          </p:nvSpPr>
          <p:spPr>
            <a:xfrm>
              <a:off x="4396740" y="975360"/>
              <a:ext cx="3398520" cy="701040"/>
            </a:xfrm>
            <a:prstGeom prst="roundRect">
              <a:avLst>
                <a:gd name="adj" fmla="val 10869"/>
              </a:avLst>
            </a:prstGeom>
            <a:solidFill>
              <a:srgbClr val="FFFFFF"/>
            </a:solidFill>
            <a:ln w="13716">
              <a:solidFill>
                <a:srgbClr val="9DD3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머리"/>
            <p:cNvSpPr/>
            <p:nvPr/>
          </p:nvSpPr>
          <p:spPr>
            <a:xfrm>
              <a:off x="440436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EE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7" name="머리 선"/>
            <p:cNvCxnSpPr/>
            <p:nvPr/>
          </p:nvCxnSpPr>
          <p:spPr>
            <a:xfrm>
              <a:off x="4396740" y="1219200"/>
              <a:ext cx="33985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18" name="테이블 이름"/>
            <p:cNvSpPr txBox="1"/>
            <p:nvPr/>
          </p:nvSpPr>
          <p:spPr>
            <a:xfrm>
              <a:off x="450342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job</a:t>
              </a:r>
            </a:p>
          </p:txBody>
        </p:sp>
        <p:sp>
          <p:nvSpPr>
            <p:cNvPr id="119" name="한글 이름"/>
            <p:cNvSpPr txBox="1"/>
            <p:nvPr/>
          </p:nvSpPr>
          <p:spPr>
            <a:xfrm>
              <a:off x="609600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</a:t>
              </a:r>
            </a:p>
          </p:txBody>
        </p:sp>
        <p:cxnSp>
          <p:nvCxnSpPr>
            <p:cNvPr id="120" name="PK 구분선"/>
            <p:cNvCxnSpPr/>
            <p:nvPr/>
          </p:nvCxnSpPr>
          <p:spPr>
            <a:xfrm>
              <a:off x="447294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21" name="PK 키"/>
            <p:cNvSpPr txBox="1"/>
            <p:nvPr/>
          </p:nvSpPr>
          <p:spPr>
            <a:xfrm>
              <a:off x="448818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22" name="PK 이름"/>
            <p:cNvSpPr txBox="1"/>
            <p:nvPr/>
          </p:nvSpPr>
          <p:spPr>
            <a:xfrm>
              <a:off x="474726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</p:txBody>
        </p:sp>
        <p:sp>
          <p:nvSpPr>
            <p:cNvPr id="123" name="PK 타입"/>
            <p:cNvSpPr txBox="1"/>
            <p:nvPr/>
          </p:nvSpPr>
          <p:spPr>
            <a:xfrm>
              <a:off x="630174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24" name="PK NN"/>
            <p:cNvSpPr txBox="1"/>
            <p:nvPr/>
          </p:nvSpPr>
          <p:spPr>
            <a:xfrm>
              <a:off x="747522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25" name="컬럼 이름"/>
            <p:cNvSpPr txBox="1"/>
            <p:nvPr/>
          </p:nvSpPr>
          <p:spPr>
            <a:xfrm>
              <a:off x="4747260" y="147828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나머지 컬럼은 1장</a:t>
              </a:r>
            </a:p>
          </p:txBody>
        </p:sp>
        <p:sp>
          <p:nvSpPr>
            <p:cNvPr id="126" name="컬럼 타입"/>
            <p:cNvSpPr txBox="1"/>
            <p:nvPr/>
          </p:nvSpPr>
          <p:spPr>
            <a:xfrm>
              <a:off x="6301740" y="147828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27" name="컬럼 NN"/>
            <p:cNvSpPr txBox="1"/>
            <p:nvPr/>
          </p:nvSpPr>
          <p:spPr>
            <a:xfrm>
              <a:off x="7475220" y="147828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28" name="엔터티 event_log"/>
          <p:cNvGrpSpPr/>
          <p:nvPr/>
        </p:nvGrpSpPr>
        <p:grpSpPr>
          <a:xfrm>
            <a:off x="4396740" y="2209800"/>
            <a:ext cx="3398520" cy="1310640"/>
            <a:chOff x="4396740" y="2209800"/>
            <a:chExt cx="3398520" cy="1310640"/>
          </a:xfrm>
        </p:grpSpPr>
        <p:sp>
          <p:nvSpPr>
            <p:cNvPr id="129" name="테두리"/>
            <p:cNvSpPr/>
            <p:nvPr/>
          </p:nvSpPr>
          <p:spPr>
            <a:xfrm>
              <a:off x="4396740" y="2209800"/>
              <a:ext cx="3398520" cy="1310640"/>
            </a:xfrm>
            <a:prstGeom prst="roundRect">
              <a:avLst>
                <a:gd name="adj" fmla="val 5813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머리"/>
            <p:cNvSpPr/>
            <p:nvPr/>
          </p:nvSpPr>
          <p:spPr>
            <a:xfrm>
              <a:off x="4404360" y="22174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1" name="머리 선"/>
            <p:cNvCxnSpPr/>
            <p:nvPr/>
          </p:nvCxnSpPr>
          <p:spPr>
            <a:xfrm>
              <a:off x="4396740" y="24536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32" name="테이블 이름"/>
            <p:cNvSpPr txBox="1"/>
            <p:nvPr/>
          </p:nvSpPr>
          <p:spPr>
            <a:xfrm>
              <a:off x="4503420" y="22098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event_log</a:t>
              </a:r>
            </a:p>
          </p:txBody>
        </p:sp>
        <p:sp>
          <p:nvSpPr>
            <p:cNvPr id="133" name="한글 이름"/>
            <p:cNvSpPr txBox="1"/>
            <p:nvPr/>
          </p:nvSpPr>
          <p:spPr>
            <a:xfrm>
              <a:off x="6096000" y="22098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단계 기록</a:t>
              </a:r>
            </a:p>
          </p:txBody>
        </p:sp>
        <p:cxnSp>
          <p:nvCxnSpPr>
            <p:cNvPr id="134" name="PK 구분선"/>
            <p:cNvCxnSpPr/>
            <p:nvPr/>
          </p:nvCxnSpPr>
          <p:spPr>
            <a:xfrm>
              <a:off x="4472940" y="26822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35" name="PK 키"/>
            <p:cNvSpPr txBox="1"/>
            <p:nvPr/>
          </p:nvSpPr>
          <p:spPr>
            <a:xfrm>
              <a:off x="4488180" y="249936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36" name="PK 이름"/>
            <p:cNvSpPr txBox="1"/>
            <p:nvPr/>
          </p:nvSpPr>
          <p:spPr>
            <a:xfrm>
              <a:off x="4747260" y="24993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event_id</a:t>
              </a:r>
            </a:p>
          </p:txBody>
        </p:sp>
        <p:sp>
          <p:nvSpPr>
            <p:cNvPr id="137" name="PK 타입"/>
            <p:cNvSpPr txBox="1"/>
            <p:nvPr/>
          </p:nvSpPr>
          <p:spPr>
            <a:xfrm>
              <a:off x="6301740" y="24993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38" name="PK NN"/>
            <p:cNvSpPr txBox="1"/>
            <p:nvPr/>
          </p:nvSpPr>
          <p:spPr>
            <a:xfrm>
              <a:off x="7475220" y="24993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39" name="컬럼 키"/>
            <p:cNvSpPr txBox="1"/>
            <p:nvPr/>
          </p:nvSpPr>
          <p:spPr>
            <a:xfrm>
              <a:off x="4488180" y="2712720"/>
              <a:ext cx="25908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40" name="컬럼 이름"/>
            <p:cNvSpPr txBox="1"/>
            <p:nvPr/>
          </p:nvSpPr>
          <p:spPr>
            <a:xfrm>
              <a:off x="4747260" y="2712720"/>
              <a:ext cx="187452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logged_at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level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stage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message</a:t>
              </a:r>
            </a:p>
          </p:txBody>
        </p:sp>
        <p:sp>
          <p:nvSpPr>
            <p:cNvPr id="141" name="컬럼 타입"/>
            <p:cNvSpPr txBox="1"/>
            <p:nvPr/>
          </p:nvSpPr>
          <p:spPr>
            <a:xfrm>
              <a:off x="6301740" y="2712720"/>
              <a:ext cx="11430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varchar(5)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142" name="컬럼 NN"/>
            <p:cNvSpPr txBox="1"/>
            <p:nvPr/>
          </p:nvSpPr>
          <p:spPr>
            <a:xfrm>
              <a:off x="7475220" y="2712720"/>
              <a:ext cx="2286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143" name="엔터티 verify_row_diff"/>
          <p:cNvGrpSpPr/>
          <p:nvPr/>
        </p:nvGrpSpPr>
        <p:grpSpPr>
          <a:xfrm>
            <a:off x="4396740" y="4053840"/>
            <a:ext cx="3398520" cy="1158240"/>
            <a:chOff x="4396740" y="4053840"/>
            <a:chExt cx="3398520" cy="1158240"/>
          </a:xfrm>
        </p:grpSpPr>
        <p:sp>
          <p:nvSpPr>
            <p:cNvPr id="144" name="테두리"/>
            <p:cNvSpPr/>
            <p:nvPr/>
          </p:nvSpPr>
          <p:spPr>
            <a:xfrm>
              <a:off x="4396740" y="4053840"/>
              <a:ext cx="3398520" cy="1158240"/>
            </a:xfrm>
            <a:prstGeom prst="roundRect">
              <a:avLst>
                <a:gd name="adj" fmla="val 657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머리"/>
            <p:cNvSpPr/>
            <p:nvPr/>
          </p:nvSpPr>
          <p:spPr>
            <a:xfrm>
              <a:off x="4404360" y="406146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6" name="머리 선"/>
            <p:cNvCxnSpPr/>
            <p:nvPr/>
          </p:nvCxnSpPr>
          <p:spPr>
            <a:xfrm>
              <a:off x="4396740" y="429768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47" name="테이블 이름"/>
            <p:cNvSpPr txBox="1"/>
            <p:nvPr/>
          </p:nvSpPr>
          <p:spPr>
            <a:xfrm>
              <a:off x="4503420" y="405384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verify_row_diff</a:t>
              </a:r>
            </a:p>
          </p:txBody>
        </p:sp>
        <p:sp>
          <p:nvSpPr>
            <p:cNvPr id="148" name="한글 이름"/>
            <p:cNvSpPr txBox="1"/>
            <p:nvPr/>
          </p:nvSpPr>
          <p:spPr>
            <a:xfrm>
              <a:off x="6096000" y="405384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불일치 행</a:t>
              </a:r>
            </a:p>
          </p:txBody>
        </p:sp>
        <p:cxnSp>
          <p:nvCxnSpPr>
            <p:cNvPr id="149" name="PK 구분선"/>
            <p:cNvCxnSpPr/>
            <p:nvPr/>
          </p:nvCxnSpPr>
          <p:spPr>
            <a:xfrm>
              <a:off x="4472940" y="452628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50" name="PK 키"/>
            <p:cNvSpPr txBox="1"/>
            <p:nvPr/>
          </p:nvSpPr>
          <p:spPr>
            <a:xfrm>
              <a:off x="4488180" y="434340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51" name="PK 이름"/>
            <p:cNvSpPr txBox="1"/>
            <p:nvPr/>
          </p:nvSpPr>
          <p:spPr>
            <a:xfrm>
              <a:off x="4747260" y="434340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diff_id</a:t>
              </a:r>
            </a:p>
          </p:txBody>
        </p:sp>
        <p:sp>
          <p:nvSpPr>
            <p:cNvPr id="152" name="PK 타입"/>
            <p:cNvSpPr txBox="1"/>
            <p:nvPr/>
          </p:nvSpPr>
          <p:spPr>
            <a:xfrm>
              <a:off x="6301740" y="434340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53" name="PK NN"/>
            <p:cNvSpPr txBox="1"/>
            <p:nvPr/>
          </p:nvSpPr>
          <p:spPr>
            <a:xfrm>
              <a:off x="7475220" y="434340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54" name="컬럼 키"/>
            <p:cNvSpPr txBox="1"/>
            <p:nvPr/>
          </p:nvSpPr>
          <p:spPr>
            <a:xfrm>
              <a:off x="4488180" y="4556760"/>
              <a:ext cx="25908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55" name="컬럼 이름"/>
            <p:cNvSpPr txBox="1"/>
            <p:nvPr/>
          </p:nvSpPr>
          <p:spPr>
            <a:xfrm>
              <a:off x="4747260" y="4556760"/>
              <a:ext cx="187452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run_id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side</a:t>
              </a:r>
            </a:p>
          </p:txBody>
        </p:sp>
        <p:sp>
          <p:nvSpPr>
            <p:cNvPr id="156" name="컬럼 타입"/>
            <p:cNvSpPr txBox="1"/>
            <p:nvPr/>
          </p:nvSpPr>
          <p:spPr>
            <a:xfrm>
              <a:off x="6301740" y="4556760"/>
              <a:ext cx="11430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jsonb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varchar(8)</a:t>
              </a:r>
            </a:p>
          </p:txBody>
        </p:sp>
        <p:sp>
          <p:nvSpPr>
            <p:cNvPr id="157" name="컬럼 NN"/>
            <p:cNvSpPr txBox="1"/>
            <p:nvPr/>
          </p:nvSpPr>
          <p:spPr>
            <a:xfrm>
              <a:off x="7475220" y="4556760"/>
              <a:ext cx="2286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158" name="엔터티 cutover_run"/>
          <p:cNvGrpSpPr/>
          <p:nvPr/>
        </p:nvGrpSpPr>
        <p:grpSpPr>
          <a:xfrm>
            <a:off x="8412480" y="975360"/>
            <a:ext cx="3398520" cy="1767840"/>
            <a:chOff x="8412480" y="975360"/>
            <a:chExt cx="3398520" cy="1767840"/>
          </a:xfrm>
        </p:grpSpPr>
        <p:sp>
          <p:nvSpPr>
            <p:cNvPr id="159" name="테두리"/>
            <p:cNvSpPr/>
            <p:nvPr/>
          </p:nvSpPr>
          <p:spPr>
            <a:xfrm>
              <a:off x="8412480" y="975360"/>
              <a:ext cx="3398520" cy="1767840"/>
            </a:xfrm>
            <a:prstGeom prst="roundRect">
              <a:avLst>
                <a:gd name="adj" fmla="val 4310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머리"/>
            <p:cNvSpPr/>
            <p:nvPr/>
          </p:nvSpPr>
          <p:spPr>
            <a:xfrm>
              <a:off x="842010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61" name="머리 선"/>
            <p:cNvCxnSpPr/>
            <p:nvPr/>
          </p:nvCxnSpPr>
          <p:spPr>
            <a:xfrm>
              <a:off x="841248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62" name="테이블 이름"/>
            <p:cNvSpPr txBox="1"/>
            <p:nvPr/>
          </p:nvSpPr>
          <p:spPr>
            <a:xfrm>
              <a:off x="851916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cutover_run</a:t>
              </a:r>
            </a:p>
          </p:txBody>
        </p:sp>
        <p:sp>
          <p:nvSpPr>
            <p:cNvPr id="163" name="한글 이름"/>
            <p:cNvSpPr txBox="1"/>
            <p:nvPr/>
          </p:nvSpPr>
          <p:spPr>
            <a:xfrm>
              <a:off x="1011174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전환 실행</a:t>
              </a:r>
            </a:p>
          </p:txBody>
        </p:sp>
        <p:cxnSp>
          <p:nvCxnSpPr>
            <p:cNvPr id="164" name="PK 구분선"/>
            <p:cNvCxnSpPr/>
            <p:nvPr/>
          </p:nvCxnSpPr>
          <p:spPr>
            <a:xfrm>
              <a:off x="848868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65" name="PK 키"/>
            <p:cNvSpPr txBox="1"/>
            <p:nvPr/>
          </p:nvSpPr>
          <p:spPr>
            <a:xfrm>
              <a:off x="850392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66" name="PK 이름"/>
            <p:cNvSpPr txBox="1"/>
            <p:nvPr/>
          </p:nvSpPr>
          <p:spPr>
            <a:xfrm>
              <a:off x="876300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cutover_id</a:t>
              </a:r>
            </a:p>
          </p:txBody>
        </p:sp>
        <p:sp>
          <p:nvSpPr>
            <p:cNvPr id="167" name="PK 타입"/>
            <p:cNvSpPr txBox="1"/>
            <p:nvPr/>
          </p:nvSpPr>
          <p:spPr>
            <a:xfrm>
              <a:off x="1031748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68" name="PK NN"/>
            <p:cNvSpPr txBox="1"/>
            <p:nvPr/>
          </p:nvSpPr>
          <p:spPr>
            <a:xfrm>
              <a:off x="1149096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69" name="컬럼 키"/>
            <p:cNvSpPr txBox="1"/>
            <p:nvPr/>
          </p:nvSpPr>
          <p:spPr>
            <a:xfrm>
              <a:off x="8503920" y="1478280"/>
              <a:ext cx="25908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70" name="컬럼 이름"/>
            <p:cNvSpPr txBox="1"/>
            <p:nvPr/>
          </p:nvSpPr>
          <p:spPr>
            <a:xfrm>
              <a:off x="8763000" y="1478280"/>
              <a:ext cx="187452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elapsed_ms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verify_run_id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last_error</a:t>
              </a:r>
            </a:p>
          </p:txBody>
        </p:sp>
        <p:sp>
          <p:nvSpPr>
            <p:cNvPr id="171" name="컬럼 타입"/>
            <p:cNvSpPr txBox="1"/>
            <p:nvPr/>
          </p:nvSpPr>
          <p:spPr>
            <a:xfrm>
              <a:off x="10317480" y="1478280"/>
              <a:ext cx="114300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172" name="컬럼 NN"/>
            <p:cNvSpPr txBox="1"/>
            <p:nvPr/>
          </p:nvSpPr>
          <p:spPr>
            <a:xfrm>
              <a:off x="11490960" y="1478280"/>
              <a:ext cx="22860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73" name="엔터티 cutover_step"/>
          <p:cNvGrpSpPr/>
          <p:nvPr/>
        </p:nvGrpSpPr>
        <p:grpSpPr>
          <a:xfrm>
            <a:off x="8412480" y="3276600"/>
            <a:ext cx="3398520" cy="1615440"/>
            <a:chOff x="8412480" y="3276600"/>
            <a:chExt cx="3398520" cy="1615440"/>
          </a:xfrm>
        </p:grpSpPr>
        <p:sp>
          <p:nvSpPr>
            <p:cNvPr id="174" name="테두리"/>
            <p:cNvSpPr/>
            <p:nvPr/>
          </p:nvSpPr>
          <p:spPr>
            <a:xfrm>
              <a:off x="8412480" y="3276600"/>
              <a:ext cx="3398520" cy="1615440"/>
            </a:xfrm>
            <a:prstGeom prst="roundRect">
              <a:avLst>
                <a:gd name="adj" fmla="val 4716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머리"/>
            <p:cNvSpPr/>
            <p:nvPr/>
          </p:nvSpPr>
          <p:spPr>
            <a:xfrm>
              <a:off x="8420100" y="32842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6" name="머리 선"/>
            <p:cNvCxnSpPr/>
            <p:nvPr/>
          </p:nvCxnSpPr>
          <p:spPr>
            <a:xfrm>
              <a:off x="8412480" y="35204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77" name="테이블 이름"/>
            <p:cNvSpPr txBox="1"/>
            <p:nvPr/>
          </p:nvSpPr>
          <p:spPr>
            <a:xfrm>
              <a:off x="8519160" y="32766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cutover_step</a:t>
              </a:r>
            </a:p>
          </p:txBody>
        </p:sp>
        <p:sp>
          <p:nvSpPr>
            <p:cNvPr id="178" name="한글 이름"/>
            <p:cNvSpPr txBox="1"/>
            <p:nvPr/>
          </p:nvSpPr>
          <p:spPr>
            <a:xfrm>
              <a:off x="10111740" y="32766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전환 단계</a:t>
              </a:r>
            </a:p>
          </p:txBody>
        </p:sp>
        <p:cxnSp>
          <p:nvCxnSpPr>
            <p:cNvPr id="179" name="PK 구분선"/>
            <p:cNvCxnSpPr/>
            <p:nvPr/>
          </p:nvCxnSpPr>
          <p:spPr>
            <a:xfrm>
              <a:off x="8488680" y="39014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80" name="PK 키"/>
            <p:cNvSpPr txBox="1"/>
            <p:nvPr/>
          </p:nvSpPr>
          <p:spPr>
            <a:xfrm>
              <a:off x="8503920" y="3566160"/>
              <a:ext cx="25908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81" name="PK 이름"/>
            <p:cNvSpPr txBox="1"/>
            <p:nvPr/>
          </p:nvSpPr>
          <p:spPr>
            <a:xfrm>
              <a:off x="8763000" y="3566160"/>
              <a:ext cx="187452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cutover_id (FK)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step_no</a:t>
              </a:r>
            </a:p>
          </p:txBody>
        </p:sp>
        <p:sp>
          <p:nvSpPr>
            <p:cNvPr id="182" name="PK 타입"/>
            <p:cNvSpPr txBox="1"/>
            <p:nvPr/>
          </p:nvSpPr>
          <p:spPr>
            <a:xfrm>
              <a:off x="10317480" y="3566160"/>
              <a:ext cx="11430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</p:txBody>
        </p:sp>
        <p:sp>
          <p:nvSpPr>
            <p:cNvPr id="183" name="PK NN"/>
            <p:cNvSpPr txBox="1"/>
            <p:nvPr/>
          </p:nvSpPr>
          <p:spPr>
            <a:xfrm>
              <a:off x="11490960" y="3566160"/>
              <a:ext cx="2286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84" name="컬럼 이름"/>
            <p:cNvSpPr txBox="1"/>
            <p:nvPr/>
          </p:nvSpPr>
          <p:spPr>
            <a:xfrm>
              <a:off x="8763000" y="3931920"/>
              <a:ext cx="1874520" cy="914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step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elapsed_ms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detail</a:t>
              </a:r>
            </a:p>
          </p:txBody>
        </p:sp>
        <p:sp>
          <p:nvSpPr>
            <p:cNvPr id="185" name="컬럼 타입"/>
            <p:cNvSpPr txBox="1"/>
            <p:nvPr/>
          </p:nvSpPr>
          <p:spPr>
            <a:xfrm>
              <a:off x="10317480" y="3931920"/>
              <a:ext cx="1143000" cy="914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186" name="컬럼 NN"/>
            <p:cNvSpPr txBox="1"/>
            <p:nvPr/>
          </p:nvSpPr>
          <p:spPr>
            <a:xfrm>
              <a:off x="11490960" y="3931920"/>
              <a:ext cx="228600" cy="914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87" name="엔터티 schema_version"/>
          <p:cNvGrpSpPr/>
          <p:nvPr/>
        </p:nvGrpSpPr>
        <p:grpSpPr>
          <a:xfrm>
            <a:off x="8412480" y="5120640"/>
            <a:ext cx="3398520" cy="853440"/>
            <a:chOff x="8412480" y="5120640"/>
            <a:chExt cx="3398520" cy="853440"/>
          </a:xfrm>
        </p:grpSpPr>
        <p:sp>
          <p:nvSpPr>
            <p:cNvPr id="188" name="테두리"/>
            <p:cNvSpPr/>
            <p:nvPr/>
          </p:nvSpPr>
          <p:spPr>
            <a:xfrm>
              <a:off x="8412480" y="5120640"/>
              <a:ext cx="3398520" cy="853440"/>
            </a:xfrm>
            <a:prstGeom prst="roundRect">
              <a:avLst>
                <a:gd name="adj" fmla="val 892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머리"/>
            <p:cNvSpPr/>
            <p:nvPr/>
          </p:nvSpPr>
          <p:spPr>
            <a:xfrm>
              <a:off x="8420100" y="512826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0" name="머리 선"/>
            <p:cNvCxnSpPr/>
            <p:nvPr/>
          </p:nvCxnSpPr>
          <p:spPr>
            <a:xfrm>
              <a:off x="8412480" y="536448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91" name="테이블 이름"/>
            <p:cNvSpPr txBox="1"/>
            <p:nvPr/>
          </p:nvSpPr>
          <p:spPr>
            <a:xfrm>
              <a:off x="8519160" y="512064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schema_version</a:t>
              </a:r>
            </a:p>
          </p:txBody>
        </p:sp>
        <p:sp>
          <p:nvSpPr>
            <p:cNvPr id="192" name="한글 이름"/>
            <p:cNvSpPr txBox="1"/>
            <p:nvPr/>
          </p:nvSpPr>
          <p:spPr>
            <a:xfrm>
              <a:off x="10111740" y="512064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스키마 버전</a:t>
              </a:r>
            </a:p>
          </p:txBody>
        </p:sp>
        <p:cxnSp>
          <p:nvCxnSpPr>
            <p:cNvPr id="193" name="PK 구분선"/>
            <p:cNvCxnSpPr/>
            <p:nvPr/>
          </p:nvCxnSpPr>
          <p:spPr>
            <a:xfrm>
              <a:off x="8488680" y="559308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94" name="PK 키"/>
            <p:cNvSpPr txBox="1"/>
            <p:nvPr/>
          </p:nvSpPr>
          <p:spPr>
            <a:xfrm>
              <a:off x="8503920" y="541020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95" name="PK 이름"/>
            <p:cNvSpPr txBox="1"/>
            <p:nvPr/>
          </p:nvSpPr>
          <p:spPr>
            <a:xfrm>
              <a:off x="8763000" y="541020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version</a:t>
              </a:r>
            </a:p>
          </p:txBody>
        </p:sp>
        <p:sp>
          <p:nvSpPr>
            <p:cNvPr id="196" name="PK 타입"/>
            <p:cNvSpPr txBox="1"/>
            <p:nvPr/>
          </p:nvSpPr>
          <p:spPr>
            <a:xfrm>
              <a:off x="10317480" y="541020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</p:txBody>
        </p:sp>
        <p:sp>
          <p:nvSpPr>
            <p:cNvPr id="197" name="PK NN"/>
            <p:cNvSpPr txBox="1"/>
            <p:nvPr/>
          </p:nvSpPr>
          <p:spPr>
            <a:xfrm>
              <a:off x="11490960" y="541020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98" name="컬럼 이름"/>
            <p:cNvSpPr txBox="1"/>
            <p:nvPr/>
          </p:nvSpPr>
          <p:spPr>
            <a:xfrm>
              <a:off x="8763000" y="5623560"/>
              <a:ext cx="187452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description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applied_at</a:t>
              </a:r>
            </a:p>
          </p:txBody>
        </p:sp>
        <p:sp>
          <p:nvSpPr>
            <p:cNvPr id="199" name="컬럼 타입"/>
            <p:cNvSpPr txBox="1"/>
            <p:nvPr/>
          </p:nvSpPr>
          <p:spPr>
            <a:xfrm>
              <a:off x="10317480" y="5623560"/>
              <a:ext cx="11430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</p:txBody>
        </p:sp>
        <p:sp>
          <p:nvSpPr>
            <p:cNvPr id="200" name="컬럼 NN"/>
            <p:cNvSpPr txBox="1"/>
            <p:nvPr/>
          </p:nvSpPr>
          <p:spPr>
            <a:xfrm>
              <a:off x="11490960" y="5623560"/>
              <a:ext cx="2286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sp>
        <p:nvSpPr>
          <p:cNvPr id="201" name="범례"/>
          <p:cNvSpPr/>
          <p:nvPr/>
        </p:nvSpPr>
        <p:spPr>
          <a:xfrm>
            <a:off x="381000" y="6309360"/>
            <a:ext cx="6803898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203" name="범례 정확히 1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04" name="관계 기호"/>
          <p:cNvCxnSpPr/>
          <p:nvPr/>
        </p:nvCxnSpPr>
        <p:spPr>
          <a:xfrm flipV="1">
            <a:off x="118872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05" name="관계 기호"/>
          <p:cNvCxnSpPr/>
          <p:nvPr/>
        </p:nvCxnSpPr>
        <p:spPr>
          <a:xfrm flipV="1">
            <a:off x="113538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06" name="범례 글 정확히 1"/>
          <p:cNvSpPr txBox="1"/>
          <p:nvPr/>
        </p:nvSpPr>
        <p:spPr>
          <a:xfrm>
            <a:off x="1341120" y="6309360"/>
            <a:ext cx="683514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정확히 1</a:t>
            </a:r>
          </a:p>
        </p:txBody>
      </p:sp>
      <p:cxnSp>
        <p:nvCxnSpPr>
          <p:cNvPr id="207" name="범례 0 또는 1"/>
          <p:cNvCxnSpPr/>
          <p:nvPr/>
        </p:nvCxnSpPr>
        <p:spPr>
          <a:xfrm>
            <a:off x="210083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08" name="관계 기호"/>
          <p:cNvCxnSpPr/>
          <p:nvPr/>
        </p:nvCxnSpPr>
        <p:spPr>
          <a:xfrm flipV="1">
            <a:off x="2375154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09" name="관계 기호 0"/>
          <p:cNvSpPr/>
          <p:nvPr/>
        </p:nvSpPr>
        <p:spPr>
          <a:xfrm>
            <a:off x="2222754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범례 글 0 또는 1"/>
          <p:cNvSpPr txBox="1"/>
          <p:nvPr/>
        </p:nvSpPr>
        <p:spPr>
          <a:xfrm>
            <a:off x="2527554" y="6309360"/>
            <a:ext cx="696468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또는 1</a:t>
            </a:r>
          </a:p>
        </p:txBody>
      </p:sp>
      <p:cxnSp>
        <p:nvCxnSpPr>
          <p:cNvPr id="211" name="범례 0 이상 (N)"/>
          <p:cNvCxnSpPr/>
          <p:nvPr/>
        </p:nvCxnSpPr>
        <p:spPr>
          <a:xfrm>
            <a:off x="3300222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12" name="관계 기호"/>
          <p:cNvCxnSpPr/>
          <p:nvPr/>
        </p:nvCxnSpPr>
        <p:spPr>
          <a:xfrm>
            <a:off x="3528822" y="650748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13" name="관계 기호"/>
          <p:cNvCxnSpPr/>
          <p:nvPr/>
        </p:nvCxnSpPr>
        <p:spPr>
          <a:xfrm>
            <a:off x="3528822" y="6507480"/>
            <a:ext cx="1219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14" name="관계 기호"/>
          <p:cNvCxnSpPr/>
          <p:nvPr/>
        </p:nvCxnSpPr>
        <p:spPr>
          <a:xfrm flipV="1">
            <a:off x="3528822" y="643890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15" name="관계 기호 0"/>
          <p:cNvSpPr/>
          <p:nvPr/>
        </p:nvSpPr>
        <p:spPr>
          <a:xfrm>
            <a:off x="3391662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범례 글 0 이상 (N)"/>
          <p:cNvSpPr txBox="1"/>
          <p:nvPr/>
        </p:nvSpPr>
        <p:spPr>
          <a:xfrm>
            <a:off x="3726942" y="6309360"/>
            <a:ext cx="838962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이상 (N)</a:t>
            </a:r>
          </a:p>
        </p:txBody>
      </p:sp>
      <p:cxnSp>
        <p:nvCxnSpPr>
          <p:cNvPr id="217" name="범례 식별 관계"/>
          <p:cNvCxnSpPr/>
          <p:nvPr/>
        </p:nvCxnSpPr>
        <p:spPr>
          <a:xfrm>
            <a:off x="464210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18" name="범례 글 식별 관계"/>
          <p:cNvSpPr txBox="1"/>
          <p:nvPr/>
        </p:nvSpPr>
        <p:spPr>
          <a:xfrm>
            <a:off x="5068824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식별 관계</a:t>
            </a:r>
          </a:p>
        </p:txBody>
      </p:sp>
      <p:cxnSp>
        <p:nvCxnSpPr>
          <p:cNvPr id="219" name="범례 비식별 관계"/>
          <p:cNvCxnSpPr/>
          <p:nvPr/>
        </p:nvCxnSpPr>
        <p:spPr>
          <a:xfrm>
            <a:off x="5886831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  <a:prstDash val="dash"/>
          </a:ln>
        </p:spPr>
      </p:cxnSp>
      <p:sp>
        <p:nvSpPr>
          <p:cNvPr id="220" name="범례 글 비식별 관계"/>
          <p:cNvSpPr txBox="1"/>
          <p:nvPr/>
        </p:nvSpPr>
        <p:spPr>
          <a:xfrm>
            <a:off x="6313551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비식별 관계</a:t>
            </a:r>
          </a:p>
        </p:txBody>
      </p:sp>
      <p:sp>
        <p:nvSpPr>
          <p:cNvPr id="221" name="설명"/>
          <p:cNvSpPr txBox="1"/>
          <p:nvPr/>
        </p:nvSpPr>
        <p:spPr>
          <a:xfrm>
            <a:off x="7594092" y="6347460"/>
            <a:ext cx="421690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event_log.job_id 는 NULL 허용 · verify_run_id 는 FK 아님</a:t>
            </a:r>
          </a:p>
        </p:txBody>
      </p:sp>
      <p:sp>
        <p:nvSpPr>
          <p:cNvPr id="222" name="설명"/>
          <p:cNvSpPr txBox="1"/>
          <p:nvPr/>
        </p:nvSpPr>
        <p:spPr>
          <a:xfrm>
            <a:off x="8410194" y="6537960"/>
            <a:ext cx="340080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는 모두 ON DELETE CASCADE · NN = NOT NULL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관리 테이블 ERD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