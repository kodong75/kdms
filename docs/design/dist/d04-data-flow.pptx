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데이터 흐름도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전체 적재 경로와 CDC 경로 · 두 경로 모두 같은 값 변환 · 워터마크·오프셋 기록 시점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KDMS-D04 · v0.1 · 2026-10-09</a:t>
            </a:r>
          </a:p>
        </p:txBody>
      </p:sp>
      <p:sp>
        <p:nvSpPr>
          <p:cNvPr id="6" name="영역 원천 · MS-SQL 2019"/>
          <p:cNvSpPr/>
          <p:nvPr/>
        </p:nvSpPr>
        <p:spPr>
          <a:xfrm>
            <a:off x="335280" y="960120"/>
            <a:ext cx="2286000" cy="5059680"/>
          </a:xfrm>
          <a:prstGeom prst="roundRect">
            <a:avLst>
              <a:gd name="adj" fmla="val 6000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원천 · MS-SQL 2019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읽기만 (쓰기 권한 없음)</a:t>
            </a:r>
          </a:p>
        </p:txBody>
      </p:sp>
      <p:sp>
        <p:nvSpPr>
          <p:cNvPr id="7" name="영역 kdms.jar"/>
          <p:cNvSpPr/>
          <p:nvPr/>
        </p:nvSpPr>
        <p:spPr>
          <a:xfrm>
            <a:off x="2819400" y="960120"/>
            <a:ext cx="6355080" cy="5059680"/>
          </a:xfrm>
          <a:prstGeom prst="roundRect">
            <a:avLst>
              <a:gd name="adj" fmla="val 2710"/>
            </a:avLst>
          </a:prstGeom>
          <a:solidFill>
            <a:srgbClr val="EEF8F3"/>
          </a:solidFill>
          <a:ln w="15240">
            <a:solidFill>
              <a:srgbClr val="1E6B4F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kdms.jar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1 sync 가 워터마크 기록 → 2 load → 3 반영</a:t>
            </a:r>
          </a:p>
        </p:txBody>
      </p:sp>
      <p:sp>
        <p:nvSpPr>
          <p:cNvPr id="8" name="영역 대상 · PostgreSQL 16"/>
          <p:cNvSpPr/>
          <p:nvPr/>
        </p:nvSpPr>
        <p:spPr>
          <a:xfrm>
            <a:off x="9372600" y="960120"/>
            <a:ext cx="2484120" cy="5059680"/>
          </a:xfrm>
          <a:prstGeom prst="roundRect">
            <a:avLst>
              <a:gd name="adj" fmla="val 5521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대상 · PostgreSQL 16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대상 테이블 + kdms 스키마</a:t>
            </a:r>
          </a:p>
        </p:txBody>
      </p:sp>
      <p:sp>
        <p:nvSpPr>
          <p:cNvPr id="9" name="블록 업무 테이블"/>
          <p:cNvSpPr/>
          <p:nvPr/>
        </p:nvSpPr>
        <p:spPr>
          <a:xfrm>
            <a:off x="502920" y="1676400"/>
            <a:ext cx="1950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업무 테이블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dbo.* · PK 구간</a:t>
            </a:r>
          </a:p>
        </p:txBody>
      </p:sp>
      <p:sp>
        <p:nvSpPr>
          <p:cNvPr id="10" name="아이콘 table"/>
          <p:cNvSpPr/>
          <p:nvPr/>
        </p:nvSpPr>
        <p:spPr>
          <a:xfrm>
            <a:off x="1363980" y="1798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09550" y="0"/>
                </a:lnTo>
                <a:lnTo>
                  <a:pt x="210807" y="40"/>
                </a:lnTo>
                <a:lnTo>
                  <a:pt x="212037" y="159"/>
                </a:lnTo>
                <a:lnTo>
                  <a:pt x="213241" y="357"/>
                </a:lnTo>
                <a:lnTo>
                  <a:pt x="214418" y="635"/>
                </a:lnTo>
                <a:lnTo>
                  <a:pt x="215569" y="992"/>
                </a:lnTo>
                <a:lnTo>
                  <a:pt x="216694" y="1429"/>
                </a:lnTo>
                <a:lnTo>
                  <a:pt x="217792" y="1945"/>
                </a:lnTo>
                <a:lnTo>
                  <a:pt x="218863" y="2540"/>
                </a:lnTo>
                <a:lnTo>
                  <a:pt x="219908" y="3215"/>
                </a:lnTo>
                <a:lnTo>
                  <a:pt x="220927" y="3969"/>
                </a:lnTo>
                <a:lnTo>
                  <a:pt x="221919" y="4802"/>
                </a:lnTo>
                <a:lnTo>
                  <a:pt x="222885" y="5715"/>
                </a:lnTo>
                <a:lnTo>
                  <a:pt x="223798" y="6681"/>
                </a:lnTo>
                <a:lnTo>
                  <a:pt x="224631" y="7673"/>
                </a:lnTo>
                <a:lnTo>
                  <a:pt x="225385" y="8692"/>
                </a:lnTo>
                <a:lnTo>
                  <a:pt x="226060" y="9737"/>
                </a:lnTo>
                <a:lnTo>
                  <a:pt x="226655" y="10808"/>
                </a:lnTo>
                <a:lnTo>
                  <a:pt x="227171" y="11906"/>
                </a:lnTo>
                <a:lnTo>
                  <a:pt x="227608" y="13031"/>
                </a:lnTo>
                <a:lnTo>
                  <a:pt x="227965" y="14182"/>
                </a:lnTo>
                <a:lnTo>
                  <a:pt x="228243" y="15359"/>
                </a:lnTo>
                <a:lnTo>
                  <a:pt x="228441" y="16563"/>
                </a:lnTo>
                <a:lnTo>
                  <a:pt x="228560" y="17793"/>
                </a:lnTo>
                <a:lnTo>
                  <a:pt x="228600" y="19050"/>
                </a:lnTo>
                <a:lnTo>
                  <a:pt x="228600" y="209550"/>
                </a:lnTo>
                <a:lnTo>
                  <a:pt x="228560" y="210807"/>
                </a:lnTo>
                <a:lnTo>
                  <a:pt x="228441" y="212037"/>
                </a:lnTo>
                <a:lnTo>
                  <a:pt x="228243" y="213241"/>
                </a:lnTo>
                <a:lnTo>
                  <a:pt x="227965" y="214418"/>
                </a:lnTo>
                <a:lnTo>
                  <a:pt x="227608" y="215569"/>
                </a:lnTo>
                <a:lnTo>
                  <a:pt x="227171" y="216694"/>
                </a:lnTo>
                <a:lnTo>
                  <a:pt x="226655" y="217792"/>
                </a:lnTo>
                <a:lnTo>
                  <a:pt x="226060" y="218863"/>
                </a:lnTo>
                <a:lnTo>
                  <a:pt x="225385" y="219908"/>
                </a:lnTo>
                <a:lnTo>
                  <a:pt x="224631" y="220927"/>
                </a:lnTo>
                <a:lnTo>
                  <a:pt x="223798" y="221919"/>
                </a:lnTo>
                <a:lnTo>
                  <a:pt x="222885" y="222885"/>
                </a:lnTo>
                <a:lnTo>
                  <a:pt x="221919" y="223798"/>
                </a:lnTo>
                <a:lnTo>
                  <a:pt x="220927" y="224631"/>
                </a:lnTo>
                <a:lnTo>
                  <a:pt x="219908" y="225385"/>
                </a:lnTo>
                <a:lnTo>
                  <a:pt x="218863" y="226060"/>
                </a:lnTo>
                <a:lnTo>
                  <a:pt x="217792" y="226655"/>
                </a:lnTo>
                <a:lnTo>
                  <a:pt x="216694" y="227171"/>
                </a:lnTo>
                <a:lnTo>
                  <a:pt x="215569" y="227608"/>
                </a:lnTo>
                <a:lnTo>
                  <a:pt x="214418" y="227965"/>
                </a:lnTo>
                <a:lnTo>
                  <a:pt x="213241" y="228243"/>
                </a:lnTo>
                <a:lnTo>
                  <a:pt x="212037" y="228441"/>
                </a:lnTo>
                <a:lnTo>
                  <a:pt x="210807" y="228560"/>
                </a:lnTo>
                <a:lnTo>
                  <a:pt x="209550" y="228600"/>
                </a:lnTo>
                <a:lnTo>
                  <a:pt x="19050" y="228600"/>
                </a:lnTo>
                <a:close/>
                <a:moveTo>
                  <a:pt x="104775" y="149225"/>
                </a:moveTo>
                <a:lnTo>
                  <a:pt x="19050" y="149225"/>
                </a:lnTo>
                <a:lnTo>
                  <a:pt x="19050" y="209550"/>
                </a:lnTo>
                <a:lnTo>
                  <a:pt x="104775" y="209550"/>
                </a:lnTo>
                <a:lnTo>
                  <a:pt x="104775" y="149225"/>
                </a:lnTo>
                <a:close/>
                <a:moveTo>
                  <a:pt x="123825" y="149225"/>
                </a:moveTo>
                <a:lnTo>
                  <a:pt x="123825" y="209550"/>
                </a:lnTo>
                <a:lnTo>
                  <a:pt x="209550" y="209550"/>
                </a:lnTo>
                <a:lnTo>
                  <a:pt x="209550" y="149225"/>
                </a:lnTo>
                <a:lnTo>
                  <a:pt x="123825" y="149225"/>
                </a:lnTo>
                <a:close/>
                <a:moveTo>
                  <a:pt x="104775" y="130175"/>
                </a:moveTo>
                <a:lnTo>
                  <a:pt x="104775" y="69850"/>
                </a:lnTo>
                <a:lnTo>
                  <a:pt x="19050" y="69850"/>
                </a:lnTo>
                <a:lnTo>
                  <a:pt x="19050" y="130175"/>
                </a:lnTo>
                <a:lnTo>
                  <a:pt x="104775" y="130175"/>
                </a:lnTo>
                <a:close/>
                <a:moveTo>
                  <a:pt x="123825" y="130175"/>
                </a:moveTo>
                <a:lnTo>
                  <a:pt x="209550" y="130175"/>
                </a:lnTo>
                <a:lnTo>
                  <a:pt x="209550" y="69850"/>
                </a:lnTo>
                <a:lnTo>
                  <a:pt x="123825" y="69850"/>
                </a:lnTo>
                <a:lnTo>
                  <a:pt x="123825" y="130175"/>
                </a:lnTo>
                <a:close/>
                <a:moveTo>
                  <a:pt x="19050" y="50800"/>
                </a:moveTo>
                <a:lnTo>
                  <a:pt x="209550" y="50800"/>
                </a:lnTo>
                <a:lnTo>
                  <a:pt x="20955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블록 CDC 변경 테이블"/>
          <p:cNvSpPr/>
          <p:nvPr/>
        </p:nvSpPr>
        <p:spPr>
          <a:xfrm>
            <a:off x="502920" y="3581400"/>
            <a:ext cx="1950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CDC 변경 테이블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cdc.*_CT · LSN 순</a:t>
            </a:r>
          </a:p>
        </p:txBody>
      </p:sp>
      <p:sp>
        <p:nvSpPr>
          <p:cNvPr id="12" name="아이콘 manage_history"/>
          <p:cNvSpPr/>
          <p:nvPr/>
        </p:nvSpPr>
        <p:spPr>
          <a:xfrm>
            <a:off x="1363980" y="3703320"/>
            <a:ext cx="261302" cy="263525"/>
          </a:xfrm>
          <a:custGeom>
            <a:avLst/>
            <a:gdLst/>
            <a:ahLst/>
            <a:cxnLst/>
            <a:rect l="l" t="t" r="r" b="b"/>
            <a:pathLst>
              <a:path w="261302" h="263525">
                <a:moveTo>
                  <a:pt x="6985" y="73978"/>
                </a:moveTo>
                <a:lnTo>
                  <a:pt x="6985" y="7938"/>
                </a:lnTo>
                <a:lnTo>
                  <a:pt x="26035" y="7938"/>
                </a:lnTo>
                <a:lnTo>
                  <a:pt x="26035" y="41592"/>
                </a:lnTo>
                <a:lnTo>
                  <a:pt x="28830" y="38422"/>
                </a:lnTo>
                <a:lnTo>
                  <a:pt x="31710" y="35366"/>
                </a:lnTo>
                <a:lnTo>
                  <a:pt x="34677" y="32425"/>
                </a:lnTo>
                <a:lnTo>
                  <a:pt x="37730" y="29598"/>
                </a:lnTo>
                <a:lnTo>
                  <a:pt x="40868" y="26886"/>
                </a:lnTo>
                <a:lnTo>
                  <a:pt x="44093" y="24289"/>
                </a:lnTo>
                <a:lnTo>
                  <a:pt x="47403" y="21806"/>
                </a:lnTo>
                <a:lnTo>
                  <a:pt x="50800" y="19438"/>
                </a:lnTo>
                <a:lnTo>
                  <a:pt x="54283" y="17185"/>
                </a:lnTo>
                <a:lnTo>
                  <a:pt x="57851" y="15046"/>
                </a:lnTo>
                <a:lnTo>
                  <a:pt x="61506" y="13022"/>
                </a:lnTo>
                <a:lnTo>
                  <a:pt x="65246" y="11112"/>
                </a:lnTo>
                <a:lnTo>
                  <a:pt x="69049" y="9338"/>
                </a:lnTo>
                <a:lnTo>
                  <a:pt x="72888" y="7717"/>
                </a:lnTo>
                <a:lnTo>
                  <a:pt x="76766" y="6251"/>
                </a:lnTo>
                <a:lnTo>
                  <a:pt x="80680" y="4939"/>
                </a:lnTo>
                <a:lnTo>
                  <a:pt x="84632" y="3781"/>
                </a:lnTo>
                <a:lnTo>
                  <a:pt x="88622" y="2778"/>
                </a:lnTo>
                <a:lnTo>
                  <a:pt x="92649" y="1929"/>
                </a:lnTo>
                <a:lnTo>
                  <a:pt x="96714" y="1235"/>
                </a:lnTo>
                <a:lnTo>
                  <a:pt x="100816" y="695"/>
                </a:lnTo>
                <a:lnTo>
                  <a:pt x="104956" y="309"/>
                </a:lnTo>
                <a:lnTo>
                  <a:pt x="109133" y="77"/>
                </a:lnTo>
                <a:lnTo>
                  <a:pt x="113348" y="0"/>
                </a:lnTo>
                <a:lnTo>
                  <a:pt x="121239" y="229"/>
                </a:lnTo>
                <a:lnTo>
                  <a:pt x="128931" y="917"/>
                </a:lnTo>
                <a:lnTo>
                  <a:pt x="136426" y="2064"/>
                </a:lnTo>
                <a:lnTo>
                  <a:pt x="143722" y="3669"/>
                </a:lnTo>
                <a:lnTo>
                  <a:pt x="150819" y="5733"/>
                </a:lnTo>
                <a:lnTo>
                  <a:pt x="157718" y="8255"/>
                </a:lnTo>
                <a:lnTo>
                  <a:pt x="164419" y="11236"/>
                </a:lnTo>
                <a:lnTo>
                  <a:pt x="170921" y="14676"/>
                </a:lnTo>
                <a:lnTo>
                  <a:pt x="177225" y="18574"/>
                </a:lnTo>
                <a:lnTo>
                  <a:pt x="183330" y="22931"/>
                </a:lnTo>
                <a:lnTo>
                  <a:pt x="189237" y="27746"/>
                </a:lnTo>
                <a:lnTo>
                  <a:pt x="194945" y="33020"/>
                </a:lnTo>
                <a:lnTo>
                  <a:pt x="200320" y="38625"/>
                </a:lnTo>
                <a:lnTo>
                  <a:pt x="205228" y="44432"/>
                </a:lnTo>
                <a:lnTo>
                  <a:pt x="209669" y="50443"/>
                </a:lnTo>
                <a:lnTo>
                  <a:pt x="213642" y="56656"/>
                </a:lnTo>
                <a:lnTo>
                  <a:pt x="217148" y="63072"/>
                </a:lnTo>
                <a:lnTo>
                  <a:pt x="220186" y="69691"/>
                </a:lnTo>
                <a:lnTo>
                  <a:pt x="222757" y="76513"/>
                </a:lnTo>
                <a:lnTo>
                  <a:pt x="224861" y="83538"/>
                </a:lnTo>
                <a:lnTo>
                  <a:pt x="226497" y="90765"/>
                </a:lnTo>
                <a:lnTo>
                  <a:pt x="227665" y="98196"/>
                </a:lnTo>
                <a:lnTo>
                  <a:pt x="228366" y="105829"/>
                </a:lnTo>
                <a:lnTo>
                  <a:pt x="228600" y="113665"/>
                </a:lnTo>
                <a:lnTo>
                  <a:pt x="228600" y="116840"/>
                </a:lnTo>
                <a:lnTo>
                  <a:pt x="209550" y="116840"/>
                </a:lnTo>
                <a:lnTo>
                  <a:pt x="209550" y="112712"/>
                </a:lnTo>
                <a:lnTo>
                  <a:pt x="209354" y="106236"/>
                </a:lnTo>
                <a:lnTo>
                  <a:pt x="208765" y="99929"/>
                </a:lnTo>
                <a:lnTo>
                  <a:pt x="207784" y="93791"/>
                </a:lnTo>
                <a:lnTo>
                  <a:pt x="206410" y="87824"/>
                </a:lnTo>
                <a:lnTo>
                  <a:pt x="204644" y="82026"/>
                </a:lnTo>
                <a:lnTo>
                  <a:pt x="202486" y="76398"/>
                </a:lnTo>
                <a:lnTo>
                  <a:pt x="199935" y="70940"/>
                </a:lnTo>
                <a:lnTo>
                  <a:pt x="196991" y="65652"/>
                </a:lnTo>
                <a:lnTo>
                  <a:pt x="193655" y="60533"/>
                </a:lnTo>
                <a:lnTo>
                  <a:pt x="189927" y="55585"/>
                </a:lnTo>
                <a:lnTo>
                  <a:pt x="185806" y="50806"/>
                </a:lnTo>
                <a:lnTo>
                  <a:pt x="181292" y="46196"/>
                </a:lnTo>
                <a:lnTo>
                  <a:pt x="176504" y="41860"/>
                </a:lnTo>
                <a:lnTo>
                  <a:pt x="171556" y="37902"/>
                </a:lnTo>
                <a:lnTo>
                  <a:pt x="166449" y="34320"/>
                </a:lnTo>
                <a:lnTo>
                  <a:pt x="161184" y="31115"/>
                </a:lnTo>
                <a:lnTo>
                  <a:pt x="155760" y="28287"/>
                </a:lnTo>
                <a:lnTo>
                  <a:pt x="150178" y="25837"/>
                </a:lnTo>
                <a:lnTo>
                  <a:pt x="144436" y="23763"/>
                </a:lnTo>
                <a:lnTo>
                  <a:pt x="138536" y="22066"/>
                </a:lnTo>
                <a:lnTo>
                  <a:pt x="132477" y="20747"/>
                </a:lnTo>
                <a:lnTo>
                  <a:pt x="126259" y="19804"/>
                </a:lnTo>
                <a:lnTo>
                  <a:pt x="119883" y="19239"/>
                </a:lnTo>
                <a:lnTo>
                  <a:pt x="113348" y="19050"/>
                </a:lnTo>
                <a:lnTo>
                  <a:pt x="109768" y="19118"/>
                </a:lnTo>
                <a:lnTo>
                  <a:pt x="106226" y="19323"/>
                </a:lnTo>
                <a:lnTo>
                  <a:pt x="102721" y="19665"/>
                </a:lnTo>
                <a:lnTo>
                  <a:pt x="99254" y="20144"/>
                </a:lnTo>
                <a:lnTo>
                  <a:pt x="95824" y="20759"/>
                </a:lnTo>
                <a:lnTo>
                  <a:pt x="92432" y="21511"/>
                </a:lnTo>
                <a:lnTo>
                  <a:pt x="89077" y="22399"/>
                </a:lnTo>
                <a:lnTo>
                  <a:pt x="85760" y="23424"/>
                </a:lnTo>
                <a:lnTo>
                  <a:pt x="82481" y="24586"/>
                </a:lnTo>
                <a:lnTo>
                  <a:pt x="79238" y="25885"/>
                </a:lnTo>
                <a:lnTo>
                  <a:pt x="76034" y="27320"/>
                </a:lnTo>
                <a:lnTo>
                  <a:pt x="72866" y="28892"/>
                </a:lnTo>
                <a:lnTo>
                  <a:pt x="69752" y="30577"/>
                </a:lnTo>
                <a:lnTo>
                  <a:pt x="66706" y="32350"/>
                </a:lnTo>
                <a:lnTo>
                  <a:pt x="63728" y="34211"/>
                </a:lnTo>
                <a:lnTo>
                  <a:pt x="60819" y="36160"/>
                </a:lnTo>
                <a:lnTo>
                  <a:pt x="57978" y="38197"/>
                </a:lnTo>
                <a:lnTo>
                  <a:pt x="55205" y="40322"/>
                </a:lnTo>
                <a:lnTo>
                  <a:pt x="52501" y="42536"/>
                </a:lnTo>
                <a:lnTo>
                  <a:pt x="49865" y="44838"/>
                </a:lnTo>
                <a:lnTo>
                  <a:pt x="47298" y="47228"/>
                </a:lnTo>
                <a:lnTo>
                  <a:pt x="44798" y="49706"/>
                </a:lnTo>
                <a:lnTo>
                  <a:pt x="42368" y="52273"/>
                </a:lnTo>
                <a:lnTo>
                  <a:pt x="40005" y="54928"/>
                </a:lnTo>
                <a:lnTo>
                  <a:pt x="73342" y="54928"/>
                </a:lnTo>
                <a:lnTo>
                  <a:pt x="73342" y="73978"/>
                </a:lnTo>
                <a:lnTo>
                  <a:pt x="6985" y="73978"/>
                </a:lnTo>
                <a:close/>
                <a:moveTo>
                  <a:pt x="0" y="113982"/>
                </a:moveTo>
                <a:lnTo>
                  <a:pt x="19050" y="113982"/>
                </a:lnTo>
                <a:lnTo>
                  <a:pt x="19240" y="120516"/>
                </a:lnTo>
                <a:lnTo>
                  <a:pt x="19808" y="126885"/>
                </a:lnTo>
                <a:lnTo>
                  <a:pt x="20757" y="133092"/>
                </a:lnTo>
                <a:lnTo>
                  <a:pt x="22084" y="139136"/>
                </a:lnTo>
                <a:lnTo>
                  <a:pt x="23790" y="145016"/>
                </a:lnTo>
                <a:lnTo>
                  <a:pt x="25876" y="150733"/>
                </a:lnTo>
                <a:lnTo>
                  <a:pt x="28341" y="156287"/>
                </a:lnTo>
                <a:lnTo>
                  <a:pt x="31186" y="161678"/>
                </a:lnTo>
                <a:lnTo>
                  <a:pt x="34409" y="166906"/>
                </a:lnTo>
                <a:lnTo>
                  <a:pt x="38012" y="171970"/>
                </a:lnTo>
                <a:lnTo>
                  <a:pt x="41994" y="176872"/>
                </a:lnTo>
                <a:lnTo>
                  <a:pt x="46355" y="181610"/>
                </a:lnTo>
                <a:lnTo>
                  <a:pt x="50992" y="186073"/>
                </a:lnTo>
                <a:lnTo>
                  <a:pt x="55801" y="190147"/>
                </a:lnTo>
                <a:lnTo>
                  <a:pt x="60781" y="193834"/>
                </a:lnTo>
                <a:lnTo>
                  <a:pt x="65934" y="197132"/>
                </a:lnTo>
                <a:lnTo>
                  <a:pt x="71259" y="200043"/>
                </a:lnTo>
                <a:lnTo>
                  <a:pt x="76756" y="202565"/>
                </a:lnTo>
                <a:lnTo>
                  <a:pt x="82424" y="204699"/>
                </a:lnTo>
                <a:lnTo>
                  <a:pt x="88265" y="206446"/>
                </a:lnTo>
                <a:lnTo>
                  <a:pt x="94278" y="207804"/>
                </a:lnTo>
                <a:lnTo>
                  <a:pt x="100462" y="208774"/>
                </a:lnTo>
                <a:lnTo>
                  <a:pt x="106819" y="209356"/>
                </a:lnTo>
                <a:lnTo>
                  <a:pt x="113348" y="209550"/>
                </a:lnTo>
                <a:lnTo>
                  <a:pt x="117158" y="209550"/>
                </a:lnTo>
                <a:lnTo>
                  <a:pt x="127952" y="227648"/>
                </a:lnTo>
                <a:lnTo>
                  <a:pt x="127369" y="227750"/>
                </a:lnTo>
                <a:lnTo>
                  <a:pt x="126784" y="227846"/>
                </a:lnTo>
                <a:lnTo>
                  <a:pt x="126196" y="227935"/>
                </a:lnTo>
                <a:lnTo>
                  <a:pt x="125607" y="228018"/>
                </a:lnTo>
                <a:lnTo>
                  <a:pt x="125015" y="228094"/>
                </a:lnTo>
                <a:lnTo>
                  <a:pt x="124420" y="228163"/>
                </a:lnTo>
                <a:lnTo>
                  <a:pt x="123824" y="228226"/>
                </a:lnTo>
                <a:lnTo>
                  <a:pt x="123225" y="228283"/>
                </a:lnTo>
                <a:lnTo>
                  <a:pt x="122624" y="228332"/>
                </a:lnTo>
                <a:lnTo>
                  <a:pt x="122021" y="228375"/>
                </a:lnTo>
                <a:lnTo>
                  <a:pt x="121416" y="228411"/>
                </a:lnTo>
                <a:lnTo>
                  <a:pt x="120809" y="228441"/>
                </a:lnTo>
                <a:lnTo>
                  <a:pt x="120199" y="228467"/>
                </a:lnTo>
                <a:lnTo>
                  <a:pt x="119587" y="228490"/>
                </a:lnTo>
                <a:lnTo>
                  <a:pt x="118973" y="228511"/>
                </a:lnTo>
                <a:lnTo>
                  <a:pt x="118357" y="228529"/>
                </a:lnTo>
                <a:lnTo>
                  <a:pt x="117738" y="228546"/>
                </a:lnTo>
                <a:lnTo>
                  <a:pt x="117118" y="228560"/>
                </a:lnTo>
                <a:lnTo>
                  <a:pt x="116495" y="228572"/>
                </a:lnTo>
                <a:lnTo>
                  <a:pt x="115870" y="228582"/>
                </a:lnTo>
                <a:lnTo>
                  <a:pt x="115243" y="228590"/>
                </a:lnTo>
                <a:lnTo>
                  <a:pt x="114613" y="228596"/>
                </a:lnTo>
                <a:lnTo>
                  <a:pt x="113981" y="228599"/>
                </a:lnTo>
                <a:lnTo>
                  <a:pt x="113348" y="228600"/>
                </a:lnTo>
                <a:lnTo>
                  <a:pt x="105562" y="228367"/>
                </a:lnTo>
                <a:lnTo>
                  <a:pt x="97975" y="227670"/>
                </a:lnTo>
                <a:lnTo>
                  <a:pt x="90587" y="226506"/>
                </a:lnTo>
                <a:lnTo>
                  <a:pt x="83397" y="224878"/>
                </a:lnTo>
                <a:lnTo>
                  <a:pt x="76405" y="222785"/>
                </a:lnTo>
                <a:lnTo>
                  <a:pt x="69612" y="220226"/>
                </a:lnTo>
                <a:lnTo>
                  <a:pt x="63017" y="217202"/>
                </a:lnTo>
                <a:lnTo>
                  <a:pt x="56621" y="213713"/>
                </a:lnTo>
                <a:lnTo>
                  <a:pt x="50423" y="209758"/>
                </a:lnTo>
                <a:lnTo>
                  <a:pt x="44424" y="205339"/>
                </a:lnTo>
                <a:lnTo>
                  <a:pt x="38623" y="200454"/>
                </a:lnTo>
                <a:lnTo>
                  <a:pt x="33020" y="195104"/>
                </a:lnTo>
                <a:lnTo>
                  <a:pt x="27746" y="189423"/>
                </a:lnTo>
                <a:lnTo>
                  <a:pt x="22931" y="183546"/>
                </a:lnTo>
                <a:lnTo>
                  <a:pt x="18574" y="177473"/>
                </a:lnTo>
                <a:lnTo>
                  <a:pt x="14676" y="171203"/>
                </a:lnTo>
                <a:lnTo>
                  <a:pt x="11236" y="164737"/>
                </a:lnTo>
                <a:lnTo>
                  <a:pt x="8255" y="158075"/>
                </a:lnTo>
                <a:lnTo>
                  <a:pt x="5733" y="151217"/>
                </a:lnTo>
                <a:lnTo>
                  <a:pt x="3669" y="144163"/>
                </a:lnTo>
                <a:lnTo>
                  <a:pt x="2064" y="136912"/>
                </a:lnTo>
                <a:lnTo>
                  <a:pt x="917" y="129465"/>
                </a:lnTo>
                <a:lnTo>
                  <a:pt x="229" y="121822"/>
                </a:lnTo>
                <a:lnTo>
                  <a:pt x="0" y="113982"/>
                </a:lnTo>
                <a:close/>
                <a:moveTo>
                  <a:pt x="139700" y="151765"/>
                </a:moveTo>
                <a:lnTo>
                  <a:pt x="105092" y="117792"/>
                </a:lnTo>
                <a:lnTo>
                  <a:pt x="105092" y="49848"/>
                </a:lnTo>
                <a:lnTo>
                  <a:pt x="124142" y="49848"/>
                </a:lnTo>
                <a:lnTo>
                  <a:pt x="124142" y="109855"/>
                </a:lnTo>
                <a:lnTo>
                  <a:pt x="149860" y="134938"/>
                </a:lnTo>
                <a:lnTo>
                  <a:pt x="139700" y="151765"/>
                </a:lnTo>
                <a:close/>
                <a:moveTo>
                  <a:pt x="195262" y="263525"/>
                </a:moveTo>
                <a:lnTo>
                  <a:pt x="192088" y="242570"/>
                </a:lnTo>
                <a:lnTo>
                  <a:pt x="191139" y="242298"/>
                </a:lnTo>
                <a:lnTo>
                  <a:pt x="190200" y="242010"/>
                </a:lnTo>
                <a:lnTo>
                  <a:pt x="189270" y="241707"/>
                </a:lnTo>
                <a:lnTo>
                  <a:pt x="188348" y="241388"/>
                </a:lnTo>
                <a:lnTo>
                  <a:pt x="187435" y="241054"/>
                </a:lnTo>
                <a:lnTo>
                  <a:pt x="186531" y="240705"/>
                </a:lnTo>
                <a:lnTo>
                  <a:pt x="185636" y="240340"/>
                </a:lnTo>
                <a:lnTo>
                  <a:pt x="184750" y="239959"/>
                </a:lnTo>
                <a:lnTo>
                  <a:pt x="183872" y="239564"/>
                </a:lnTo>
                <a:lnTo>
                  <a:pt x="183003" y="239152"/>
                </a:lnTo>
                <a:lnTo>
                  <a:pt x="182144" y="238726"/>
                </a:lnTo>
                <a:lnTo>
                  <a:pt x="181292" y="238284"/>
                </a:lnTo>
                <a:lnTo>
                  <a:pt x="180450" y="237822"/>
                </a:lnTo>
                <a:lnTo>
                  <a:pt x="179617" y="237336"/>
                </a:lnTo>
                <a:lnTo>
                  <a:pt x="178792" y="236825"/>
                </a:lnTo>
                <a:lnTo>
                  <a:pt x="177976" y="236291"/>
                </a:lnTo>
                <a:lnTo>
                  <a:pt x="177169" y="235732"/>
                </a:lnTo>
                <a:lnTo>
                  <a:pt x="176371" y="235148"/>
                </a:lnTo>
                <a:lnTo>
                  <a:pt x="175582" y="234541"/>
                </a:lnTo>
                <a:lnTo>
                  <a:pt x="174801" y="233909"/>
                </a:lnTo>
                <a:lnTo>
                  <a:pt x="174030" y="233253"/>
                </a:lnTo>
                <a:lnTo>
                  <a:pt x="173267" y="232573"/>
                </a:lnTo>
                <a:lnTo>
                  <a:pt x="172513" y="231869"/>
                </a:lnTo>
                <a:lnTo>
                  <a:pt x="171768" y="231140"/>
                </a:lnTo>
                <a:lnTo>
                  <a:pt x="154305" y="234950"/>
                </a:lnTo>
                <a:lnTo>
                  <a:pt x="146368" y="221615"/>
                </a:lnTo>
                <a:lnTo>
                  <a:pt x="161290" y="207645"/>
                </a:lnTo>
                <a:lnTo>
                  <a:pt x="161138" y="207008"/>
                </a:lnTo>
                <a:lnTo>
                  <a:pt x="160999" y="206366"/>
                </a:lnTo>
                <a:lnTo>
                  <a:pt x="160873" y="205720"/>
                </a:lnTo>
                <a:lnTo>
                  <a:pt x="160761" y="205070"/>
                </a:lnTo>
                <a:lnTo>
                  <a:pt x="160662" y="204415"/>
                </a:lnTo>
                <a:lnTo>
                  <a:pt x="160576" y="203756"/>
                </a:lnTo>
                <a:lnTo>
                  <a:pt x="160503" y="203092"/>
                </a:lnTo>
                <a:lnTo>
                  <a:pt x="160443" y="202424"/>
                </a:lnTo>
                <a:lnTo>
                  <a:pt x="160397" y="201751"/>
                </a:lnTo>
                <a:lnTo>
                  <a:pt x="160364" y="201075"/>
                </a:lnTo>
                <a:lnTo>
                  <a:pt x="160344" y="200393"/>
                </a:lnTo>
                <a:lnTo>
                  <a:pt x="160338" y="199708"/>
                </a:lnTo>
                <a:lnTo>
                  <a:pt x="160344" y="199022"/>
                </a:lnTo>
                <a:lnTo>
                  <a:pt x="160364" y="198340"/>
                </a:lnTo>
                <a:lnTo>
                  <a:pt x="160397" y="197664"/>
                </a:lnTo>
                <a:lnTo>
                  <a:pt x="160443" y="196991"/>
                </a:lnTo>
                <a:lnTo>
                  <a:pt x="160503" y="196323"/>
                </a:lnTo>
                <a:lnTo>
                  <a:pt x="160576" y="195659"/>
                </a:lnTo>
                <a:lnTo>
                  <a:pt x="160662" y="195000"/>
                </a:lnTo>
                <a:lnTo>
                  <a:pt x="160761" y="194345"/>
                </a:lnTo>
                <a:lnTo>
                  <a:pt x="160873" y="193695"/>
                </a:lnTo>
                <a:lnTo>
                  <a:pt x="160999" y="193049"/>
                </a:lnTo>
                <a:lnTo>
                  <a:pt x="161138" y="192407"/>
                </a:lnTo>
                <a:lnTo>
                  <a:pt x="161290" y="191770"/>
                </a:lnTo>
                <a:lnTo>
                  <a:pt x="146368" y="177800"/>
                </a:lnTo>
                <a:lnTo>
                  <a:pt x="154305" y="164465"/>
                </a:lnTo>
                <a:lnTo>
                  <a:pt x="171768" y="168275"/>
                </a:lnTo>
                <a:lnTo>
                  <a:pt x="172513" y="167546"/>
                </a:lnTo>
                <a:lnTo>
                  <a:pt x="173267" y="166842"/>
                </a:lnTo>
                <a:lnTo>
                  <a:pt x="174030" y="166162"/>
                </a:lnTo>
                <a:lnTo>
                  <a:pt x="174801" y="165506"/>
                </a:lnTo>
                <a:lnTo>
                  <a:pt x="175582" y="164874"/>
                </a:lnTo>
                <a:lnTo>
                  <a:pt x="176371" y="164267"/>
                </a:lnTo>
                <a:lnTo>
                  <a:pt x="177169" y="163683"/>
                </a:lnTo>
                <a:lnTo>
                  <a:pt x="177976" y="163124"/>
                </a:lnTo>
                <a:lnTo>
                  <a:pt x="178792" y="162590"/>
                </a:lnTo>
                <a:lnTo>
                  <a:pt x="179617" y="162079"/>
                </a:lnTo>
                <a:lnTo>
                  <a:pt x="180450" y="161593"/>
                </a:lnTo>
                <a:lnTo>
                  <a:pt x="181292" y="161131"/>
                </a:lnTo>
                <a:lnTo>
                  <a:pt x="182144" y="160689"/>
                </a:lnTo>
                <a:lnTo>
                  <a:pt x="183003" y="160263"/>
                </a:lnTo>
                <a:lnTo>
                  <a:pt x="183872" y="159851"/>
                </a:lnTo>
                <a:lnTo>
                  <a:pt x="184750" y="159456"/>
                </a:lnTo>
                <a:lnTo>
                  <a:pt x="185636" y="159075"/>
                </a:lnTo>
                <a:lnTo>
                  <a:pt x="186531" y="158710"/>
                </a:lnTo>
                <a:lnTo>
                  <a:pt x="187435" y="158361"/>
                </a:lnTo>
                <a:lnTo>
                  <a:pt x="188348" y="158027"/>
                </a:lnTo>
                <a:lnTo>
                  <a:pt x="189270" y="157708"/>
                </a:lnTo>
                <a:lnTo>
                  <a:pt x="190200" y="157405"/>
                </a:lnTo>
                <a:lnTo>
                  <a:pt x="191139" y="157117"/>
                </a:lnTo>
                <a:lnTo>
                  <a:pt x="192088" y="156845"/>
                </a:lnTo>
                <a:lnTo>
                  <a:pt x="195262" y="135890"/>
                </a:lnTo>
                <a:lnTo>
                  <a:pt x="212408" y="135890"/>
                </a:lnTo>
                <a:lnTo>
                  <a:pt x="215582" y="156845"/>
                </a:lnTo>
                <a:lnTo>
                  <a:pt x="216531" y="157117"/>
                </a:lnTo>
                <a:lnTo>
                  <a:pt x="217470" y="157405"/>
                </a:lnTo>
                <a:lnTo>
                  <a:pt x="218400" y="157708"/>
                </a:lnTo>
                <a:lnTo>
                  <a:pt x="219322" y="158027"/>
                </a:lnTo>
                <a:lnTo>
                  <a:pt x="220235" y="158361"/>
                </a:lnTo>
                <a:lnTo>
                  <a:pt x="221139" y="158710"/>
                </a:lnTo>
                <a:lnTo>
                  <a:pt x="222034" y="159075"/>
                </a:lnTo>
                <a:lnTo>
                  <a:pt x="222920" y="159456"/>
                </a:lnTo>
                <a:lnTo>
                  <a:pt x="223798" y="159851"/>
                </a:lnTo>
                <a:lnTo>
                  <a:pt x="224667" y="160263"/>
                </a:lnTo>
                <a:lnTo>
                  <a:pt x="225526" y="160689"/>
                </a:lnTo>
                <a:lnTo>
                  <a:pt x="226377" y="161131"/>
                </a:lnTo>
                <a:lnTo>
                  <a:pt x="227220" y="161593"/>
                </a:lnTo>
                <a:lnTo>
                  <a:pt x="228053" y="162079"/>
                </a:lnTo>
                <a:lnTo>
                  <a:pt x="228878" y="162590"/>
                </a:lnTo>
                <a:lnTo>
                  <a:pt x="229694" y="163124"/>
                </a:lnTo>
                <a:lnTo>
                  <a:pt x="230501" y="163683"/>
                </a:lnTo>
                <a:lnTo>
                  <a:pt x="231299" y="164267"/>
                </a:lnTo>
                <a:lnTo>
                  <a:pt x="232088" y="164874"/>
                </a:lnTo>
                <a:lnTo>
                  <a:pt x="232869" y="165506"/>
                </a:lnTo>
                <a:lnTo>
                  <a:pt x="233640" y="166162"/>
                </a:lnTo>
                <a:lnTo>
                  <a:pt x="234403" y="166842"/>
                </a:lnTo>
                <a:lnTo>
                  <a:pt x="235157" y="167546"/>
                </a:lnTo>
                <a:lnTo>
                  <a:pt x="235902" y="168275"/>
                </a:lnTo>
                <a:lnTo>
                  <a:pt x="253365" y="164465"/>
                </a:lnTo>
                <a:lnTo>
                  <a:pt x="261302" y="177800"/>
                </a:lnTo>
                <a:lnTo>
                  <a:pt x="246380" y="191770"/>
                </a:lnTo>
                <a:lnTo>
                  <a:pt x="246532" y="192407"/>
                </a:lnTo>
                <a:lnTo>
                  <a:pt x="246671" y="193049"/>
                </a:lnTo>
                <a:lnTo>
                  <a:pt x="246797" y="193695"/>
                </a:lnTo>
                <a:lnTo>
                  <a:pt x="246909" y="194345"/>
                </a:lnTo>
                <a:lnTo>
                  <a:pt x="247008" y="195000"/>
                </a:lnTo>
                <a:lnTo>
                  <a:pt x="247094" y="195659"/>
                </a:lnTo>
                <a:lnTo>
                  <a:pt x="247167" y="196323"/>
                </a:lnTo>
                <a:lnTo>
                  <a:pt x="247227" y="196991"/>
                </a:lnTo>
                <a:lnTo>
                  <a:pt x="247273" y="197664"/>
                </a:lnTo>
                <a:lnTo>
                  <a:pt x="247306" y="198340"/>
                </a:lnTo>
                <a:lnTo>
                  <a:pt x="247326" y="199022"/>
                </a:lnTo>
                <a:lnTo>
                  <a:pt x="247332" y="199708"/>
                </a:lnTo>
                <a:lnTo>
                  <a:pt x="247326" y="200393"/>
                </a:lnTo>
                <a:lnTo>
                  <a:pt x="247306" y="201075"/>
                </a:lnTo>
                <a:lnTo>
                  <a:pt x="247273" y="201751"/>
                </a:lnTo>
                <a:lnTo>
                  <a:pt x="247227" y="202424"/>
                </a:lnTo>
                <a:lnTo>
                  <a:pt x="247167" y="203092"/>
                </a:lnTo>
                <a:lnTo>
                  <a:pt x="247094" y="203756"/>
                </a:lnTo>
                <a:lnTo>
                  <a:pt x="247008" y="204415"/>
                </a:lnTo>
                <a:lnTo>
                  <a:pt x="246909" y="205070"/>
                </a:lnTo>
                <a:lnTo>
                  <a:pt x="246797" y="205720"/>
                </a:lnTo>
                <a:lnTo>
                  <a:pt x="246671" y="206366"/>
                </a:lnTo>
                <a:lnTo>
                  <a:pt x="246532" y="207008"/>
                </a:lnTo>
                <a:lnTo>
                  <a:pt x="246380" y="207645"/>
                </a:lnTo>
                <a:lnTo>
                  <a:pt x="261302" y="221615"/>
                </a:lnTo>
                <a:lnTo>
                  <a:pt x="253365" y="234950"/>
                </a:lnTo>
                <a:lnTo>
                  <a:pt x="235902" y="231140"/>
                </a:lnTo>
                <a:lnTo>
                  <a:pt x="235157" y="231869"/>
                </a:lnTo>
                <a:lnTo>
                  <a:pt x="234403" y="232573"/>
                </a:lnTo>
                <a:lnTo>
                  <a:pt x="233640" y="233253"/>
                </a:lnTo>
                <a:lnTo>
                  <a:pt x="232869" y="233909"/>
                </a:lnTo>
                <a:lnTo>
                  <a:pt x="232088" y="234541"/>
                </a:lnTo>
                <a:lnTo>
                  <a:pt x="231299" y="235148"/>
                </a:lnTo>
                <a:lnTo>
                  <a:pt x="230501" y="235732"/>
                </a:lnTo>
                <a:lnTo>
                  <a:pt x="229694" y="236291"/>
                </a:lnTo>
                <a:lnTo>
                  <a:pt x="228878" y="236825"/>
                </a:lnTo>
                <a:lnTo>
                  <a:pt x="228053" y="237336"/>
                </a:lnTo>
                <a:lnTo>
                  <a:pt x="227220" y="237822"/>
                </a:lnTo>
                <a:lnTo>
                  <a:pt x="226377" y="238284"/>
                </a:lnTo>
                <a:lnTo>
                  <a:pt x="225526" y="238726"/>
                </a:lnTo>
                <a:lnTo>
                  <a:pt x="224667" y="239152"/>
                </a:lnTo>
                <a:lnTo>
                  <a:pt x="223798" y="239564"/>
                </a:lnTo>
                <a:lnTo>
                  <a:pt x="222920" y="239959"/>
                </a:lnTo>
                <a:lnTo>
                  <a:pt x="222034" y="240340"/>
                </a:lnTo>
                <a:lnTo>
                  <a:pt x="221139" y="240705"/>
                </a:lnTo>
                <a:lnTo>
                  <a:pt x="220235" y="241054"/>
                </a:lnTo>
                <a:lnTo>
                  <a:pt x="219322" y="241388"/>
                </a:lnTo>
                <a:lnTo>
                  <a:pt x="218400" y="241707"/>
                </a:lnTo>
                <a:lnTo>
                  <a:pt x="217470" y="242010"/>
                </a:lnTo>
                <a:lnTo>
                  <a:pt x="216531" y="242298"/>
                </a:lnTo>
                <a:lnTo>
                  <a:pt x="215582" y="242570"/>
                </a:lnTo>
                <a:lnTo>
                  <a:pt x="212408" y="263525"/>
                </a:lnTo>
                <a:lnTo>
                  <a:pt x="195262" y="263525"/>
                </a:lnTo>
                <a:close/>
                <a:moveTo>
                  <a:pt x="222250" y="218122"/>
                </a:moveTo>
                <a:lnTo>
                  <a:pt x="223366" y="216927"/>
                </a:lnTo>
                <a:lnTo>
                  <a:pt x="224384" y="215671"/>
                </a:lnTo>
                <a:lnTo>
                  <a:pt x="225306" y="214352"/>
                </a:lnTo>
                <a:lnTo>
                  <a:pt x="226131" y="212972"/>
                </a:lnTo>
                <a:lnTo>
                  <a:pt x="226858" y="211530"/>
                </a:lnTo>
                <a:lnTo>
                  <a:pt x="227489" y="210026"/>
                </a:lnTo>
                <a:lnTo>
                  <a:pt x="228022" y="208461"/>
                </a:lnTo>
                <a:lnTo>
                  <a:pt x="228459" y="206834"/>
                </a:lnTo>
                <a:lnTo>
                  <a:pt x="228798" y="205145"/>
                </a:lnTo>
                <a:lnTo>
                  <a:pt x="229041" y="203394"/>
                </a:lnTo>
                <a:lnTo>
                  <a:pt x="229186" y="201582"/>
                </a:lnTo>
                <a:lnTo>
                  <a:pt x="229235" y="199708"/>
                </a:lnTo>
                <a:lnTo>
                  <a:pt x="229186" y="197833"/>
                </a:lnTo>
                <a:lnTo>
                  <a:pt x="229041" y="196021"/>
                </a:lnTo>
                <a:lnTo>
                  <a:pt x="228798" y="194270"/>
                </a:lnTo>
                <a:lnTo>
                  <a:pt x="228459" y="192581"/>
                </a:lnTo>
                <a:lnTo>
                  <a:pt x="228022" y="190954"/>
                </a:lnTo>
                <a:lnTo>
                  <a:pt x="227489" y="189389"/>
                </a:lnTo>
                <a:lnTo>
                  <a:pt x="226858" y="187885"/>
                </a:lnTo>
                <a:lnTo>
                  <a:pt x="226131" y="186443"/>
                </a:lnTo>
                <a:lnTo>
                  <a:pt x="225306" y="185063"/>
                </a:lnTo>
                <a:lnTo>
                  <a:pt x="224384" y="183744"/>
                </a:lnTo>
                <a:lnTo>
                  <a:pt x="223366" y="182488"/>
                </a:lnTo>
                <a:lnTo>
                  <a:pt x="222250" y="181292"/>
                </a:lnTo>
                <a:lnTo>
                  <a:pt x="221055" y="180177"/>
                </a:lnTo>
                <a:lnTo>
                  <a:pt x="219798" y="179158"/>
                </a:lnTo>
                <a:lnTo>
                  <a:pt x="218480" y="178237"/>
                </a:lnTo>
                <a:lnTo>
                  <a:pt x="217099" y="177412"/>
                </a:lnTo>
                <a:lnTo>
                  <a:pt x="215657" y="176684"/>
                </a:lnTo>
                <a:lnTo>
                  <a:pt x="214154" y="176054"/>
                </a:lnTo>
                <a:lnTo>
                  <a:pt x="212588" y="175520"/>
                </a:lnTo>
                <a:lnTo>
                  <a:pt x="210961" y="175084"/>
                </a:lnTo>
                <a:lnTo>
                  <a:pt x="209272" y="174744"/>
                </a:lnTo>
                <a:lnTo>
                  <a:pt x="207522" y="174502"/>
                </a:lnTo>
                <a:lnTo>
                  <a:pt x="205709" y="174356"/>
                </a:lnTo>
                <a:lnTo>
                  <a:pt x="203835" y="174308"/>
                </a:lnTo>
                <a:lnTo>
                  <a:pt x="201961" y="174356"/>
                </a:lnTo>
                <a:lnTo>
                  <a:pt x="200148" y="174502"/>
                </a:lnTo>
                <a:lnTo>
                  <a:pt x="198398" y="174744"/>
                </a:lnTo>
                <a:lnTo>
                  <a:pt x="196709" y="175084"/>
                </a:lnTo>
                <a:lnTo>
                  <a:pt x="195082" y="175520"/>
                </a:lnTo>
                <a:lnTo>
                  <a:pt x="193516" y="176054"/>
                </a:lnTo>
                <a:lnTo>
                  <a:pt x="192013" y="176684"/>
                </a:lnTo>
                <a:lnTo>
                  <a:pt x="190571" y="177412"/>
                </a:lnTo>
                <a:lnTo>
                  <a:pt x="189190" y="178237"/>
                </a:lnTo>
                <a:lnTo>
                  <a:pt x="187872" y="179158"/>
                </a:lnTo>
                <a:lnTo>
                  <a:pt x="186615" y="180177"/>
                </a:lnTo>
                <a:lnTo>
                  <a:pt x="185420" y="181292"/>
                </a:lnTo>
                <a:lnTo>
                  <a:pt x="184304" y="182488"/>
                </a:lnTo>
                <a:lnTo>
                  <a:pt x="183286" y="183744"/>
                </a:lnTo>
                <a:lnTo>
                  <a:pt x="182364" y="185063"/>
                </a:lnTo>
                <a:lnTo>
                  <a:pt x="181539" y="186443"/>
                </a:lnTo>
                <a:lnTo>
                  <a:pt x="180812" y="187885"/>
                </a:lnTo>
                <a:lnTo>
                  <a:pt x="180181" y="189389"/>
                </a:lnTo>
                <a:lnTo>
                  <a:pt x="179648" y="190954"/>
                </a:lnTo>
                <a:lnTo>
                  <a:pt x="179211" y="192581"/>
                </a:lnTo>
                <a:lnTo>
                  <a:pt x="178872" y="194270"/>
                </a:lnTo>
                <a:lnTo>
                  <a:pt x="178629" y="196021"/>
                </a:lnTo>
                <a:lnTo>
                  <a:pt x="178484" y="197833"/>
                </a:lnTo>
                <a:lnTo>
                  <a:pt x="178435" y="199708"/>
                </a:lnTo>
                <a:lnTo>
                  <a:pt x="178484" y="201582"/>
                </a:lnTo>
                <a:lnTo>
                  <a:pt x="178629" y="203394"/>
                </a:lnTo>
                <a:lnTo>
                  <a:pt x="178872" y="205145"/>
                </a:lnTo>
                <a:lnTo>
                  <a:pt x="179211" y="206834"/>
                </a:lnTo>
                <a:lnTo>
                  <a:pt x="179648" y="208461"/>
                </a:lnTo>
                <a:lnTo>
                  <a:pt x="180181" y="210026"/>
                </a:lnTo>
                <a:lnTo>
                  <a:pt x="180812" y="211530"/>
                </a:lnTo>
                <a:lnTo>
                  <a:pt x="181539" y="212972"/>
                </a:lnTo>
                <a:lnTo>
                  <a:pt x="182364" y="214352"/>
                </a:lnTo>
                <a:lnTo>
                  <a:pt x="183286" y="215671"/>
                </a:lnTo>
                <a:lnTo>
                  <a:pt x="184304" y="216927"/>
                </a:lnTo>
                <a:lnTo>
                  <a:pt x="185420" y="218122"/>
                </a:lnTo>
                <a:lnTo>
                  <a:pt x="186615" y="219238"/>
                </a:lnTo>
                <a:lnTo>
                  <a:pt x="187872" y="220257"/>
                </a:lnTo>
                <a:lnTo>
                  <a:pt x="189190" y="221178"/>
                </a:lnTo>
                <a:lnTo>
                  <a:pt x="190571" y="222003"/>
                </a:lnTo>
                <a:lnTo>
                  <a:pt x="192013" y="222731"/>
                </a:lnTo>
                <a:lnTo>
                  <a:pt x="193516" y="223361"/>
                </a:lnTo>
                <a:lnTo>
                  <a:pt x="195082" y="223895"/>
                </a:lnTo>
                <a:lnTo>
                  <a:pt x="196709" y="224331"/>
                </a:lnTo>
                <a:lnTo>
                  <a:pt x="198398" y="224671"/>
                </a:lnTo>
                <a:lnTo>
                  <a:pt x="200148" y="224913"/>
                </a:lnTo>
                <a:lnTo>
                  <a:pt x="201961" y="225059"/>
                </a:lnTo>
                <a:lnTo>
                  <a:pt x="203835" y="225107"/>
                </a:lnTo>
                <a:lnTo>
                  <a:pt x="205709" y="225059"/>
                </a:lnTo>
                <a:lnTo>
                  <a:pt x="207522" y="224913"/>
                </a:lnTo>
                <a:lnTo>
                  <a:pt x="209272" y="224671"/>
                </a:lnTo>
                <a:lnTo>
                  <a:pt x="210961" y="224331"/>
                </a:lnTo>
                <a:lnTo>
                  <a:pt x="212588" y="223895"/>
                </a:lnTo>
                <a:lnTo>
                  <a:pt x="214154" y="223361"/>
                </a:lnTo>
                <a:lnTo>
                  <a:pt x="215657" y="222731"/>
                </a:lnTo>
                <a:lnTo>
                  <a:pt x="217099" y="222003"/>
                </a:lnTo>
                <a:lnTo>
                  <a:pt x="218480" y="221178"/>
                </a:lnTo>
                <a:lnTo>
                  <a:pt x="219798" y="220257"/>
                </a:lnTo>
                <a:lnTo>
                  <a:pt x="221055" y="219238"/>
                </a:lnTo>
                <a:lnTo>
                  <a:pt x="222250" y="218122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블록 구간 읽기"/>
          <p:cNvSpPr/>
          <p:nvPr/>
        </p:nvSpPr>
        <p:spPr>
          <a:xfrm>
            <a:off x="3009900" y="16764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구간 읽기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SNAPSHOT · 구간 병렬</a:t>
            </a:r>
          </a:p>
        </p:txBody>
      </p:sp>
      <p:sp>
        <p:nvSpPr>
          <p:cNvPr id="14" name="아이콘 database_upload"/>
          <p:cNvSpPr/>
          <p:nvPr/>
        </p:nvSpPr>
        <p:spPr>
          <a:xfrm>
            <a:off x="3810000" y="17983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2555" y="228600"/>
                </a:moveTo>
                <a:lnTo>
                  <a:pt x="122555" y="228441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3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106" y="180456"/>
                </a:lnTo>
                <a:lnTo>
                  <a:pt x="423" y="183026"/>
                </a:lnTo>
                <a:lnTo>
                  <a:pt x="952" y="185509"/>
                </a:lnTo>
                <a:lnTo>
                  <a:pt x="1693" y="187907"/>
                </a:lnTo>
                <a:lnTo>
                  <a:pt x="2646" y="190219"/>
                </a:lnTo>
                <a:lnTo>
                  <a:pt x="3810" y="192445"/>
                </a:lnTo>
                <a:lnTo>
                  <a:pt x="5186" y="194585"/>
                </a:lnTo>
                <a:lnTo>
                  <a:pt x="6773" y="196638"/>
                </a:lnTo>
                <a:lnTo>
                  <a:pt x="8572" y="198606"/>
                </a:lnTo>
                <a:lnTo>
                  <a:pt x="10583" y="200488"/>
                </a:lnTo>
                <a:lnTo>
                  <a:pt x="12806" y="202284"/>
                </a:lnTo>
                <a:lnTo>
                  <a:pt x="15240" y="203994"/>
                </a:lnTo>
                <a:lnTo>
                  <a:pt x="17815" y="205630"/>
                </a:lnTo>
                <a:lnTo>
                  <a:pt x="20461" y="207204"/>
                </a:lnTo>
                <a:lnTo>
                  <a:pt x="23178" y="208717"/>
                </a:lnTo>
                <a:lnTo>
                  <a:pt x="25964" y="210167"/>
                </a:lnTo>
                <a:lnTo>
                  <a:pt x="28822" y="211556"/>
                </a:lnTo>
                <a:lnTo>
                  <a:pt x="31750" y="212884"/>
                </a:lnTo>
                <a:lnTo>
                  <a:pt x="34749" y="214149"/>
                </a:lnTo>
                <a:lnTo>
                  <a:pt x="37818" y="215353"/>
                </a:lnTo>
                <a:lnTo>
                  <a:pt x="40958" y="216495"/>
                </a:lnTo>
                <a:lnTo>
                  <a:pt x="44168" y="217576"/>
                </a:lnTo>
                <a:lnTo>
                  <a:pt x="47449" y="218594"/>
                </a:lnTo>
                <a:lnTo>
                  <a:pt x="50800" y="219551"/>
                </a:lnTo>
                <a:lnTo>
                  <a:pt x="54188" y="220452"/>
                </a:lnTo>
                <a:lnTo>
                  <a:pt x="57578" y="221302"/>
                </a:lnTo>
                <a:lnTo>
                  <a:pt x="60970" y="222101"/>
                </a:lnTo>
                <a:lnTo>
                  <a:pt x="64364" y="222850"/>
                </a:lnTo>
                <a:lnTo>
                  <a:pt x="67761" y="223548"/>
                </a:lnTo>
                <a:lnTo>
                  <a:pt x="71160" y="224195"/>
                </a:lnTo>
                <a:lnTo>
                  <a:pt x="74561" y="224791"/>
                </a:lnTo>
                <a:lnTo>
                  <a:pt x="77964" y="225337"/>
                </a:lnTo>
                <a:lnTo>
                  <a:pt x="81369" y="225832"/>
                </a:lnTo>
                <a:lnTo>
                  <a:pt x="84777" y="226276"/>
                </a:lnTo>
                <a:lnTo>
                  <a:pt x="88187" y="226670"/>
                </a:lnTo>
                <a:lnTo>
                  <a:pt x="91599" y="227013"/>
                </a:lnTo>
                <a:lnTo>
                  <a:pt x="94942" y="227315"/>
                </a:lnTo>
                <a:lnTo>
                  <a:pt x="98147" y="227586"/>
                </a:lnTo>
                <a:lnTo>
                  <a:pt x="101213" y="227826"/>
                </a:lnTo>
                <a:lnTo>
                  <a:pt x="104140" y="228036"/>
                </a:lnTo>
                <a:lnTo>
                  <a:pt x="106928" y="228214"/>
                </a:lnTo>
                <a:lnTo>
                  <a:pt x="109577" y="228362"/>
                </a:lnTo>
                <a:lnTo>
                  <a:pt x="112087" y="228479"/>
                </a:lnTo>
                <a:lnTo>
                  <a:pt x="114459" y="228565"/>
                </a:lnTo>
                <a:lnTo>
                  <a:pt x="116691" y="228620"/>
                </a:lnTo>
                <a:lnTo>
                  <a:pt x="118785" y="228644"/>
                </a:lnTo>
                <a:lnTo>
                  <a:pt x="120739" y="228637"/>
                </a:lnTo>
                <a:lnTo>
                  <a:pt x="122555" y="228600"/>
                </a:lnTo>
                <a:close/>
                <a:moveTo>
                  <a:pt x="113983" y="160655"/>
                </a:moveTo>
                <a:lnTo>
                  <a:pt x="113983" y="160338"/>
                </a:lnTo>
                <a:lnTo>
                  <a:pt x="113983" y="160655"/>
                </a:lnTo>
                <a:lnTo>
                  <a:pt x="111251" y="160645"/>
                </a:lnTo>
                <a:lnTo>
                  <a:pt x="108559" y="160615"/>
                </a:lnTo>
                <a:lnTo>
                  <a:pt x="105906" y="160566"/>
                </a:lnTo>
                <a:lnTo>
                  <a:pt x="103293" y="160496"/>
                </a:lnTo>
                <a:lnTo>
                  <a:pt x="100720" y="160407"/>
                </a:lnTo>
                <a:lnTo>
                  <a:pt x="98187" y="160298"/>
                </a:lnTo>
                <a:lnTo>
                  <a:pt x="95693" y="160169"/>
                </a:lnTo>
                <a:lnTo>
                  <a:pt x="93239" y="160020"/>
                </a:lnTo>
                <a:lnTo>
                  <a:pt x="90825" y="159851"/>
                </a:lnTo>
                <a:lnTo>
                  <a:pt x="88450" y="159663"/>
                </a:lnTo>
                <a:lnTo>
                  <a:pt x="86115" y="159454"/>
                </a:lnTo>
                <a:lnTo>
                  <a:pt x="83820" y="159226"/>
                </a:lnTo>
                <a:lnTo>
                  <a:pt x="81560" y="158978"/>
                </a:lnTo>
                <a:lnTo>
                  <a:pt x="79331" y="158710"/>
                </a:lnTo>
                <a:lnTo>
                  <a:pt x="77133" y="158423"/>
                </a:lnTo>
                <a:lnTo>
                  <a:pt x="74965" y="158115"/>
                </a:lnTo>
                <a:lnTo>
                  <a:pt x="72829" y="157788"/>
                </a:lnTo>
                <a:lnTo>
                  <a:pt x="70723" y="157440"/>
                </a:lnTo>
                <a:lnTo>
                  <a:pt x="68648" y="157073"/>
                </a:lnTo>
                <a:lnTo>
                  <a:pt x="66604" y="156686"/>
                </a:lnTo>
                <a:lnTo>
                  <a:pt x="64591" y="156279"/>
                </a:lnTo>
                <a:lnTo>
                  <a:pt x="62609" y="155853"/>
                </a:lnTo>
                <a:lnTo>
                  <a:pt x="60658" y="155406"/>
                </a:lnTo>
                <a:lnTo>
                  <a:pt x="58738" y="154940"/>
                </a:lnTo>
                <a:lnTo>
                  <a:pt x="56844" y="154456"/>
                </a:lnTo>
                <a:lnTo>
                  <a:pt x="54972" y="153957"/>
                </a:lnTo>
                <a:lnTo>
                  <a:pt x="53122" y="153442"/>
                </a:lnTo>
                <a:lnTo>
                  <a:pt x="51294" y="152912"/>
                </a:lnTo>
                <a:lnTo>
                  <a:pt x="49488" y="152366"/>
                </a:lnTo>
                <a:lnTo>
                  <a:pt x="47704" y="151805"/>
                </a:lnTo>
                <a:lnTo>
                  <a:pt x="45943" y="151228"/>
                </a:lnTo>
                <a:lnTo>
                  <a:pt x="44203" y="150636"/>
                </a:lnTo>
                <a:lnTo>
                  <a:pt x="42485" y="150029"/>
                </a:lnTo>
                <a:lnTo>
                  <a:pt x="40790" y="149406"/>
                </a:lnTo>
                <a:lnTo>
                  <a:pt x="39116" y="148767"/>
                </a:lnTo>
                <a:lnTo>
                  <a:pt x="37465" y="148114"/>
                </a:lnTo>
                <a:lnTo>
                  <a:pt x="35833" y="147445"/>
                </a:lnTo>
                <a:lnTo>
                  <a:pt x="34219" y="146760"/>
                </a:lnTo>
                <a:lnTo>
                  <a:pt x="32623" y="146060"/>
                </a:lnTo>
                <a:lnTo>
                  <a:pt x="31044" y="145344"/>
                </a:lnTo>
                <a:lnTo>
                  <a:pt x="29483" y="144614"/>
                </a:lnTo>
                <a:lnTo>
                  <a:pt x="27940" y="143867"/>
                </a:lnTo>
                <a:lnTo>
                  <a:pt x="26414" y="143105"/>
                </a:lnTo>
                <a:lnTo>
                  <a:pt x="24906" y="142328"/>
                </a:lnTo>
                <a:lnTo>
                  <a:pt x="23416" y="141536"/>
                </a:lnTo>
                <a:lnTo>
                  <a:pt x="21943" y="140727"/>
                </a:lnTo>
                <a:lnTo>
                  <a:pt x="20488" y="139904"/>
                </a:lnTo>
                <a:lnTo>
                  <a:pt x="19050" y="139065"/>
                </a:lnTo>
                <a:lnTo>
                  <a:pt x="20488" y="139904"/>
                </a:lnTo>
                <a:lnTo>
                  <a:pt x="21943" y="140727"/>
                </a:lnTo>
                <a:lnTo>
                  <a:pt x="23416" y="141536"/>
                </a:lnTo>
                <a:lnTo>
                  <a:pt x="24906" y="142328"/>
                </a:lnTo>
                <a:lnTo>
                  <a:pt x="26414" y="143105"/>
                </a:lnTo>
                <a:lnTo>
                  <a:pt x="27940" y="143867"/>
                </a:lnTo>
                <a:lnTo>
                  <a:pt x="29483" y="144614"/>
                </a:lnTo>
                <a:lnTo>
                  <a:pt x="31044" y="145344"/>
                </a:lnTo>
                <a:lnTo>
                  <a:pt x="32623" y="146060"/>
                </a:lnTo>
                <a:lnTo>
                  <a:pt x="34219" y="146760"/>
                </a:lnTo>
                <a:lnTo>
                  <a:pt x="35833" y="147445"/>
                </a:lnTo>
                <a:lnTo>
                  <a:pt x="37465" y="148114"/>
                </a:lnTo>
                <a:lnTo>
                  <a:pt x="39116" y="148767"/>
                </a:lnTo>
                <a:lnTo>
                  <a:pt x="40790" y="149406"/>
                </a:lnTo>
                <a:lnTo>
                  <a:pt x="42485" y="150029"/>
                </a:lnTo>
                <a:lnTo>
                  <a:pt x="44203" y="150636"/>
                </a:lnTo>
                <a:lnTo>
                  <a:pt x="45943" y="151228"/>
                </a:lnTo>
                <a:lnTo>
                  <a:pt x="47704" y="151805"/>
                </a:lnTo>
                <a:lnTo>
                  <a:pt x="49488" y="152366"/>
                </a:lnTo>
                <a:lnTo>
                  <a:pt x="51294" y="152912"/>
                </a:lnTo>
                <a:lnTo>
                  <a:pt x="53122" y="153442"/>
                </a:lnTo>
                <a:lnTo>
                  <a:pt x="54972" y="153957"/>
                </a:lnTo>
                <a:lnTo>
                  <a:pt x="56844" y="154456"/>
                </a:lnTo>
                <a:lnTo>
                  <a:pt x="58738" y="154940"/>
                </a:lnTo>
                <a:lnTo>
                  <a:pt x="60658" y="155406"/>
                </a:lnTo>
                <a:lnTo>
                  <a:pt x="62609" y="155853"/>
                </a:lnTo>
                <a:lnTo>
                  <a:pt x="64591" y="156279"/>
                </a:lnTo>
                <a:lnTo>
                  <a:pt x="66604" y="156686"/>
                </a:lnTo>
                <a:lnTo>
                  <a:pt x="68648" y="157073"/>
                </a:lnTo>
                <a:lnTo>
                  <a:pt x="70723" y="157440"/>
                </a:lnTo>
                <a:lnTo>
                  <a:pt x="72829" y="157788"/>
                </a:lnTo>
                <a:lnTo>
                  <a:pt x="74965" y="158115"/>
                </a:lnTo>
                <a:lnTo>
                  <a:pt x="77133" y="158423"/>
                </a:lnTo>
                <a:lnTo>
                  <a:pt x="79331" y="158710"/>
                </a:lnTo>
                <a:lnTo>
                  <a:pt x="81560" y="158978"/>
                </a:lnTo>
                <a:lnTo>
                  <a:pt x="83820" y="159226"/>
                </a:lnTo>
                <a:lnTo>
                  <a:pt x="86115" y="159454"/>
                </a:lnTo>
                <a:lnTo>
                  <a:pt x="88450" y="159663"/>
                </a:lnTo>
                <a:lnTo>
                  <a:pt x="90825" y="159851"/>
                </a:lnTo>
                <a:lnTo>
                  <a:pt x="93239" y="160020"/>
                </a:lnTo>
                <a:lnTo>
                  <a:pt x="95693" y="160169"/>
                </a:lnTo>
                <a:lnTo>
                  <a:pt x="98187" y="160298"/>
                </a:lnTo>
                <a:lnTo>
                  <a:pt x="100720" y="160407"/>
                </a:lnTo>
                <a:lnTo>
                  <a:pt x="103293" y="160496"/>
                </a:lnTo>
                <a:lnTo>
                  <a:pt x="105906" y="160566"/>
                </a:lnTo>
                <a:lnTo>
                  <a:pt x="108559" y="160615"/>
                </a:lnTo>
                <a:lnTo>
                  <a:pt x="111251" y="160645"/>
                </a:lnTo>
                <a:lnTo>
                  <a:pt x="113983" y="160655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88912" y="229870"/>
                </a:moveTo>
                <a:lnTo>
                  <a:pt x="198437" y="229870"/>
                </a:lnTo>
                <a:lnTo>
                  <a:pt x="198437" y="175578"/>
                </a:lnTo>
                <a:lnTo>
                  <a:pt x="222885" y="200025"/>
                </a:lnTo>
                <a:lnTo>
                  <a:pt x="229552" y="193358"/>
                </a:lnTo>
                <a:lnTo>
                  <a:pt x="193675" y="157480"/>
                </a:lnTo>
                <a:lnTo>
                  <a:pt x="157798" y="193358"/>
                </a:lnTo>
                <a:lnTo>
                  <a:pt x="164465" y="200025"/>
                </a:lnTo>
                <a:lnTo>
                  <a:pt x="188912" y="175578"/>
                </a:lnTo>
                <a:lnTo>
                  <a:pt x="188912" y="229870"/>
                </a:lnTo>
                <a:close/>
                <a:moveTo>
                  <a:pt x="151130" y="236379"/>
                </a:moveTo>
                <a:lnTo>
                  <a:pt x="148290" y="233392"/>
                </a:lnTo>
                <a:lnTo>
                  <a:pt x="145697" y="230307"/>
                </a:lnTo>
                <a:lnTo>
                  <a:pt x="143351" y="227122"/>
                </a:lnTo>
                <a:lnTo>
                  <a:pt x="141252" y="223838"/>
                </a:lnTo>
                <a:lnTo>
                  <a:pt x="139400" y="220454"/>
                </a:lnTo>
                <a:lnTo>
                  <a:pt x="137795" y="216972"/>
                </a:lnTo>
                <a:lnTo>
                  <a:pt x="136437" y="213390"/>
                </a:lnTo>
                <a:lnTo>
                  <a:pt x="135326" y="209709"/>
                </a:lnTo>
                <a:lnTo>
                  <a:pt x="134461" y="205929"/>
                </a:lnTo>
                <a:lnTo>
                  <a:pt x="133844" y="202049"/>
                </a:lnTo>
                <a:lnTo>
                  <a:pt x="133473" y="198070"/>
                </a:lnTo>
                <a:lnTo>
                  <a:pt x="133350" y="193992"/>
                </a:lnTo>
                <a:lnTo>
                  <a:pt x="133473" y="189863"/>
                </a:lnTo>
                <a:lnTo>
                  <a:pt x="133844" y="185835"/>
                </a:lnTo>
                <a:lnTo>
                  <a:pt x="134461" y="181908"/>
                </a:lnTo>
                <a:lnTo>
                  <a:pt x="135326" y="178082"/>
                </a:lnTo>
                <a:lnTo>
                  <a:pt x="136437" y="174358"/>
                </a:lnTo>
                <a:lnTo>
                  <a:pt x="137795" y="170736"/>
                </a:lnTo>
                <a:lnTo>
                  <a:pt x="139400" y="167214"/>
                </a:lnTo>
                <a:lnTo>
                  <a:pt x="141252" y="163795"/>
                </a:lnTo>
                <a:lnTo>
                  <a:pt x="143351" y="160476"/>
                </a:lnTo>
                <a:lnTo>
                  <a:pt x="145697" y="157260"/>
                </a:lnTo>
                <a:lnTo>
                  <a:pt x="148290" y="154144"/>
                </a:lnTo>
                <a:lnTo>
                  <a:pt x="151130" y="151130"/>
                </a:lnTo>
                <a:lnTo>
                  <a:pt x="154142" y="148290"/>
                </a:lnTo>
                <a:lnTo>
                  <a:pt x="157251" y="145697"/>
                </a:lnTo>
                <a:lnTo>
                  <a:pt x="160457" y="143351"/>
                </a:lnTo>
                <a:lnTo>
                  <a:pt x="163759" y="141252"/>
                </a:lnTo>
                <a:lnTo>
                  <a:pt x="167159" y="139400"/>
                </a:lnTo>
                <a:lnTo>
                  <a:pt x="170656" y="137795"/>
                </a:lnTo>
                <a:lnTo>
                  <a:pt x="174250" y="136437"/>
                </a:lnTo>
                <a:lnTo>
                  <a:pt x="177941" y="135326"/>
                </a:lnTo>
                <a:lnTo>
                  <a:pt x="181729" y="134461"/>
                </a:lnTo>
                <a:lnTo>
                  <a:pt x="185614" y="133844"/>
                </a:lnTo>
                <a:lnTo>
                  <a:pt x="189596" y="133473"/>
                </a:lnTo>
                <a:lnTo>
                  <a:pt x="193675" y="133350"/>
                </a:lnTo>
                <a:lnTo>
                  <a:pt x="197754" y="133473"/>
                </a:lnTo>
                <a:lnTo>
                  <a:pt x="201736" y="133844"/>
                </a:lnTo>
                <a:lnTo>
                  <a:pt x="205621" y="134461"/>
                </a:lnTo>
                <a:lnTo>
                  <a:pt x="209409" y="135326"/>
                </a:lnTo>
                <a:lnTo>
                  <a:pt x="213100" y="136437"/>
                </a:lnTo>
                <a:lnTo>
                  <a:pt x="216694" y="137795"/>
                </a:lnTo>
                <a:lnTo>
                  <a:pt x="220191" y="139400"/>
                </a:lnTo>
                <a:lnTo>
                  <a:pt x="223591" y="141252"/>
                </a:lnTo>
                <a:lnTo>
                  <a:pt x="226893" y="143351"/>
                </a:lnTo>
                <a:lnTo>
                  <a:pt x="230099" y="145697"/>
                </a:lnTo>
                <a:lnTo>
                  <a:pt x="233208" y="148290"/>
                </a:lnTo>
                <a:lnTo>
                  <a:pt x="236220" y="151130"/>
                </a:lnTo>
                <a:lnTo>
                  <a:pt x="239060" y="154144"/>
                </a:lnTo>
                <a:lnTo>
                  <a:pt x="241653" y="157260"/>
                </a:lnTo>
                <a:lnTo>
                  <a:pt x="243999" y="160476"/>
                </a:lnTo>
                <a:lnTo>
                  <a:pt x="246098" y="163795"/>
                </a:lnTo>
                <a:lnTo>
                  <a:pt x="247950" y="167214"/>
                </a:lnTo>
                <a:lnTo>
                  <a:pt x="249555" y="170736"/>
                </a:lnTo>
                <a:lnTo>
                  <a:pt x="250913" y="174358"/>
                </a:lnTo>
                <a:lnTo>
                  <a:pt x="252024" y="178082"/>
                </a:lnTo>
                <a:lnTo>
                  <a:pt x="252889" y="181908"/>
                </a:lnTo>
                <a:lnTo>
                  <a:pt x="253506" y="185835"/>
                </a:lnTo>
                <a:lnTo>
                  <a:pt x="253877" y="189863"/>
                </a:lnTo>
                <a:lnTo>
                  <a:pt x="254000" y="193992"/>
                </a:lnTo>
                <a:lnTo>
                  <a:pt x="253877" y="198070"/>
                </a:lnTo>
                <a:lnTo>
                  <a:pt x="253506" y="202049"/>
                </a:lnTo>
                <a:lnTo>
                  <a:pt x="252889" y="205929"/>
                </a:lnTo>
                <a:lnTo>
                  <a:pt x="252024" y="209709"/>
                </a:lnTo>
                <a:lnTo>
                  <a:pt x="250913" y="213390"/>
                </a:lnTo>
                <a:lnTo>
                  <a:pt x="249555" y="216972"/>
                </a:lnTo>
                <a:lnTo>
                  <a:pt x="247950" y="220454"/>
                </a:lnTo>
                <a:lnTo>
                  <a:pt x="246098" y="223838"/>
                </a:lnTo>
                <a:lnTo>
                  <a:pt x="243999" y="227122"/>
                </a:lnTo>
                <a:lnTo>
                  <a:pt x="241653" y="230307"/>
                </a:lnTo>
                <a:lnTo>
                  <a:pt x="239060" y="233392"/>
                </a:lnTo>
                <a:lnTo>
                  <a:pt x="236220" y="236379"/>
                </a:lnTo>
                <a:lnTo>
                  <a:pt x="233208" y="239193"/>
                </a:lnTo>
                <a:lnTo>
                  <a:pt x="230099" y="241763"/>
                </a:lnTo>
                <a:lnTo>
                  <a:pt x="226893" y="244088"/>
                </a:lnTo>
                <a:lnTo>
                  <a:pt x="223591" y="246168"/>
                </a:lnTo>
                <a:lnTo>
                  <a:pt x="220191" y="248004"/>
                </a:lnTo>
                <a:lnTo>
                  <a:pt x="216694" y="249595"/>
                </a:lnTo>
                <a:lnTo>
                  <a:pt x="213100" y="250941"/>
                </a:lnTo>
                <a:lnTo>
                  <a:pt x="209409" y="252042"/>
                </a:lnTo>
                <a:lnTo>
                  <a:pt x="205621" y="252899"/>
                </a:lnTo>
                <a:lnTo>
                  <a:pt x="201736" y="253511"/>
                </a:lnTo>
                <a:lnTo>
                  <a:pt x="197754" y="253878"/>
                </a:lnTo>
                <a:lnTo>
                  <a:pt x="193675" y="254000"/>
                </a:lnTo>
                <a:lnTo>
                  <a:pt x="189596" y="253878"/>
                </a:lnTo>
                <a:lnTo>
                  <a:pt x="185614" y="253511"/>
                </a:lnTo>
                <a:lnTo>
                  <a:pt x="181729" y="252899"/>
                </a:lnTo>
                <a:lnTo>
                  <a:pt x="177941" y="252042"/>
                </a:lnTo>
                <a:lnTo>
                  <a:pt x="174250" y="250941"/>
                </a:lnTo>
                <a:lnTo>
                  <a:pt x="170656" y="249595"/>
                </a:lnTo>
                <a:lnTo>
                  <a:pt x="167159" y="248004"/>
                </a:lnTo>
                <a:lnTo>
                  <a:pt x="163759" y="246168"/>
                </a:lnTo>
                <a:lnTo>
                  <a:pt x="160457" y="244088"/>
                </a:lnTo>
                <a:lnTo>
                  <a:pt x="157251" y="241763"/>
                </a:lnTo>
                <a:lnTo>
                  <a:pt x="154142" y="239193"/>
                </a:lnTo>
                <a:lnTo>
                  <a:pt x="151130" y="236379"/>
                </a:lnTo>
                <a:close/>
                <a:moveTo>
                  <a:pt x="115888" y="209550"/>
                </a:moveTo>
                <a:lnTo>
                  <a:pt x="116052" y="210394"/>
                </a:lnTo>
                <a:lnTo>
                  <a:pt x="116227" y="211235"/>
                </a:lnTo>
                <a:lnTo>
                  <a:pt x="116413" y="212070"/>
                </a:lnTo>
                <a:lnTo>
                  <a:pt x="116611" y="212901"/>
                </a:lnTo>
                <a:lnTo>
                  <a:pt x="116819" y="213728"/>
                </a:lnTo>
                <a:lnTo>
                  <a:pt x="117038" y="214551"/>
                </a:lnTo>
                <a:lnTo>
                  <a:pt x="117269" y="215369"/>
                </a:lnTo>
                <a:lnTo>
                  <a:pt x="117510" y="216182"/>
                </a:lnTo>
                <a:lnTo>
                  <a:pt x="117763" y="216991"/>
                </a:lnTo>
                <a:lnTo>
                  <a:pt x="118026" y="217796"/>
                </a:lnTo>
                <a:lnTo>
                  <a:pt x="118301" y="218597"/>
                </a:lnTo>
                <a:lnTo>
                  <a:pt x="118586" y="219393"/>
                </a:lnTo>
                <a:lnTo>
                  <a:pt x="118881" y="220184"/>
                </a:lnTo>
                <a:lnTo>
                  <a:pt x="119182" y="220971"/>
                </a:lnTo>
                <a:lnTo>
                  <a:pt x="119489" y="221754"/>
                </a:lnTo>
                <a:lnTo>
                  <a:pt x="119803" y="222532"/>
                </a:lnTo>
                <a:lnTo>
                  <a:pt x="120124" y="223306"/>
                </a:lnTo>
                <a:lnTo>
                  <a:pt x="120452" y="224076"/>
                </a:lnTo>
                <a:lnTo>
                  <a:pt x="120786" y="224841"/>
                </a:lnTo>
                <a:lnTo>
                  <a:pt x="121126" y="225601"/>
                </a:lnTo>
                <a:lnTo>
                  <a:pt x="121474" y="226358"/>
                </a:lnTo>
                <a:lnTo>
                  <a:pt x="121827" y="227110"/>
                </a:lnTo>
                <a:lnTo>
                  <a:pt x="122188" y="227857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3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22555"/>
                </a:lnTo>
                <a:lnTo>
                  <a:pt x="227857" y="122188"/>
                </a:lnTo>
                <a:lnTo>
                  <a:pt x="227110" y="121827"/>
                </a:lnTo>
                <a:lnTo>
                  <a:pt x="226358" y="121474"/>
                </a:lnTo>
                <a:lnTo>
                  <a:pt x="225601" y="121126"/>
                </a:lnTo>
                <a:lnTo>
                  <a:pt x="224841" y="120786"/>
                </a:lnTo>
                <a:lnTo>
                  <a:pt x="224076" y="120452"/>
                </a:lnTo>
                <a:lnTo>
                  <a:pt x="223306" y="120124"/>
                </a:lnTo>
                <a:lnTo>
                  <a:pt x="222532" y="119803"/>
                </a:lnTo>
                <a:lnTo>
                  <a:pt x="221754" y="119489"/>
                </a:lnTo>
                <a:lnTo>
                  <a:pt x="220971" y="119182"/>
                </a:lnTo>
                <a:lnTo>
                  <a:pt x="220184" y="118881"/>
                </a:lnTo>
                <a:lnTo>
                  <a:pt x="219392" y="118586"/>
                </a:lnTo>
                <a:lnTo>
                  <a:pt x="218597" y="118301"/>
                </a:lnTo>
                <a:lnTo>
                  <a:pt x="217796" y="118026"/>
                </a:lnTo>
                <a:lnTo>
                  <a:pt x="216991" y="117763"/>
                </a:lnTo>
                <a:lnTo>
                  <a:pt x="216182" y="117510"/>
                </a:lnTo>
                <a:lnTo>
                  <a:pt x="215369" y="117269"/>
                </a:lnTo>
                <a:lnTo>
                  <a:pt x="214551" y="117038"/>
                </a:lnTo>
                <a:lnTo>
                  <a:pt x="213728" y="116819"/>
                </a:lnTo>
                <a:lnTo>
                  <a:pt x="212901" y="116611"/>
                </a:lnTo>
                <a:lnTo>
                  <a:pt x="212070" y="116413"/>
                </a:lnTo>
                <a:lnTo>
                  <a:pt x="211235" y="116227"/>
                </a:lnTo>
                <a:lnTo>
                  <a:pt x="210394" y="116052"/>
                </a:lnTo>
                <a:lnTo>
                  <a:pt x="209550" y="115888"/>
                </a:lnTo>
                <a:lnTo>
                  <a:pt x="209550" y="70485"/>
                </a:lnTo>
                <a:lnTo>
                  <a:pt x="206384" y="72199"/>
                </a:lnTo>
                <a:lnTo>
                  <a:pt x="203129" y="73850"/>
                </a:lnTo>
                <a:lnTo>
                  <a:pt x="199787" y="75436"/>
                </a:lnTo>
                <a:lnTo>
                  <a:pt x="196356" y="76958"/>
                </a:lnTo>
                <a:lnTo>
                  <a:pt x="192837" y="78417"/>
                </a:lnTo>
                <a:lnTo>
                  <a:pt x="189230" y="79812"/>
                </a:lnTo>
                <a:lnTo>
                  <a:pt x="185535" y="81142"/>
                </a:lnTo>
                <a:lnTo>
                  <a:pt x="181751" y="82409"/>
                </a:lnTo>
                <a:lnTo>
                  <a:pt x="177879" y="83612"/>
                </a:lnTo>
                <a:lnTo>
                  <a:pt x="173919" y="84750"/>
                </a:lnTo>
                <a:lnTo>
                  <a:pt x="169871" y="85825"/>
                </a:lnTo>
                <a:lnTo>
                  <a:pt x="165735" y="86836"/>
                </a:lnTo>
                <a:lnTo>
                  <a:pt x="161544" y="87774"/>
                </a:lnTo>
                <a:lnTo>
                  <a:pt x="157330" y="88631"/>
                </a:lnTo>
                <a:lnTo>
                  <a:pt x="153095" y="89406"/>
                </a:lnTo>
                <a:lnTo>
                  <a:pt x="148837" y="90099"/>
                </a:lnTo>
                <a:lnTo>
                  <a:pt x="144557" y="90711"/>
                </a:lnTo>
                <a:lnTo>
                  <a:pt x="140256" y="91242"/>
                </a:lnTo>
                <a:lnTo>
                  <a:pt x="135932" y="91690"/>
                </a:lnTo>
                <a:lnTo>
                  <a:pt x="131586" y="92057"/>
                </a:lnTo>
                <a:lnTo>
                  <a:pt x="127218" y="92343"/>
                </a:lnTo>
                <a:lnTo>
                  <a:pt x="122828" y="92547"/>
                </a:lnTo>
                <a:lnTo>
                  <a:pt x="118416" y="92669"/>
                </a:lnTo>
                <a:lnTo>
                  <a:pt x="113983" y="92710"/>
                </a:lnTo>
                <a:lnTo>
                  <a:pt x="109497" y="92669"/>
                </a:lnTo>
                <a:lnTo>
                  <a:pt x="105035" y="92547"/>
                </a:lnTo>
                <a:lnTo>
                  <a:pt x="100598" y="92343"/>
                </a:lnTo>
                <a:lnTo>
                  <a:pt x="96185" y="92057"/>
                </a:lnTo>
                <a:lnTo>
                  <a:pt x="91796" y="91690"/>
                </a:lnTo>
                <a:lnTo>
                  <a:pt x="87432" y="91242"/>
                </a:lnTo>
                <a:lnTo>
                  <a:pt x="83091" y="90711"/>
                </a:lnTo>
                <a:lnTo>
                  <a:pt x="78775" y="90099"/>
                </a:lnTo>
                <a:lnTo>
                  <a:pt x="74484" y="89406"/>
                </a:lnTo>
                <a:lnTo>
                  <a:pt x="70216" y="88631"/>
                </a:lnTo>
                <a:lnTo>
                  <a:pt x="65973" y="87774"/>
                </a:lnTo>
                <a:lnTo>
                  <a:pt x="61754" y="86836"/>
                </a:lnTo>
                <a:lnTo>
                  <a:pt x="57601" y="85825"/>
                </a:lnTo>
                <a:lnTo>
                  <a:pt x="53556" y="84750"/>
                </a:lnTo>
                <a:lnTo>
                  <a:pt x="49619" y="83612"/>
                </a:lnTo>
                <a:lnTo>
                  <a:pt x="45791" y="82409"/>
                </a:lnTo>
                <a:lnTo>
                  <a:pt x="42070" y="81142"/>
                </a:lnTo>
                <a:lnTo>
                  <a:pt x="38457" y="79812"/>
                </a:lnTo>
                <a:lnTo>
                  <a:pt x="34953" y="78417"/>
                </a:lnTo>
                <a:lnTo>
                  <a:pt x="31556" y="76958"/>
                </a:lnTo>
                <a:lnTo>
                  <a:pt x="28267" y="75436"/>
                </a:lnTo>
                <a:lnTo>
                  <a:pt x="25087" y="73850"/>
                </a:lnTo>
                <a:lnTo>
                  <a:pt x="22014" y="72199"/>
                </a:lnTo>
                <a:lnTo>
                  <a:pt x="19050" y="70485"/>
                </a:lnTo>
                <a:lnTo>
                  <a:pt x="19050" y="119698"/>
                </a:lnTo>
                <a:lnTo>
                  <a:pt x="21963" y="121361"/>
                </a:lnTo>
                <a:lnTo>
                  <a:pt x="24985" y="122965"/>
                </a:lnTo>
                <a:lnTo>
                  <a:pt x="28119" y="124510"/>
                </a:lnTo>
                <a:lnTo>
                  <a:pt x="31362" y="125995"/>
                </a:lnTo>
                <a:lnTo>
                  <a:pt x="34716" y="127420"/>
                </a:lnTo>
                <a:lnTo>
                  <a:pt x="38179" y="128786"/>
                </a:lnTo>
                <a:lnTo>
                  <a:pt x="41753" y="130092"/>
                </a:lnTo>
                <a:lnTo>
                  <a:pt x="45438" y="131339"/>
                </a:lnTo>
                <a:lnTo>
                  <a:pt x="49232" y="132526"/>
                </a:lnTo>
                <a:lnTo>
                  <a:pt x="53137" y="133654"/>
                </a:lnTo>
                <a:lnTo>
                  <a:pt x="57152" y="134723"/>
                </a:lnTo>
                <a:lnTo>
                  <a:pt x="61278" y="135731"/>
                </a:lnTo>
                <a:lnTo>
                  <a:pt x="65476" y="136669"/>
                </a:lnTo>
                <a:lnTo>
                  <a:pt x="69709" y="137526"/>
                </a:lnTo>
                <a:lnTo>
                  <a:pt x="73978" y="138301"/>
                </a:lnTo>
                <a:lnTo>
                  <a:pt x="78281" y="138994"/>
                </a:lnTo>
                <a:lnTo>
                  <a:pt x="82621" y="139606"/>
                </a:lnTo>
                <a:lnTo>
                  <a:pt x="86995" y="140137"/>
                </a:lnTo>
                <a:lnTo>
                  <a:pt x="91405" y="140585"/>
                </a:lnTo>
                <a:lnTo>
                  <a:pt x="95850" y="140952"/>
                </a:lnTo>
                <a:lnTo>
                  <a:pt x="100330" y="141238"/>
                </a:lnTo>
                <a:lnTo>
                  <a:pt x="104846" y="141442"/>
                </a:lnTo>
                <a:lnTo>
                  <a:pt x="109396" y="141564"/>
                </a:lnTo>
                <a:lnTo>
                  <a:pt x="113983" y="141605"/>
                </a:lnTo>
                <a:lnTo>
                  <a:pt x="114880" y="141604"/>
                </a:lnTo>
                <a:lnTo>
                  <a:pt x="115773" y="141601"/>
                </a:lnTo>
                <a:lnTo>
                  <a:pt x="116661" y="141595"/>
                </a:lnTo>
                <a:lnTo>
                  <a:pt x="117546" y="141587"/>
                </a:lnTo>
                <a:lnTo>
                  <a:pt x="118425" y="141577"/>
                </a:lnTo>
                <a:lnTo>
                  <a:pt x="119301" y="141565"/>
                </a:lnTo>
                <a:lnTo>
                  <a:pt x="120172" y="141551"/>
                </a:lnTo>
                <a:lnTo>
                  <a:pt x="121038" y="141534"/>
                </a:lnTo>
                <a:lnTo>
                  <a:pt x="121900" y="141516"/>
                </a:lnTo>
                <a:lnTo>
                  <a:pt x="122758" y="141495"/>
                </a:lnTo>
                <a:lnTo>
                  <a:pt x="123611" y="141472"/>
                </a:lnTo>
                <a:lnTo>
                  <a:pt x="124460" y="141446"/>
                </a:lnTo>
                <a:lnTo>
                  <a:pt x="125309" y="141416"/>
                </a:lnTo>
                <a:lnTo>
                  <a:pt x="126162" y="141380"/>
                </a:lnTo>
                <a:lnTo>
                  <a:pt x="127020" y="141337"/>
                </a:lnTo>
                <a:lnTo>
                  <a:pt x="127882" y="141288"/>
                </a:lnTo>
                <a:lnTo>
                  <a:pt x="128748" y="141231"/>
                </a:lnTo>
                <a:lnTo>
                  <a:pt x="129619" y="141168"/>
                </a:lnTo>
                <a:lnTo>
                  <a:pt x="130495" y="141099"/>
                </a:lnTo>
                <a:lnTo>
                  <a:pt x="131374" y="141023"/>
                </a:lnTo>
                <a:lnTo>
                  <a:pt x="132259" y="140940"/>
                </a:lnTo>
                <a:lnTo>
                  <a:pt x="133147" y="140851"/>
                </a:lnTo>
                <a:lnTo>
                  <a:pt x="134040" y="140755"/>
                </a:lnTo>
                <a:lnTo>
                  <a:pt x="134938" y="140652"/>
                </a:lnTo>
                <a:lnTo>
                  <a:pt x="134256" y="141398"/>
                </a:lnTo>
                <a:lnTo>
                  <a:pt x="133588" y="142152"/>
                </a:lnTo>
                <a:lnTo>
                  <a:pt x="132933" y="142915"/>
                </a:lnTo>
                <a:lnTo>
                  <a:pt x="132292" y="143686"/>
                </a:lnTo>
                <a:lnTo>
                  <a:pt x="131663" y="144467"/>
                </a:lnTo>
                <a:lnTo>
                  <a:pt x="131048" y="145256"/>
                </a:lnTo>
                <a:lnTo>
                  <a:pt x="130446" y="146054"/>
                </a:lnTo>
                <a:lnTo>
                  <a:pt x="129857" y="146861"/>
                </a:lnTo>
                <a:lnTo>
                  <a:pt x="129282" y="147677"/>
                </a:lnTo>
                <a:lnTo>
                  <a:pt x="128720" y="148502"/>
                </a:lnTo>
                <a:lnTo>
                  <a:pt x="128171" y="149335"/>
                </a:lnTo>
                <a:lnTo>
                  <a:pt x="127635" y="150178"/>
                </a:lnTo>
                <a:lnTo>
                  <a:pt x="127110" y="151026"/>
                </a:lnTo>
                <a:lnTo>
                  <a:pt x="126594" y="151880"/>
                </a:lnTo>
                <a:lnTo>
                  <a:pt x="126087" y="152737"/>
                </a:lnTo>
                <a:lnTo>
                  <a:pt x="125589" y="153599"/>
                </a:lnTo>
                <a:lnTo>
                  <a:pt x="125099" y="154466"/>
                </a:lnTo>
                <a:lnTo>
                  <a:pt x="124619" y="155337"/>
                </a:lnTo>
                <a:lnTo>
                  <a:pt x="124147" y="156212"/>
                </a:lnTo>
                <a:lnTo>
                  <a:pt x="123684" y="157092"/>
                </a:lnTo>
                <a:lnTo>
                  <a:pt x="123230" y="157976"/>
                </a:lnTo>
                <a:lnTo>
                  <a:pt x="122784" y="158865"/>
                </a:lnTo>
                <a:lnTo>
                  <a:pt x="122348" y="159758"/>
                </a:lnTo>
                <a:lnTo>
                  <a:pt x="121920" y="160655"/>
                </a:lnTo>
                <a:lnTo>
                  <a:pt x="113983" y="160655"/>
                </a:lnTo>
                <a:lnTo>
                  <a:pt x="108505" y="160615"/>
                </a:lnTo>
                <a:lnTo>
                  <a:pt x="103183" y="160496"/>
                </a:lnTo>
                <a:lnTo>
                  <a:pt x="98018" y="160298"/>
                </a:lnTo>
                <a:lnTo>
                  <a:pt x="93010" y="160020"/>
                </a:lnTo>
                <a:lnTo>
                  <a:pt x="88158" y="159663"/>
                </a:lnTo>
                <a:lnTo>
                  <a:pt x="83463" y="159226"/>
                </a:lnTo>
                <a:lnTo>
                  <a:pt x="78924" y="158710"/>
                </a:lnTo>
                <a:lnTo>
                  <a:pt x="74542" y="158115"/>
                </a:lnTo>
                <a:lnTo>
                  <a:pt x="70316" y="157440"/>
                </a:lnTo>
                <a:lnTo>
                  <a:pt x="66247" y="156686"/>
                </a:lnTo>
                <a:lnTo>
                  <a:pt x="62335" y="155853"/>
                </a:lnTo>
                <a:lnTo>
                  <a:pt x="58579" y="154940"/>
                </a:lnTo>
                <a:lnTo>
                  <a:pt x="54933" y="153957"/>
                </a:lnTo>
                <a:lnTo>
                  <a:pt x="51351" y="152912"/>
                </a:lnTo>
                <a:lnTo>
                  <a:pt x="47833" y="151805"/>
                </a:lnTo>
                <a:lnTo>
                  <a:pt x="44379" y="150636"/>
                </a:lnTo>
                <a:lnTo>
                  <a:pt x="40989" y="149406"/>
                </a:lnTo>
                <a:lnTo>
                  <a:pt x="37663" y="148114"/>
                </a:lnTo>
                <a:lnTo>
                  <a:pt x="34401" y="146760"/>
                </a:lnTo>
                <a:lnTo>
                  <a:pt x="31203" y="145344"/>
                </a:lnTo>
                <a:lnTo>
                  <a:pt x="28069" y="143867"/>
                </a:lnTo>
                <a:lnTo>
                  <a:pt x="24999" y="142328"/>
                </a:lnTo>
                <a:lnTo>
                  <a:pt x="21992" y="140727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70" y="179971"/>
                </a:lnTo>
                <a:lnTo>
                  <a:pt x="19800" y="180874"/>
                </a:lnTo>
                <a:lnTo>
                  <a:pt x="20340" y="181779"/>
                </a:lnTo>
                <a:lnTo>
                  <a:pt x="20990" y="182686"/>
                </a:lnTo>
                <a:lnTo>
                  <a:pt x="21751" y="183595"/>
                </a:lnTo>
                <a:lnTo>
                  <a:pt x="22622" y="184507"/>
                </a:lnTo>
                <a:lnTo>
                  <a:pt x="23603" y="185421"/>
                </a:lnTo>
                <a:lnTo>
                  <a:pt x="24694" y="186337"/>
                </a:lnTo>
                <a:lnTo>
                  <a:pt x="25896" y="187256"/>
                </a:lnTo>
                <a:lnTo>
                  <a:pt x="27208" y="188176"/>
                </a:lnTo>
                <a:lnTo>
                  <a:pt x="28630" y="189099"/>
                </a:lnTo>
                <a:lnTo>
                  <a:pt x="30162" y="190024"/>
                </a:lnTo>
                <a:lnTo>
                  <a:pt x="31780" y="190941"/>
                </a:lnTo>
                <a:lnTo>
                  <a:pt x="33457" y="191841"/>
                </a:lnTo>
                <a:lnTo>
                  <a:pt x="35193" y="192723"/>
                </a:lnTo>
                <a:lnTo>
                  <a:pt x="36989" y="193587"/>
                </a:lnTo>
                <a:lnTo>
                  <a:pt x="38844" y="194433"/>
                </a:lnTo>
                <a:lnTo>
                  <a:pt x="40759" y="195262"/>
                </a:lnTo>
                <a:lnTo>
                  <a:pt x="42734" y="196074"/>
                </a:lnTo>
                <a:lnTo>
                  <a:pt x="44768" y="196868"/>
                </a:lnTo>
                <a:lnTo>
                  <a:pt x="46861" y="197644"/>
                </a:lnTo>
                <a:lnTo>
                  <a:pt x="49014" y="198402"/>
                </a:lnTo>
                <a:lnTo>
                  <a:pt x="51227" y="199143"/>
                </a:lnTo>
                <a:lnTo>
                  <a:pt x="53499" y="199866"/>
                </a:lnTo>
                <a:lnTo>
                  <a:pt x="55819" y="200570"/>
                </a:lnTo>
                <a:lnTo>
                  <a:pt x="58177" y="201251"/>
                </a:lnTo>
                <a:lnTo>
                  <a:pt x="60573" y="201910"/>
                </a:lnTo>
                <a:lnTo>
                  <a:pt x="63006" y="202547"/>
                </a:lnTo>
                <a:lnTo>
                  <a:pt x="65477" y="203163"/>
                </a:lnTo>
                <a:lnTo>
                  <a:pt x="67985" y="203756"/>
                </a:lnTo>
                <a:lnTo>
                  <a:pt x="70530" y="204327"/>
                </a:lnTo>
                <a:lnTo>
                  <a:pt x="73113" y="204876"/>
                </a:lnTo>
                <a:lnTo>
                  <a:pt x="75734" y="205403"/>
                </a:lnTo>
                <a:lnTo>
                  <a:pt x="78392" y="205908"/>
                </a:lnTo>
                <a:lnTo>
                  <a:pt x="81087" y="206390"/>
                </a:lnTo>
                <a:lnTo>
                  <a:pt x="83820" y="206851"/>
                </a:lnTo>
                <a:lnTo>
                  <a:pt x="86565" y="207282"/>
                </a:lnTo>
                <a:lnTo>
                  <a:pt x="89297" y="207676"/>
                </a:lnTo>
                <a:lnTo>
                  <a:pt x="92015" y="208032"/>
                </a:lnTo>
                <a:lnTo>
                  <a:pt x="94721" y="208351"/>
                </a:lnTo>
                <a:lnTo>
                  <a:pt x="97413" y="208632"/>
                </a:lnTo>
                <a:lnTo>
                  <a:pt x="100092" y="208875"/>
                </a:lnTo>
                <a:lnTo>
                  <a:pt x="102758" y="209081"/>
                </a:lnTo>
                <a:lnTo>
                  <a:pt x="105410" y="209250"/>
                </a:lnTo>
                <a:lnTo>
                  <a:pt x="108049" y="209381"/>
                </a:lnTo>
                <a:lnTo>
                  <a:pt x="110675" y="209475"/>
                </a:lnTo>
                <a:lnTo>
                  <a:pt x="113288" y="209531"/>
                </a:lnTo>
                <a:lnTo>
                  <a:pt x="115888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3063240" y="172974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블록 값 변환"/>
          <p:cNvSpPr/>
          <p:nvPr/>
        </p:nvSpPr>
        <p:spPr>
          <a:xfrm>
            <a:off x="5105400" y="1676400"/>
            <a:ext cx="1752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값 변환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CopyValues</a:t>
            </a:r>
          </a:p>
        </p:txBody>
      </p:sp>
      <p:sp>
        <p:nvSpPr>
          <p:cNvPr id="17" name="아이콘 rule_settings"/>
          <p:cNvSpPr/>
          <p:nvPr/>
        </p:nvSpPr>
        <p:spPr>
          <a:xfrm>
            <a:off x="5869940" y="1811020"/>
            <a:ext cx="249555" cy="241300"/>
          </a:xfrm>
          <a:custGeom>
            <a:avLst/>
            <a:gdLst/>
            <a:ahLst/>
            <a:cxnLst/>
            <a:rect l="l" t="t" r="r" b="b"/>
            <a:pathLst>
              <a:path w="249555" h="241300">
                <a:moveTo>
                  <a:pt x="1270" y="203200"/>
                </a:moveTo>
                <a:lnTo>
                  <a:pt x="1270" y="184150"/>
                </a:lnTo>
                <a:lnTo>
                  <a:pt x="40322" y="184150"/>
                </a:lnTo>
                <a:lnTo>
                  <a:pt x="35878" y="179705"/>
                </a:lnTo>
                <a:lnTo>
                  <a:pt x="32776" y="176527"/>
                </a:lnTo>
                <a:lnTo>
                  <a:pt x="29823" y="173342"/>
                </a:lnTo>
                <a:lnTo>
                  <a:pt x="27017" y="170150"/>
                </a:lnTo>
                <a:lnTo>
                  <a:pt x="24359" y="166952"/>
                </a:lnTo>
                <a:lnTo>
                  <a:pt x="21849" y="163747"/>
                </a:lnTo>
                <a:lnTo>
                  <a:pt x="19487" y="160536"/>
                </a:lnTo>
                <a:lnTo>
                  <a:pt x="17272" y="157318"/>
                </a:lnTo>
                <a:lnTo>
                  <a:pt x="15205" y="154093"/>
                </a:lnTo>
                <a:lnTo>
                  <a:pt x="13285" y="150862"/>
                </a:lnTo>
                <a:lnTo>
                  <a:pt x="11514" y="147624"/>
                </a:lnTo>
                <a:lnTo>
                  <a:pt x="9890" y="144380"/>
                </a:lnTo>
                <a:lnTo>
                  <a:pt x="8414" y="141129"/>
                </a:lnTo>
                <a:lnTo>
                  <a:pt x="7070" y="137880"/>
                </a:lnTo>
                <a:lnTo>
                  <a:pt x="5843" y="134642"/>
                </a:lnTo>
                <a:lnTo>
                  <a:pt x="4733" y="131415"/>
                </a:lnTo>
                <a:lnTo>
                  <a:pt x="3739" y="128199"/>
                </a:lnTo>
                <a:lnTo>
                  <a:pt x="2863" y="124995"/>
                </a:lnTo>
                <a:lnTo>
                  <a:pt x="2103" y="121801"/>
                </a:lnTo>
                <a:lnTo>
                  <a:pt x="1461" y="118618"/>
                </a:lnTo>
                <a:lnTo>
                  <a:pt x="935" y="115447"/>
                </a:lnTo>
                <a:lnTo>
                  <a:pt x="526" y="112286"/>
                </a:lnTo>
                <a:lnTo>
                  <a:pt x="234" y="109136"/>
                </a:lnTo>
                <a:lnTo>
                  <a:pt x="58" y="105998"/>
                </a:lnTo>
                <a:lnTo>
                  <a:pt x="0" y="102870"/>
                </a:lnTo>
                <a:lnTo>
                  <a:pt x="138" y="97153"/>
                </a:lnTo>
                <a:lnTo>
                  <a:pt x="551" y="91537"/>
                </a:lnTo>
                <a:lnTo>
                  <a:pt x="1240" y="86023"/>
                </a:lnTo>
                <a:lnTo>
                  <a:pt x="2205" y="80610"/>
                </a:lnTo>
                <a:lnTo>
                  <a:pt x="3445" y="75298"/>
                </a:lnTo>
                <a:lnTo>
                  <a:pt x="4961" y="70088"/>
                </a:lnTo>
                <a:lnTo>
                  <a:pt x="6752" y="64979"/>
                </a:lnTo>
                <a:lnTo>
                  <a:pt x="8819" y="59972"/>
                </a:lnTo>
                <a:lnTo>
                  <a:pt x="11162" y="55066"/>
                </a:lnTo>
                <a:lnTo>
                  <a:pt x="13780" y="50262"/>
                </a:lnTo>
                <a:lnTo>
                  <a:pt x="16674" y="45559"/>
                </a:lnTo>
                <a:lnTo>
                  <a:pt x="19844" y="40958"/>
                </a:lnTo>
                <a:lnTo>
                  <a:pt x="23238" y="36524"/>
                </a:lnTo>
                <a:lnTo>
                  <a:pt x="26807" y="32323"/>
                </a:lnTo>
                <a:lnTo>
                  <a:pt x="30549" y="28357"/>
                </a:lnTo>
                <a:lnTo>
                  <a:pt x="34466" y="24624"/>
                </a:lnTo>
                <a:lnTo>
                  <a:pt x="38558" y="21125"/>
                </a:lnTo>
                <a:lnTo>
                  <a:pt x="42823" y="17859"/>
                </a:lnTo>
                <a:lnTo>
                  <a:pt x="47262" y="14828"/>
                </a:lnTo>
                <a:lnTo>
                  <a:pt x="51876" y="12030"/>
                </a:lnTo>
                <a:lnTo>
                  <a:pt x="56664" y="9465"/>
                </a:lnTo>
                <a:lnTo>
                  <a:pt x="61626" y="7135"/>
                </a:lnTo>
                <a:lnTo>
                  <a:pt x="66762" y="5038"/>
                </a:lnTo>
                <a:lnTo>
                  <a:pt x="72072" y="3175"/>
                </a:lnTo>
                <a:lnTo>
                  <a:pt x="72072" y="22860"/>
                </a:lnTo>
                <a:lnTo>
                  <a:pt x="68118" y="24533"/>
                </a:lnTo>
                <a:lnTo>
                  <a:pt x="64298" y="26379"/>
                </a:lnTo>
                <a:lnTo>
                  <a:pt x="60613" y="28396"/>
                </a:lnTo>
                <a:lnTo>
                  <a:pt x="57062" y="30586"/>
                </a:lnTo>
                <a:lnTo>
                  <a:pt x="53645" y="32947"/>
                </a:lnTo>
                <a:lnTo>
                  <a:pt x="50363" y="35481"/>
                </a:lnTo>
                <a:lnTo>
                  <a:pt x="47216" y="38186"/>
                </a:lnTo>
                <a:lnTo>
                  <a:pt x="44203" y="41063"/>
                </a:lnTo>
                <a:lnTo>
                  <a:pt x="41325" y="44113"/>
                </a:lnTo>
                <a:lnTo>
                  <a:pt x="38581" y="47334"/>
                </a:lnTo>
                <a:lnTo>
                  <a:pt x="35971" y="50727"/>
                </a:lnTo>
                <a:lnTo>
                  <a:pt x="33496" y="54292"/>
                </a:lnTo>
                <a:lnTo>
                  <a:pt x="31189" y="57977"/>
                </a:lnTo>
                <a:lnTo>
                  <a:pt x="29082" y="61727"/>
                </a:lnTo>
                <a:lnTo>
                  <a:pt x="27176" y="65544"/>
                </a:lnTo>
                <a:lnTo>
                  <a:pt x="25471" y="69427"/>
                </a:lnTo>
                <a:lnTo>
                  <a:pt x="23966" y="73376"/>
                </a:lnTo>
                <a:lnTo>
                  <a:pt x="22662" y="77391"/>
                </a:lnTo>
                <a:lnTo>
                  <a:pt x="21558" y="81472"/>
                </a:lnTo>
                <a:lnTo>
                  <a:pt x="20655" y="85619"/>
                </a:lnTo>
                <a:lnTo>
                  <a:pt x="19953" y="89833"/>
                </a:lnTo>
                <a:lnTo>
                  <a:pt x="19451" y="94112"/>
                </a:lnTo>
                <a:lnTo>
                  <a:pt x="19150" y="98458"/>
                </a:lnTo>
                <a:lnTo>
                  <a:pt x="19050" y="102870"/>
                </a:lnTo>
                <a:lnTo>
                  <a:pt x="19089" y="105610"/>
                </a:lnTo>
                <a:lnTo>
                  <a:pt x="19204" y="108325"/>
                </a:lnTo>
                <a:lnTo>
                  <a:pt x="19397" y="111016"/>
                </a:lnTo>
                <a:lnTo>
                  <a:pt x="19667" y="113683"/>
                </a:lnTo>
                <a:lnTo>
                  <a:pt x="20015" y="116325"/>
                </a:lnTo>
                <a:lnTo>
                  <a:pt x="20439" y="118943"/>
                </a:lnTo>
                <a:lnTo>
                  <a:pt x="20941" y="121537"/>
                </a:lnTo>
                <a:lnTo>
                  <a:pt x="21519" y="124107"/>
                </a:lnTo>
                <a:lnTo>
                  <a:pt x="22175" y="126653"/>
                </a:lnTo>
                <a:lnTo>
                  <a:pt x="22909" y="129174"/>
                </a:lnTo>
                <a:lnTo>
                  <a:pt x="23719" y="131671"/>
                </a:lnTo>
                <a:lnTo>
                  <a:pt x="24606" y="134144"/>
                </a:lnTo>
                <a:lnTo>
                  <a:pt x="25586" y="136586"/>
                </a:lnTo>
                <a:lnTo>
                  <a:pt x="26674" y="138990"/>
                </a:lnTo>
                <a:lnTo>
                  <a:pt x="27871" y="141357"/>
                </a:lnTo>
                <a:lnTo>
                  <a:pt x="29175" y="143686"/>
                </a:lnTo>
                <a:lnTo>
                  <a:pt x="30587" y="145978"/>
                </a:lnTo>
                <a:lnTo>
                  <a:pt x="32107" y="148233"/>
                </a:lnTo>
                <a:lnTo>
                  <a:pt x="33735" y="150450"/>
                </a:lnTo>
                <a:lnTo>
                  <a:pt x="35472" y="152629"/>
                </a:lnTo>
                <a:lnTo>
                  <a:pt x="37316" y="154771"/>
                </a:lnTo>
                <a:lnTo>
                  <a:pt x="39269" y="156876"/>
                </a:lnTo>
                <a:lnTo>
                  <a:pt x="41329" y="158943"/>
                </a:lnTo>
                <a:lnTo>
                  <a:pt x="43498" y="160973"/>
                </a:lnTo>
                <a:lnTo>
                  <a:pt x="53022" y="169545"/>
                </a:lnTo>
                <a:lnTo>
                  <a:pt x="53022" y="132398"/>
                </a:lnTo>
                <a:lnTo>
                  <a:pt x="72072" y="132398"/>
                </a:lnTo>
                <a:lnTo>
                  <a:pt x="72072" y="203200"/>
                </a:lnTo>
                <a:lnTo>
                  <a:pt x="1270" y="203200"/>
                </a:lnTo>
                <a:close/>
                <a:moveTo>
                  <a:pt x="223202" y="97155"/>
                </a:moveTo>
                <a:lnTo>
                  <a:pt x="204152" y="97155"/>
                </a:lnTo>
                <a:lnTo>
                  <a:pt x="204011" y="94473"/>
                </a:lnTo>
                <a:lnTo>
                  <a:pt x="203800" y="91824"/>
                </a:lnTo>
                <a:lnTo>
                  <a:pt x="203518" y="89208"/>
                </a:lnTo>
                <a:lnTo>
                  <a:pt x="203165" y="86625"/>
                </a:lnTo>
                <a:lnTo>
                  <a:pt x="202741" y="84075"/>
                </a:lnTo>
                <a:lnTo>
                  <a:pt x="202248" y="81558"/>
                </a:lnTo>
                <a:lnTo>
                  <a:pt x="201683" y="79074"/>
                </a:lnTo>
                <a:lnTo>
                  <a:pt x="201048" y="76623"/>
                </a:lnTo>
                <a:lnTo>
                  <a:pt x="200342" y="74206"/>
                </a:lnTo>
                <a:lnTo>
                  <a:pt x="199566" y="71821"/>
                </a:lnTo>
                <a:lnTo>
                  <a:pt x="198720" y="69470"/>
                </a:lnTo>
                <a:lnTo>
                  <a:pt x="197802" y="67151"/>
                </a:lnTo>
                <a:lnTo>
                  <a:pt x="196806" y="64868"/>
                </a:lnTo>
                <a:lnTo>
                  <a:pt x="195721" y="62622"/>
                </a:lnTo>
                <a:lnTo>
                  <a:pt x="194548" y="60414"/>
                </a:lnTo>
                <a:lnTo>
                  <a:pt x="193287" y="58244"/>
                </a:lnTo>
                <a:lnTo>
                  <a:pt x="191938" y="56110"/>
                </a:lnTo>
                <a:lnTo>
                  <a:pt x="190500" y="54015"/>
                </a:lnTo>
                <a:lnTo>
                  <a:pt x="188974" y="51956"/>
                </a:lnTo>
                <a:lnTo>
                  <a:pt x="187360" y="49936"/>
                </a:lnTo>
                <a:lnTo>
                  <a:pt x="185658" y="47952"/>
                </a:lnTo>
                <a:lnTo>
                  <a:pt x="183868" y="46007"/>
                </a:lnTo>
                <a:lnTo>
                  <a:pt x="181989" y="44098"/>
                </a:lnTo>
                <a:lnTo>
                  <a:pt x="180022" y="42228"/>
                </a:lnTo>
                <a:lnTo>
                  <a:pt x="170498" y="33655"/>
                </a:lnTo>
                <a:lnTo>
                  <a:pt x="170498" y="70802"/>
                </a:lnTo>
                <a:lnTo>
                  <a:pt x="151448" y="70802"/>
                </a:lnTo>
                <a:lnTo>
                  <a:pt x="151448" y="0"/>
                </a:lnTo>
                <a:lnTo>
                  <a:pt x="222250" y="0"/>
                </a:lnTo>
                <a:lnTo>
                  <a:pt x="222250" y="19050"/>
                </a:lnTo>
                <a:lnTo>
                  <a:pt x="182880" y="19050"/>
                </a:lnTo>
                <a:lnTo>
                  <a:pt x="187642" y="23495"/>
                </a:lnTo>
                <a:lnTo>
                  <a:pt x="190641" y="26416"/>
                </a:lnTo>
                <a:lnTo>
                  <a:pt x="193499" y="29360"/>
                </a:lnTo>
                <a:lnTo>
                  <a:pt x="196215" y="32325"/>
                </a:lnTo>
                <a:lnTo>
                  <a:pt x="198790" y="35313"/>
                </a:lnTo>
                <a:lnTo>
                  <a:pt x="201224" y="38323"/>
                </a:lnTo>
                <a:lnTo>
                  <a:pt x="203518" y="41354"/>
                </a:lnTo>
                <a:lnTo>
                  <a:pt x="205669" y="44408"/>
                </a:lnTo>
                <a:lnTo>
                  <a:pt x="207680" y="47484"/>
                </a:lnTo>
                <a:lnTo>
                  <a:pt x="209550" y="50582"/>
                </a:lnTo>
                <a:lnTo>
                  <a:pt x="211279" y="53702"/>
                </a:lnTo>
                <a:lnTo>
                  <a:pt x="212866" y="56844"/>
                </a:lnTo>
                <a:lnTo>
                  <a:pt x="214312" y="60008"/>
                </a:lnTo>
                <a:lnTo>
                  <a:pt x="215635" y="63176"/>
                </a:lnTo>
                <a:lnTo>
                  <a:pt x="216852" y="66331"/>
                </a:lnTo>
                <a:lnTo>
                  <a:pt x="217964" y="69473"/>
                </a:lnTo>
                <a:lnTo>
                  <a:pt x="218969" y="72602"/>
                </a:lnTo>
                <a:lnTo>
                  <a:pt x="219869" y="75717"/>
                </a:lnTo>
                <a:lnTo>
                  <a:pt x="220662" y="78819"/>
                </a:lnTo>
                <a:lnTo>
                  <a:pt x="221350" y="81908"/>
                </a:lnTo>
                <a:lnTo>
                  <a:pt x="221932" y="84984"/>
                </a:lnTo>
                <a:lnTo>
                  <a:pt x="222409" y="88047"/>
                </a:lnTo>
                <a:lnTo>
                  <a:pt x="222779" y="91096"/>
                </a:lnTo>
                <a:lnTo>
                  <a:pt x="223044" y="94132"/>
                </a:lnTo>
                <a:lnTo>
                  <a:pt x="223202" y="97155"/>
                </a:lnTo>
                <a:close/>
                <a:moveTo>
                  <a:pt x="180340" y="241300"/>
                </a:moveTo>
                <a:lnTo>
                  <a:pt x="178752" y="226060"/>
                </a:lnTo>
                <a:lnTo>
                  <a:pt x="177692" y="225730"/>
                </a:lnTo>
                <a:lnTo>
                  <a:pt x="176627" y="225376"/>
                </a:lnTo>
                <a:lnTo>
                  <a:pt x="175558" y="224998"/>
                </a:lnTo>
                <a:lnTo>
                  <a:pt x="174484" y="224596"/>
                </a:lnTo>
                <a:lnTo>
                  <a:pt x="173406" y="224169"/>
                </a:lnTo>
                <a:lnTo>
                  <a:pt x="172323" y="223718"/>
                </a:lnTo>
                <a:lnTo>
                  <a:pt x="171236" y="223243"/>
                </a:lnTo>
                <a:lnTo>
                  <a:pt x="170145" y="222744"/>
                </a:lnTo>
                <a:lnTo>
                  <a:pt x="169049" y="222220"/>
                </a:lnTo>
                <a:lnTo>
                  <a:pt x="167949" y="221672"/>
                </a:lnTo>
                <a:lnTo>
                  <a:pt x="166844" y="221100"/>
                </a:lnTo>
                <a:lnTo>
                  <a:pt x="165735" y="220504"/>
                </a:lnTo>
                <a:lnTo>
                  <a:pt x="164641" y="219890"/>
                </a:lnTo>
                <a:lnTo>
                  <a:pt x="163583" y="219265"/>
                </a:lnTo>
                <a:lnTo>
                  <a:pt x="162560" y="218629"/>
                </a:lnTo>
                <a:lnTo>
                  <a:pt x="161572" y="217981"/>
                </a:lnTo>
                <a:lnTo>
                  <a:pt x="160620" y="217323"/>
                </a:lnTo>
                <a:lnTo>
                  <a:pt x="159702" y="216654"/>
                </a:lnTo>
                <a:lnTo>
                  <a:pt x="158821" y="215974"/>
                </a:lnTo>
                <a:lnTo>
                  <a:pt x="157974" y="215283"/>
                </a:lnTo>
                <a:lnTo>
                  <a:pt x="157162" y="214580"/>
                </a:lnTo>
                <a:lnTo>
                  <a:pt x="156386" y="213867"/>
                </a:lnTo>
                <a:lnTo>
                  <a:pt x="155646" y="213143"/>
                </a:lnTo>
                <a:lnTo>
                  <a:pt x="154940" y="212408"/>
                </a:lnTo>
                <a:lnTo>
                  <a:pt x="141605" y="218758"/>
                </a:lnTo>
                <a:lnTo>
                  <a:pt x="130492" y="201612"/>
                </a:lnTo>
                <a:lnTo>
                  <a:pt x="142558" y="192088"/>
                </a:lnTo>
                <a:lnTo>
                  <a:pt x="142304" y="190880"/>
                </a:lnTo>
                <a:lnTo>
                  <a:pt x="142072" y="189693"/>
                </a:lnTo>
                <a:lnTo>
                  <a:pt x="141863" y="188526"/>
                </a:lnTo>
                <a:lnTo>
                  <a:pt x="141676" y="187378"/>
                </a:lnTo>
                <a:lnTo>
                  <a:pt x="141510" y="186250"/>
                </a:lnTo>
                <a:lnTo>
                  <a:pt x="141367" y="185142"/>
                </a:lnTo>
                <a:lnTo>
                  <a:pt x="141246" y="184054"/>
                </a:lnTo>
                <a:lnTo>
                  <a:pt x="141146" y="182986"/>
                </a:lnTo>
                <a:lnTo>
                  <a:pt x="141069" y="181937"/>
                </a:lnTo>
                <a:lnTo>
                  <a:pt x="141014" y="180909"/>
                </a:lnTo>
                <a:lnTo>
                  <a:pt x="140981" y="179900"/>
                </a:lnTo>
                <a:lnTo>
                  <a:pt x="140970" y="178911"/>
                </a:lnTo>
                <a:lnTo>
                  <a:pt x="140981" y="177922"/>
                </a:lnTo>
                <a:lnTo>
                  <a:pt x="141014" y="176914"/>
                </a:lnTo>
                <a:lnTo>
                  <a:pt x="141069" y="175885"/>
                </a:lnTo>
                <a:lnTo>
                  <a:pt x="141146" y="174837"/>
                </a:lnTo>
                <a:lnTo>
                  <a:pt x="141246" y="173768"/>
                </a:lnTo>
                <a:lnTo>
                  <a:pt x="141367" y="172680"/>
                </a:lnTo>
                <a:lnTo>
                  <a:pt x="141510" y="171572"/>
                </a:lnTo>
                <a:lnTo>
                  <a:pt x="141676" y="170445"/>
                </a:lnTo>
                <a:lnTo>
                  <a:pt x="141863" y="169297"/>
                </a:lnTo>
                <a:lnTo>
                  <a:pt x="142072" y="168129"/>
                </a:lnTo>
                <a:lnTo>
                  <a:pt x="142304" y="166942"/>
                </a:lnTo>
                <a:lnTo>
                  <a:pt x="142558" y="165735"/>
                </a:lnTo>
                <a:lnTo>
                  <a:pt x="130492" y="156210"/>
                </a:lnTo>
                <a:lnTo>
                  <a:pt x="141605" y="138748"/>
                </a:lnTo>
                <a:lnTo>
                  <a:pt x="154940" y="145097"/>
                </a:lnTo>
                <a:lnTo>
                  <a:pt x="155646" y="144462"/>
                </a:lnTo>
                <a:lnTo>
                  <a:pt x="156386" y="143828"/>
                </a:lnTo>
                <a:lnTo>
                  <a:pt x="157162" y="143192"/>
                </a:lnTo>
                <a:lnTo>
                  <a:pt x="157974" y="142558"/>
                </a:lnTo>
                <a:lnTo>
                  <a:pt x="158821" y="141923"/>
                </a:lnTo>
                <a:lnTo>
                  <a:pt x="159702" y="141287"/>
                </a:lnTo>
                <a:lnTo>
                  <a:pt x="160620" y="140652"/>
                </a:lnTo>
                <a:lnTo>
                  <a:pt x="161572" y="140018"/>
                </a:lnTo>
                <a:lnTo>
                  <a:pt x="162560" y="139382"/>
                </a:lnTo>
                <a:lnTo>
                  <a:pt x="163583" y="138748"/>
                </a:lnTo>
                <a:lnTo>
                  <a:pt x="164641" y="138112"/>
                </a:lnTo>
                <a:lnTo>
                  <a:pt x="165735" y="137478"/>
                </a:lnTo>
                <a:lnTo>
                  <a:pt x="166844" y="136856"/>
                </a:lnTo>
                <a:lnTo>
                  <a:pt x="167949" y="136260"/>
                </a:lnTo>
                <a:lnTo>
                  <a:pt x="169049" y="135692"/>
                </a:lnTo>
                <a:lnTo>
                  <a:pt x="170145" y="135149"/>
                </a:lnTo>
                <a:lnTo>
                  <a:pt x="171236" y="134633"/>
                </a:lnTo>
                <a:lnTo>
                  <a:pt x="172323" y="134144"/>
                </a:lnTo>
                <a:lnTo>
                  <a:pt x="173406" y="133681"/>
                </a:lnTo>
                <a:lnTo>
                  <a:pt x="174484" y="133244"/>
                </a:lnTo>
                <a:lnTo>
                  <a:pt x="175558" y="132834"/>
                </a:lnTo>
                <a:lnTo>
                  <a:pt x="176627" y="132450"/>
                </a:lnTo>
                <a:lnTo>
                  <a:pt x="177692" y="132093"/>
                </a:lnTo>
                <a:lnTo>
                  <a:pt x="178752" y="131762"/>
                </a:lnTo>
                <a:lnTo>
                  <a:pt x="180340" y="116205"/>
                </a:lnTo>
                <a:lnTo>
                  <a:pt x="199390" y="116205"/>
                </a:lnTo>
                <a:lnTo>
                  <a:pt x="201295" y="131762"/>
                </a:lnTo>
                <a:lnTo>
                  <a:pt x="202356" y="132093"/>
                </a:lnTo>
                <a:lnTo>
                  <a:pt x="203420" y="132450"/>
                </a:lnTo>
                <a:lnTo>
                  <a:pt x="204490" y="132834"/>
                </a:lnTo>
                <a:lnTo>
                  <a:pt x="205564" y="133244"/>
                </a:lnTo>
                <a:lnTo>
                  <a:pt x="206642" y="133681"/>
                </a:lnTo>
                <a:lnTo>
                  <a:pt x="207724" y="134144"/>
                </a:lnTo>
                <a:lnTo>
                  <a:pt x="208811" y="134633"/>
                </a:lnTo>
                <a:lnTo>
                  <a:pt x="209903" y="135149"/>
                </a:lnTo>
                <a:lnTo>
                  <a:pt x="210999" y="135692"/>
                </a:lnTo>
                <a:lnTo>
                  <a:pt x="212099" y="136260"/>
                </a:lnTo>
                <a:lnTo>
                  <a:pt x="213203" y="136856"/>
                </a:lnTo>
                <a:lnTo>
                  <a:pt x="214312" y="137478"/>
                </a:lnTo>
                <a:lnTo>
                  <a:pt x="215406" y="138112"/>
                </a:lnTo>
                <a:lnTo>
                  <a:pt x="216464" y="138748"/>
                </a:lnTo>
                <a:lnTo>
                  <a:pt x="217488" y="139382"/>
                </a:lnTo>
                <a:lnTo>
                  <a:pt x="218475" y="140018"/>
                </a:lnTo>
                <a:lnTo>
                  <a:pt x="219428" y="140652"/>
                </a:lnTo>
                <a:lnTo>
                  <a:pt x="220345" y="141287"/>
                </a:lnTo>
                <a:lnTo>
                  <a:pt x="221227" y="141923"/>
                </a:lnTo>
                <a:lnTo>
                  <a:pt x="222074" y="142558"/>
                </a:lnTo>
                <a:lnTo>
                  <a:pt x="222885" y="143192"/>
                </a:lnTo>
                <a:lnTo>
                  <a:pt x="223661" y="143828"/>
                </a:lnTo>
                <a:lnTo>
                  <a:pt x="224402" y="144462"/>
                </a:lnTo>
                <a:lnTo>
                  <a:pt x="225108" y="145097"/>
                </a:lnTo>
                <a:lnTo>
                  <a:pt x="238442" y="138748"/>
                </a:lnTo>
                <a:lnTo>
                  <a:pt x="249555" y="156210"/>
                </a:lnTo>
                <a:lnTo>
                  <a:pt x="237490" y="165735"/>
                </a:lnTo>
                <a:lnTo>
                  <a:pt x="237744" y="166942"/>
                </a:lnTo>
                <a:lnTo>
                  <a:pt x="237975" y="168129"/>
                </a:lnTo>
                <a:lnTo>
                  <a:pt x="238185" y="169297"/>
                </a:lnTo>
                <a:lnTo>
                  <a:pt x="238372" y="170445"/>
                </a:lnTo>
                <a:lnTo>
                  <a:pt x="238537" y="171572"/>
                </a:lnTo>
                <a:lnTo>
                  <a:pt x="238681" y="172680"/>
                </a:lnTo>
                <a:lnTo>
                  <a:pt x="238802" y="173768"/>
                </a:lnTo>
                <a:lnTo>
                  <a:pt x="238901" y="174837"/>
                </a:lnTo>
                <a:lnTo>
                  <a:pt x="238978" y="175885"/>
                </a:lnTo>
                <a:lnTo>
                  <a:pt x="239033" y="176914"/>
                </a:lnTo>
                <a:lnTo>
                  <a:pt x="239066" y="177922"/>
                </a:lnTo>
                <a:lnTo>
                  <a:pt x="239078" y="178911"/>
                </a:lnTo>
                <a:lnTo>
                  <a:pt x="239066" y="179900"/>
                </a:lnTo>
                <a:lnTo>
                  <a:pt x="239033" y="180909"/>
                </a:lnTo>
                <a:lnTo>
                  <a:pt x="238978" y="181937"/>
                </a:lnTo>
                <a:lnTo>
                  <a:pt x="238901" y="182986"/>
                </a:lnTo>
                <a:lnTo>
                  <a:pt x="238802" y="184054"/>
                </a:lnTo>
                <a:lnTo>
                  <a:pt x="238681" y="185142"/>
                </a:lnTo>
                <a:lnTo>
                  <a:pt x="238537" y="186250"/>
                </a:lnTo>
                <a:lnTo>
                  <a:pt x="238372" y="187378"/>
                </a:lnTo>
                <a:lnTo>
                  <a:pt x="238185" y="188526"/>
                </a:lnTo>
                <a:lnTo>
                  <a:pt x="237975" y="189693"/>
                </a:lnTo>
                <a:lnTo>
                  <a:pt x="237744" y="190880"/>
                </a:lnTo>
                <a:lnTo>
                  <a:pt x="237490" y="192088"/>
                </a:lnTo>
                <a:lnTo>
                  <a:pt x="249555" y="201612"/>
                </a:lnTo>
                <a:lnTo>
                  <a:pt x="238442" y="218758"/>
                </a:lnTo>
                <a:lnTo>
                  <a:pt x="225108" y="212408"/>
                </a:lnTo>
                <a:lnTo>
                  <a:pt x="224402" y="213143"/>
                </a:lnTo>
                <a:lnTo>
                  <a:pt x="223661" y="213867"/>
                </a:lnTo>
                <a:lnTo>
                  <a:pt x="222885" y="214580"/>
                </a:lnTo>
                <a:lnTo>
                  <a:pt x="222074" y="215283"/>
                </a:lnTo>
                <a:lnTo>
                  <a:pt x="221227" y="215974"/>
                </a:lnTo>
                <a:lnTo>
                  <a:pt x="220345" y="216654"/>
                </a:lnTo>
                <a:lnTo>
                  <a:pt x="219428" y="217323"/>
                </a:lnTo>
                <a:lnTo>
                  <a:pt x="218475" y="217981"/>
                </a:lnTo>
                <a:lnTo>
                  <a:pt x="217488" y="218629"/>
                </a:lnTo>
                <a:lnTo>
                  <a:pt x="216464" y="219265"/>
                </a:lnTo>
                <a:lnTo>
                  <a:pt x="215406" y="219890"/>
                </a:lnTo>
                <a:lnTo>
                  <a:pt x="214312" y="220504"/>
                </a:lnTo>
                <a:lnTo>
                  <a:pt x="213203" y="221100"/>
                </a:lnTo>
                <a:lnTo>
                  <a:pt x="212099" y="221672"/>
                </a:lnTo>
                <a:lnTo>
                  <a:pt x="210999" y="222220"/>
                </a:lnTo>
                <a:lnTo>
                  <a:pt x="209903" y="222744"/>
                </a:lnTo>
                <a:lnTo>
                  <a:pt x="208811" y="223243"/>
                </a:lnTo>
                <a:lnTo>
                  <a:pt x="207724" y="223718"/>
                </a:lnTo>
                <a:lnTo>
                  <a:pt x="206642" y="224169"/>
                </a:lnTo>
                <a:lnTo>
                  <a:pt x="205564" y="224596"/>
                </a:lnTo>
                <a:lnTo>
                  <a:pt x="204490" y="224998"/>
                </a:lnTo>
                <a:lnTo>
                  <a:pt x="203420" y="225376"/>
                </a:lnTo>
                <a:lnTo>
                  <a:pt x="202356" y="225730"/>
                </a:lnTo>
                <a:lnTo>
                  <a:pt x="201295" y="226060"/>
                </a:lnTo>
                <a:lnTo>
                  <a:pt x="199390" y="241300"/>
                </a:lnTo>
                <a:lnTo>
                  <a:pt x="180340" y="241300"/>
                </a:lnTo>
                <a:close/>
                <a:moveTo>
                  <a:pt x="189865" y="211138"/>
                </a:moveTo>
                <a:lnTo>
                  <a:pt x="192160" y="211074"/>
                </a:lnTo>
                <a:lnTo>
                  <a:pt x="194389" y="210882"/>
                </a:lnTo>
                <a:lnTo>
                  <a:pt x="196552" y="210562"/>
                </a:lnTo>
                <a:lnTo>
                  <a:pt x="198649" y="210114"/>
                </a:lnTo>
                <a:lnTo>
                  <a:pt x="200680" y="209539"/>
                </a:lnTo>
                <a:lnTo>
                  <a:pt x="202644" y="208836"/>
                </a:lnTo>
                <a:lnTo>
                  <a:pt x="204543" y="208004"/>
                </a:lnTo>
                <a:lnTo>
                  <a:pt x="206375" y="207045"/>
                </a:lnTo>
                <a:lnTo>
                  <a:pt x="208141" y="205958"/>
                </a:lnTo>
                <a:lnTo>
                  <a:pt x="209841" y="204743"/>
                </a:lnTo>
                <a:lnTo>
                  <a:pt x="211475" y="203401"/>
                </a:lnTo>
                <a:lnTo>
                  <a:pt x="213042" y="201930"/>
                </a:lnTo>
                <a:lnTo>
                  <a:pt x="214513" y="200362"/>
                </a:lnTo>
                <a:lnTo>
                  <a:pt x="215856" y="198729"/>
                </a:lnTo>
                <a:lnTo>
                  <a:pt x="217071" y="197029"/>
                </a:lnTo>
                <a:lnTo>
                  <a:pt x="218158" y="195263"/>
                </a:lnTo>
                <a:lnTo>
                  <a:pt x="219117" y="193430"/>
                </a:lnTo>
                <a:lnTo>
                  <a:pt x="219948" y="191532"/>
                </a:lnTo>
                <a:lnTo>
                  <a:pt x="220651" y="189567"/>
                </a:lnTo>
                <a:lnTo>
                  <a:pt x="221227" y="187537"/>
                </a:lnTo>
                <a:lnTo>
                  <a:pt x="221675" y="185440"/>
                </a:lnTo>
                <a:lnTo>
                  <a:pt x="221994" y="183277"/>
                </a:lnTo>
                <a:lnTo>
                  <a:pt x="222186" y="181048"/>
                </a:lnTo>
                <a:lnTo>
                  <a:pt x="222250" y="178752"/>
                </a:lnTo>
                <a:lnTo>
                  <a:pt x="222186" y="176457"/>
                </a:lnTo>
                <a:lnTo>
                  <a:pt x="221994" y="174228"/>
                </a:lnTo>
                <a:lnTo>
                  <a:pt x="221675" y="172065"/>
                </a:lnTo>
                <a:lnTo>
                  <a:pt x="221227" y="169968"/>
                </a:lnTo>
                <a:lnTo>
                  <a:pt x="220651" y="167938"/>
                </a:lnTo>
                <a:lnTo>
                  <a:pt x="219948" y="165973"/>
                </a:lnTo>
                <a:lnTo>
                  <a:pt x="219117" y="164075"/>
                </a:lnTo>
                <a:lnTo>
                  <a:pt x="218158" y="162242"/>
                </a:lnTo>
                <a:lnTo>
                  <a:pt x="217071" y="160476"/>
                </a:lnTo>
                <a:lnTo>
                  <a:pt x="215856" y="158776"/>
                </a:lnTo>
                <a:lnTo>
                  <a:pt x="214513" y="157143"/>
                </a:lnTo>
                <a:lnTo>
                  <a:pt x="213042" y="155575"/>
                </a:lnTo>
                <a:lnTo>
                  <a:pt x="211475" y="154104"/>
                </a:lnTo>
                <a:lnTo>
                  <a:pt x="209841" y="152762"/>
                </a:lnTo>
                <a:lnTo>
                  <a:pt x="208141" y="151547"/>
                </a:lnTo>
                <a:lnTo>
                  <a:pt x="206375" y="150460"/>
                </a:lnTo>
                <a:lnTo>
                  <a:pt x="204543" y="149501"/>
                </a:lnTo>
                <a:lnTo>
                  <a:pt x="202644" y="148669"/>
                </a:lnTo>
                <a:lnTo>
                  <a:pt x="200680" y="147966"/>
                </a:lnTo>
                <a:lnTo>
                  <a:pt x="198649" y="147391"/>
                </a:lnTo>
                <a:lnTo>
                  <a:pt x="196552" y="146943"/>
                </a:lnTo>
                <a:lnTo>
                  <a:pt x="194389" y="146623"/>
                </a:lnTo>
                <a:lnTo>
                  <a:pt x="192160" y="146431"/>
                </a:lnTo>
                <a:lnTo>
                  <a:pt x="189865" y="146368"/>
                </a:lnTo>
                <a:lnTo>
                  <a:pt x="187570" y="146431"/>
                </a:lnTo>
                <a:lnTo>
                  <a:pt x="185341" y="146623"/>
                </a:lnTo>
                <a:lnTo>
                  <a:pt x="183178" y="146943"/>
                </a:lnTo>
                <a:lnTo>
                  <a:pt x="181081" y="147391"/>
                </a:lnTo>
                <a:lnTo>
                  <a:pt x="179050" y="147966"/>
                </a:lnTo>
                <a:lnTo>
                  <a:pt x="177086" y="148669"/>
                </a:lnTo>
                <a:lnTo>
                  <a:pt x="175187" y="149501"/>
                </a:lnTo>
                <a:lnTo>
                  <a:pt x="173355" y="150460"/>
                </a:lnTo>
                <a:lnTo>
                  <a:pt x="171589" y="151547"/>
                </a:lnTo>
                <a:lnTo>
                  <a:pt x="169889" y="152762"/>
                </a:lnTo>
                <a:lnTo>
                  <a:pt x="168255" y="154104"/>
                </a:lnTo>
                <a:lnTo>
                  <a:pt x="166688" y="155575"/>
                </a:lnTo>
                <a:lnTo>
                  <a:pt x="165217" y="157143"/>
                </a:lnTo>
                <a:lnTo>
                  <a:pt x="163874" y="158776"/>
                </a:lnTo>
                <a:lnTo>
                  <a:pt x="162659" y="160476"/>
                </a:lnTo>
                <a:lnTo>
                  <a:pt x="161572" y="162242"/>
                </a:lnTo>
                <a:lnTo>
                  <a:pt x="160613" y="164075"/>
                </a:lnTo>
                <a:lnTo>
                  <a:pt x="159782" y="165973"/>
                </a:lnTo>
                <a:lnTo>
                  <a:pt x="159079" y="167938"/>
                </a:lnTo>
                <a:lnTo>
                  <a:pt x="158503" y="169968"/>
                </a:lnTo>
                <a:lnTo>
                  <a:pt x="158055" y="172065"/>
                </a:lnTo>
                <a:lnTo>
                  <a:pt x="157736" y="174228"/>
                </a:lnTo>
                <a:lnTo>
                  <a:pt x="157544" y="176457"/>
                </a:lnTo>
                <a:lnTo>
                  <a:pt x="157480" y="178752"/>
                </a:lnTo>
                <a:lnTo>
                  <a:pt x="157544" y="181048"/>
                </a:lnTo>
                <a:lnTo>
                  <a:pt x="157736" y="183277"/>
                </a:lnTo>
                <a:lnTo>
                  <a:pt x="158055" y="185440"/>
                </a:lnTo>
                <a:lnTo>
                  <a:pt x="158503" y="187537"/>
                </a:lnTo>
                <a:lnTo>
                  <a:pt x="159079" y="189567"/>
                </a:lnTo>
                <a:lnTo>
                  <a:pt x="159782" y="191532"/>
                </a:lnTo>
                <a:lnTo>
                  <a:pt x="160613" y="193430"/>
                </a:lnTo>
                <a:lnTo>
                  <a:pt x="161572" y="195263"/>
                </a:lnTo>
                <a:lnTo>
                  <a:pt x="162659" y="197029"/>
                </a:lnTo>
                <a:lnTo>
                  <a:pt x="163874" y="198729"/>
                </a:lnTo>
                <a:lnTo>
                  <a:pt x="165217" y="200362"/>
                </a:lnTo>
                <a:lnTo>
                  <a:pt x="166688" y="201930"/>
                </a:lnTo>
                <a:lnTo>
                  <a:pt x="168255" y="203401"/>
                </a:lnTo>
                <a:lnTo>
                  <a:pt x="169889" y="204743"/>
                </a:lnTo>
                <a:lnTo>
                  <a:pt x="171589" y="205958"/>
                </a:lnTo>
                <a:lnTo>
                  <a:pt x="173355" y="207045"/>
                </a:lnTo>
                <a:lnTo>
                  <a:pt x="175187" y="208004"/>
                </a:lnTo>
                <a:lnTo>
                  <a:pt x="177086" y="208836"/>
                </a:lnTo>
                <a:lnTo>
                  <a:pt x="179050" y="209539"/>
                </a:lnTo>
                <a:lnTo>
                  <a:pt x="181081" y="210114"/>
                </a:lnTo>
                <a:lnTo>
                  <a:pt x="183178" y="210562"/>
                </a:lnTo>
                <a:lnTo>
                  <a:pt x="185341" y="210882"/>
                </a:lnTo>
                <a:lnTo>
                  <a:pt x="187570" y="211074"/>
                </a:lnTo>
                <a:lnTo>
                  <a:pt x="189865" y="211138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블록 COPY 적재"/>
          <p:cNvSpPr/>
          <p:nvPr/>
        </p:nvSpPr>
        <p:spPr>
          <a:xfrm>
            <a:off x="7124700" y="1676400"/>
            <a:ext cx="18669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COPY 적재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구간 + DONE 한 트랜잭션</a:t>
            </a:r>
          </a:p>
        </p:txBody>
      </p:sp>
      <p:sp>
        <p:nvSpPr>
          <p:cNvPr id="19" name="아이콘 upload"/>
          <p:cNvSpPr/>
          <p:nvPr/>
        </p:nvSpPr>
        <p:spPr>
          <a:xfrm>
            <a:off x="7956550" y="181102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075" y="154622"/>
                </a:moveTo>
                <a:lnTo>
                  <a:pt x="92075" y="36830"/>
                </a:lnTo>
                <a:lnTo>
                  <a:pt x="53975" y="74930"/>
                </a:lnTo>
                <a:lnTo>
                  <a:pt x="40322" y="61278"/>
                </a:lnTo>
                <a:lnTo>
                  <a:pt x="101600" y="0"/>
                </a:lnTo>
                <a:lnTo>
                  <a:pt x="162878" y="61278"/>
                </a:lnTo>
                <a:lnTo>
                  <a:pt x="149225" y="74930"/>
                </a:lnTo>
                <a:lnTo>
                  <a:pt x="111125" y="36830"/>
                </a:lnTo>
                <a:lnTo>
                  <a:pt x="111125" y="154622"/>
                </a:lnTo>
                <a:lnTo>
                  <a:pt x="92075" y="154622"/>
                </a:lnTo>
                <a:close/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38748"/>
                </a:lnTo>
                <a:lnTo>
                  <a:pt x="19050" y="138748"/>
                </a:lnTo>
                <a:lnTo>
                  <a:pt x="19050" y="184150"/>
                </a:lnTo>
                <a:lnTo>
                  <a:pt x="184150" y="184150"/>
                </a:lnTo>
                <a:lnTo>
                  <a:pt x="184150" y="138748"/>
                </a:lnTo>
                <a:lnTo>
                  <a:pt x="203200" y="138748"/>
                </a:lnTo>
                <a:lnTo>
                  <a:pt x="203200" y="184150"/>
                </a:lnTo>
                <a:lnTo>
                  <a:pt x="203160" y="185407"/>
                </a:lnTo>
                <a:lnTo>
                  <a:pt x="203041" y="186637"/>
                </a:lnTo>
                <a:lnTo>
                  <a:pt x="202843" y="187841"/>
                </a:lnTo>
                <a:lnTo>
                  <a:pt x="202565" y="189018"/>
                </a:lnTo>
                <a:lnTo>
                  <a:pt x="202208" y="190169"/>
                </a:lnTo>
                <a:lnTo>
                  <a:pt x="201771" y="191294"/>
                </a:lnTo>
                <a:lnTo>
                  <a:pt x="201255" y="192392"/>
                </a:lnTo>
                <a:lnTo>
                  <a:pt x="200660" y="193463"/>
                </a:lnTo>
                <a:lnTo>
                  <a:pt x="199985" y="194508"/>
                </a:lnTo>
                <a:lnTo>
                  <a:pt x="199231" y="195527"/>
                </a:lnTo>
                <a:lnTo>
                  <a:pt x="198398" y="196519"/>
                </a:lnTo>
                <a:lnTo>
                  <a:pt x="197485" y="197485"/>
                </a:lnTo>
                <a:lnTo>
                  <a:pt x="196519" y="198398"/>
                </a:lnTo>
                <a:lnTo>
                  <a:pt x="195527" y="199231"/>
                </a:lnTo>
                <a:lnTo>
                  <a:pt x="194508" y="199985"/>
                </a:lnTo>
                <a:lnTo>
                  <a:pt x="193463" y="200660"/>
                </a:lnTo>
                <a:lnTo>
                  <a:pt x="192392" y="201255"/>
                </a:lnTo>
                <a:lnTo>
                  <a:pt x="191294" y="201771"/>
                </a:lnTo>
                <a:lnTo>
                  <a:pt x="190169" y="202208"/>
                </a:lnTo>
                <a:lnTo>
                  <a:pt x="189018" y="202565"/>
                </a:lnTo>
                <a:lnTo>
                  <a:pt x="187841" y="202843"/>
                </a:lnTo>
                <a:lnTo>
                  <a:pt x="186637" y="203041"/>
                </a:lnTo>
                <a:lnTo>
                  <a:pt x="185407" y="203160"/>
                </a:lnTo>
                <a:lnTo>
                  <a:pt x="184150" y="203200"/>
                </a:lnTo>
                <a:lnTo>
                  <a:pt x="19050" y="20320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블록 Debezium 수집"/>
          <p:cNvSpPr/>
          <p:nvPr/>
        </p:nvSpPr>
        <p:spPr>
          <a:xfrm>
            <a:off x="3009900" y="35814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Debezium 수집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no_data · 하트비트 1초</a:t>
            </a:r>
          </a:p>
        </p:txBody>
      </p:sp>
      <p:sp>
        <p:nvSpPr>
          <p:cNvPr id="21" name="아이콘 sync"/>
          <p:cNvSpPr/>
          <p:nvPr/>
        </p:nvSpPr>
        <p:spPr>
          <a:xfrm>
            <a:off x="3822700" y="371602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222" y="203200"/>
                </a:moveTo>
                <a:lnTo>
                  <a:pt x="2222" y="184150"/>
                </a:lnTo>
                <a:lnTo>
                  <a:pt x="43498" y="184150"/>
                </a:lnTo>
                <a:lnTo>
                  <a:pt x="38735" y="180340"/>
                </a:lnTo>
                <a:lnTo>
                  <a:pt x="35426" y="177621"/>
                </a:lnTo>
                <a:lnTo>
                  <a:pt x="32270" y="174863"/>
                </a:lnTo>
                <a:lnTo>
                  <a:pt x="29270" y="172065"/>
                </a:lnTo>
                <a:lnTo>
                  <a:pt x="26423" y="169228"/>
                </a:lnTo>
                <a:lnTo>
                  <a:pt x="23731" y="166350"/>
                </a:lnTo>
                <a:lnTo>
                  <a:pt x="21193" y="163433"/>
                </a:lnTo>
                <a:lnTo>
                  <a:pt x="18810" y="160476"/>
                </a:lnTo>
                <a:lnTo>
                  <a:pt x="16581" y="157480"/>
                </a:lnTo>
                <a:lnTo>
                  <a:pt x="14506" y="154444"/>
                </a:lnTo>
                <a:lnTo>
                  <a:pt x="12585" y="151368"/>
                </a:lnTo>
                <a:lnTo>
                  <a:pt x="10819" y="148253"/>
                </a:lnTo>
                <a:lnTo>
                  <a:pt x="9208" y="145098"/>
                </a:lnTo>
                <a:lnTo>
                  <a:pt x="7737" y="141892"/>
                </a:lnTo>
                <a:lnTo>
                  <a:pt x="6394" y="138624"/>
                </a:lnTo>
                <a:lnTo>
                  <a:pt x="5179" y="135295"/>
                </a:lnTo>
                <a:lnTo>
                  <a:pt x="4092" y="131904"/>
                </a:lnTo>
                <a:lnTo>
                  <a:pt x="3133" y="128451"/>
                </a:lnTo>
                <a:lnTo>
                  <a:pt x="2302" y="124936"/>
                </a:lnTo>
                <a:lnTo>
                  <a:pt x="1599" y="121360"/>
                </a:lnTo>
                <a:lnTo>
                  <a:pt x="1023" y="117722"/>
                </a:lnTo>
                <a:lnTo>
                  <a:pt x="575" y="114022"/>
                </a:lnTo>
                <a:lnTo>
                  <a:pt x="256" y="110261"/>
                </a:lnTo>
                <a:lnTo>
                  <a:pt x="64" y="106437"/>
                </a:lnTo>
                <a:lnTo>
                  <a:pt x="0" y="102552"/>
                </a:lnTo>
                <a:lnTo>
                  <a:pt x="138" y="96991"/>
                </a:lnTo>
                <a:lnTo>
                  <a:pt x="551" y="91524"/>
                </a:lnTo>
                <a:lnTo>
                  <a:pt x="1240" y="86152"/>
                </a:lnTo>
                <a:lnTo>
                  <a:pt x="2205" y="80874"/>
                </a:lnTo>
                <a:lnTo>
                  <a:pt x="3445" y="75692"/>
                </a:lnTo>
                <a:lnTo>
                  <a:pt x="4961" y="70604"/>
                </a:lnTo>
                <a:lnTo>
                  <a:pt x="6752" y="65611"/>
                </a:lnTo>
                <a:lnTo>
                  <a:pt x="8819" y="60713"/>
                </a:lnTo>
                <a:lnTo>
                  <a:pt x="11162" y="55910"/>
                </a:lnTo>
                <a:lnTo>
                  <a:pt x="13780" y="51201"/>
                </a:lnTo>
                <a:lnTo>
                  <a:pt x="16674" y="46588"/>
                </a:lnTo>
                <a:lnTo>
                  <a:pt x="19844" y="42069"/>
                </a:lnTo>
                <a:lnTo>
                  <a:pt x="23238" y="37713"/>
                </a:lnTo>
                <a:lnTo>
                  <a:pt x="26807" y="33589"/>
                </a:lnTo>
                <a:lnTo>
                  <a:pt x="30549" y="29696"/>
                </a:lnTo>
                <a:lnTo>
                  <a:pt x="34466" y="26035"/>
                </a:lnTo>
                <a:lnTo>
                  <a:pt x="38558" y="22605"/>
                </a:lnTo>
                <a:lnTo>
                  <a:pt x="42823" y="19407"/>
                </a:lnTo>
                <a:lnTo>
                  <a:pt x="47262" y="16441"/>
                </a:lnTo>
                <a:lnTo>
                  <a:pt x="51876" y="13705"/>
                </a:lnTo>
                <a:lnTo>
                  <a:pt x="56664" y="11202"/>
                </a:lnTo>
                <a:lnTo>
                  <a:pt x="61626" y="8930"/>
                </a:lnTo>
                <a:lnTo>
                  <a:pt x="66762" y="6889"/>
                </a:lnTo>
                <a:lnTo>
                  <a:pt x="72072" y="5080"/>
                </a:lnTo>
                <a:lnTo>
                  <a:pt x="72072" y="24765"/>
                </a:lnTo>
                <a:lnTo>
                  <a:pt x="68168" y="26384"/>
                </a:lnTo>
                <a:lnTo>
                  <a:pt x="64391" y="28174"/>
                </a:lnTo>
                <a:lnTo>
                  <a:pt x="60742" y="30133"/>
                </a:lnTo>
                <a:lnTo>
                  <a:pt x="57221" y="32262"/>
                </a:lnTo>
                <a:lnTo>
                  <a:pt x="53827" y="34560"/>
                </a:lnTo>
                <a:lnTo>
                  <a:pt x="50562" y="37028"/>
                </a:lnTo>
                <a:lnTo>
                  <a:pt x="47424" y="39667"/>
                </a:lnTo>
                <a:lnTo>
                  <a:pt x="44415" y="42474"/>
                </a:lnTo>
                <a:lnTo>
                  <a:pt x="41533" y="45452"/>
                </a:lnTo>
                <a:lnTo>
                  <a:pt x="38779" y="48600"/>
                </a:lnTo>
                <a:lnTo>
                  <a:pt x="36153" y="51917"/>
                </a:lnTo>
                <a:lnTo>
                  <a:pt x="33655" y="55404"/>
                </a:lnTo>
                <a:lnTo>
                  <a:pt x="31322" y="59005"/>
                </a:lnTo>
                <a:lnTo>
                  <a:pt x="29192" y="62667"/>
                </a:lnTo>
                <a:lnTo>
                  <a:pt x="27265" y="66387"/>
                </a:lnTo>
                <a:lnTo>
                  <a:pt x="25541" y="70168"/>
                </a:lnTo>
                <a:lnTo>
                  <a:pt x="24020" y="74007"/>
                </a:lnTo>
                <a:lnTo>
                  <a:pt x="22701" y="77907"/>
                </a:lnTo>
                <a:lnTo>
                  <a:pt x="21586" y="81865"/>
                </a:lnTo>
                <a:lnTo>
                  <a:pt x="20673" y="85884"/>
                </a:lnTo>
                <a:lnTo>
                  <a:pt x="19963" y="89962"/>
                </a:lnTo>
                <a:lnTo>
                  <a:pt x="19456" y="94099"/>
                </a:lnTo>
                <a:lnTo>
                  <a:pt x="19151" y="98296"/>
                </a:lnTo>
                <a:lnTo>
                  <a:pt x="19050" y="102552"/>
                </a:lnTo>
                <a:lnTo>
                  <a:pt x="19102" y="105850"/>
                </a:lnTo>
                <a:lnTo>
                  <a:pt x="19257" y="109074"/>
                </a:lnTo>
                <a:lnTo>
                  <a:pt x="19516" y="112226"/>
                </a:lnTo>
                <a:lnTo>
                  <a:pt x="19879" y="115305"/>
                </a:lnTo>
                <a:lnTo>
                  <a:pt x="20345" y="118312"/>
                </a:lnTo>
                <a:lnTo>
                  <a:pt x="20915" y="121245"/>
                </a:lnTo>
                <a:lnTo>
                  <a:pt x="21589" y="124106"/>
                </a:lnTo>
                <a:lnTo>
                  <a:pt x="22366" y="126894"/>
                </a:lnTo>
                <a:lnTo>
                  <a:pt x="23247" y="129609"/>
                </a:lnTo>
                <a:lnTo>
                  <a:pt x="24231" y="132252"/>
                </a:lnTo>
                <a:lnTo>
                  <a:pt x="25320" y="134822"/>
                </a:lnTo>
                <a:lnTo>
                  <a:pt x="26511" y="137319"/>
                </a:lnTo>
                <a:lnTo>
                  <a:pt x="27791" y="139752"/>
                </a:lnTo>
                <a:lnTo>
                  <a:pt x="29144" y="142130"/>
                </a:lnTo>
                <a:lnTo>
                  <a:pt x="30569" y="144453"/>
                </a:lnTo>
                <a:lnTo>
                  <a:pt x="32068" y="146720"/>
                </a:lnTo>
                <a:lnTo>
                  <a:pt x="33638" y="148933"/>
                </a:lnTo>
                <a:lnTo>
                  <a:pt x="35282" y="151090"/>
                </a:lnTo>
                <a:lnTo>
                  <a:pt x="36999" y="153193"/>
                </a:lnTo>
                <a:lnTo>
                  <a:pt x="38788" y="155240"/>
                </a:lnTo>
                <a:lnTo>
                  <a:pt x="40650" y="157232"/>
                </a:lnTo>
                <a:lnTo>
                  <a:pt x="42585" y="159169"/>
                </a:lnTo>
                <a:lnTo>
                  <a:pt x="44592" y="161051"/>
                </a:lnTo>
                <a:lnTo>
                  <a:pt x="46672" y="162878"/>
                </a:lnTo>
                <a:lnTo>
                  <a:pt x="56198" y="169545"/>
                </a:lnTo>
                <a:lnTo>
                  <a:pt x="56198" y="130175"/>
                </a:lnTo>
                <a:lnTo>
                  <a:pt x="75248" y="130175"/>
                </a:lnTo>
                <a:lnTo>
                  <a:pt x="75248" y="203200"/>
                </a:lnTo>
                <a:lnTo>
                  <a:pt x="2222" y="203200"/>
                </a:lnTo>
                <a:close/>
                <a:moveTo>
                  <a:pt x="131445" y="198438"/>
                </a:moveTo>
                <a:lnTo>
                  <a:pt x="131445" y="178435"/>
                </a:lnTo>
                <a:lnTo>
                  <a:pt x="135398" y="176816"/>
                </a:lnTo>
                <a:lnTo>
                  <a:pt x="139215" y="175026"/>
                </a:lnTo>
                <a:lnTo>
                  <a:pt x="142895" y="173067"/>
                </a:lnTo>
                <a:lnTo>
                  <a:pt x="146438" y="170938"/>
                </a:lnTo>
                <a:lnTo>
                  <a:pt x="149845" y="168640"/>
                </a:lnTo>
                <a:lnTo>
                  <a:pt x="153114" y="166172"/>
                </a:lnTo>
                <a:lnTo>
                  <a:pt x="156247" y="163533"/>
                </a:lnTo>
                <a:lnTo>
                  <a:pt x="159244" y="160726"/>
                </a:lnTo>
                <a:lnTo>
                  <a:pt x="162104" y="157748"/>
                </a:lnTo>
                <a:lnTo>
                  <a:pt x="164827" y="154600"/>
                </a:lnTo>
                <a:lnTo>
                  <a:pt x="167413" y="151283"/>
                </a:lnTo>
                <a:lnTo>
                  <a:pt x="169863" y="147796"/>
                </a:lnTo>
                <a:lnTo>
                  <a:pt x="172145" y="144195"/>
                </a:lnTo>
                <a:lnTo>
                  <a:pt x="174228" y="140533"/>
                </a:lnTo>
                <a:lnTo>
                  <a:pt x="176113" y="136813"/>
                </a:lnTo>
                <a:lnTo>
                  <a:pt x="177800" y="133032"/>
                </a:lnTo>
                <a:lnTo>
                  <a:pt x="179288" y="129193"/>
                </a:lnTo>
                <a:lnTo>
                  <a:pt x="180578" y="125293"/>
                </a:lnTo>
                <a:lnTo>
                  <a:pt x="181670" y="121335"/>
                </a:lnTo>
                <a:lnTo>
                  <a:pt x="182562" y="117316"/>
                </a:lnTo>
                <a:lnTo>
                  <a:pt x="183257" y="113238"/>
                </a:lnTo>
                <a:lnTo>
                  <a:pt x="183753" y="109101"/>
                </a:lnTo>
                <a:lnTo>
                  <a:pt x="184051" y="104904"/>
                </a:lnTo>
                <a:lnTo>
                  <a:pt x="184150" y="100648"/>
                </a:lnTo>
                <a:lnTo>
                  <a:pt x="184098" y="98104"/>
                </a:lnTo>
                <a:lnTo>
                  <a:pt x="183943" y="95554"/>
                </a:lnTo>
                <a:lnTo>
                  <a:pt x="183684" y="92998"/>
                </a:lnTo>
                <a:lnTo>
                  <a:pt x="183321" y="90435"/>
                </a:lnTo>
                <a:lnTo>
                  <a:pt x="182855" y="87865"/>
                </a:lnTo>
                <a:lnTo>
                  <a:pt x="182285" y="85288"/>
                </a:lnTo>
                <a:lnTo>
                  <a:pt x="181611" y="82705"/>
                </a:lnTo>
                <a:lnTo>
                  <a:pt x="180834" y="80116"/>
                </a:lnTo>
                <a:lnTo>
                  <a:pt x="179953" y="77520"/>
                </a:lnTo>
                <a:lnTo>
                  <a:pt x="178969" y="74917"/>
                </a:lnTo>
                <a:lnTo>
                  <a:pt x="177880" y="72307"/>
                </a:lnTo>
                <a:lnTo>
                  <a:pt x="176689" y="69691"/>
                </a:lnTo>
                <a:lnTo>
                  <a:pt x="175413" y="67097"/>
                </a:lnTo>
                <a:lnTo>
                  <a:pt x="174074" y="64554"/>
                </a:lnTo>
                <a:lnTo>
                  <a:pt x="172670" y="62061"/>
                </a:lnTo>
                <a:lnTo>
                  <a:pt x="171203" y="59619"/>
                </a:lnTo>
                <a:lnTo>
                  <a:pt x="169672" y="57228"/>
                </a:lnTo>
                <a:lnTo>
                  <a:pt x="168077" y="54888"/>
                </a:lnTo>
                <a:lnTo>
                  <a:pt x="166417" y="52598"/>
                </a:lnTo>
                <a:lnTo>
                  <a:pt x="164694" y="50359"/>
                </a:lnTo>
                <a:lnTo>
                  <a:pt x="162907" y="48171"/>
                </a:lnTo>
                <a:lnTo>
                  <a:pt x="161056" y="46033"/>
                </a:lnTo>
                <a:lnTo>
                  <a:pt x="159141" y="43946"/>
                </a:lnTo>
                <a:lnTo>
                  <a:pt x="157162" y="41910"/>
                </a:lnTo>
                <a:lnTo>
                  <a:pt x="147955" y="33655"/>
                </a:lnTo>
                <a:lnTo>
                  <a:pt x="147955" y="73025"/>
                </a:lnTo>
                <a:lnTo>
                  <a:pt x="128905" y="73025"/>
                </a:lnTo>
                <a:lnTo>
                  <a:pt x="128905" y="0"/>
                </a:lnTo>
                <a:lnTo>
                  <a:pt x="201930" y="0"/>
                </a:lnTo>
                <a:lnTo>
                  <a:pt x="201930" y="19050"/>
                </a:lnTo>
                <a:lnTo>
                  <a:pt x="160338" y="19050"/>
                </a:lnTo>
                <a:lnTo>
                  <a:pt x="165100" y="23495"/>
                </a:lnTo>
                <a:lnTo>
                  <a:pt x="168209" y="26476"/>
                </a:lnTo>
                <a:lnTo>
                  <a:pt x="171185" y="29492"/>
                </a:lnTo>
                <a:lnTo>
                  <a:pt x="174030" y="32544"/>
                </a:lnTo>
                <a:lnTo>
                  <a:pt x="176742" y="35631"/>
                </a:lnTo>
                <a:lnTo>
                  <a:pt x="179321" y="38753"/>
                </a:lnTo>
                <a:lnTo>
                  <a:pt x="181769" y="41910"/>
                </a:lnTo>
                <a:lnTo>
                  <a:pt x="184084" y="45103"/>
                </a:lnTo>
                <a:lnTo>
                  <a:pt x="186267" y="48331"/>
                </a:lnTo>
                <a:lnTo>
                  <a:pt x="188317" y="51594"/>
                </a:lnTo>
                <a:lnTo>
                  <a:pt x="190235" y="54892"/>
                </a:lnTo>
                <a:lnTo>
                  <a:pt x="192021" y="58226"/>
                </a:lnTo>
                <a:lnTo>
                  <a:pt x="193675" y="61595"/>
                </a:lnTo>
                <a:lnTo>
                  <a:pt x="195196" y="64971"/>
                </a:lnTo>
                <a:lnTo>
                  <a:pt x="196585" y="68324"/>
                </a:lnTo>
                <a:lnTo>
                  <a:pt x="197842" y="71656"/>
                </a:lnTo>
                <a:lnTo>
                  <a:pt x="198967" y="74965"/>
                </a:lnTo>
                <a:lnTo>
                  <a:pt x="199959" y="78253"/>
                </a:lnTo>
                <a:lnTo>
                  <a:pt x="200819" y="81518"/>
                </a:lnTo>
                <a:lnTo>
                  <a:pt x="201546" y="84761"/>
                </a:lnTo>
                <a:lnTo>
                  <a:pt x="202142" y="87983"/>
                </a:lnTo>
                <a:lnTo>
                  <a:pt x="202605" y="91182"/>
                </a:lnTo>
                <a:lnTo>
                  <a:pt x="202935" y="94359"/>
                </a:lnTo>
                <a:lnTo>
                  <a:pt x="203134" y="97514"/>
                </a:lnTo>
                <a:lnTo>
                  <a:pt x="203200" y="100648"/>
                </a:lnTo>
                <a:lnTo>
                  <a:pt x="203063" y="106210"/>
                </a:lnTo>
                <a:lnTo>
                  <a:pt x="202653" y="111681"/>
                </a:lnTo>
                <a:lnTo>
                  <a:pt x="201970" y="117058"/>
                </a:lnTo>
                <a:lnTo>
                  <a:pt x="201013" y="122343"/>
                </a:lnTo>
                <a:lnTo>
                  <a:pt x="199782" y="127536"/>
                </a:lnTo>
                <a:lnTo>
                  <a:pt x="198279" y="132636"/>
                </a:lnTo>
                <a:lnTo>
                  <a:pt x="196502" y="137643"/>
                </a:lnTo>
                <a:lnTo>
                  <a:pt x="194451" y="142558"/>
                </a:lnTo>
                <a:lnTo>
                  <a:pt x="192127" y="147380"/>
                </a:lnTo>
                <a:lnTo>
                  <a:pt x="189530" y="152109"/>
                </a:lnTo>
                <a:lnTo>
                  <a:pt x="186659" y="156746"/>
                </a:lnTo>
                <a:lnTo>
                  <a:pt x="183515" y="161290"/>
                </a:lnTo>
                <a:lnTo>
                  <a:pt x="180146" y="165671"/>
                </a:lnTo>
                <a:lnTo>
                  <a:pt x="176601" y="169818"/>
                </a:lnTo>
                <a:lnTo>
                  <a:pt x="172879" y="173732"/>
                </a:lnTo>
                <a:lnTo>
                  <a:pt x="168981" y="177412"/>
                </a:lnTo>
                <a:lnTo>
                  <a:pt x="164906" y="180858"/>
                </a:lnTo>
                <a:lnTo>
                  <a:pt x="160655" y="184071"/>
                </a:lnTo>
                <a:lnTo>
                  <a:pt x="156228" y="187049"/>
                </a:lnTo>
                <a:lnTo>
                  <a:pt x="151624" y="189794"/>
                </a:lnTo>
                <a:lnTo>
                  <a:pt x="146844" y="192306"/>
                </a:lnTo>
                <a:lnTo>
                  <a:pt x="141887" y="194583"/>
                </a:lnTo>
                <a:lnTo>
                  <a:pt x="136754" y="196627"/>
                </a:lnTo>
                <a:lnTo>
                  <a:pt x="131445" y="198438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1"/>
          <p:cNvSpPr/>
          <p:nvPr/>
        </p:nvSpPr>
        <p:spPr>
          <a:xfrm>
            <a:off x="3063240" y="363474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블록 변경 버퍼"/>
          <p:cNvSpPr/>
          <p:nvPr/>
        </p:nvSpPr>
        <p:spPr>
          <a:xfrm>
            <a:off x="5105400" y="3581400"/>
            <a:ext cx="1752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변경 버퍼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kdms.change_log</a:t>
            </a:r>
          </a:p>
        </p:txBody>
      </p:sp>
      <p:sp>
        <p:nvSpPr>
          <p:cNvPr id="24" name="아이콘 receipt_long"/>
          <p:cNvSpPr/>
          <p:nvPr/>
        </p:nvSpPr>
        <p:spPr>
          <a:xfrm>
            <a:off x="5866448" y="3690620"/>
            <a:ext cx="230504" cy="254000"/>
          </a:xfrm>
          <a:custGeom>
            <a:avLst/>
            <a:gdLst/>
            <a:ahLst/>
            <a:cxnLst/>
            <a:rect l="l" t="t" r="r" b="b"/>
            <a:pathLst>
              <a:path w="230504" h="254000">
                <a:moveTo>
                  <a:pt x="33337" y="254000"/>
                </a:moveTo>
                <a:lnTo>
                  <a:pt x="31051" y="253932"/>
                </a:lnTo>
                <a:lnTo>
                  <a:pt x="28823" y="253730"/>
                </a:lnTo>
                <a:lnTo>
                  <a:pt x="26652" y="253392"/>
                </a:lnTo>
                <a:lnTo>
                  <a:pt x="24540" y="252919"/>
                </a:lnTo>
                <a:lnTo>
                  <a:pt x="22485" y="252312"/>
                </a:lnTo>
                <a:lnTo>
                  <a:pt x="20489" y="251569"/>
                </a:lnTo>
                <a:lnTo>
                  <a:pt x="18550" y="250691"/>
                </a:lnTo>
                <a:lnTo>
                  <a:pt x="16669" y="249678"/>
                </a:lnTo>
                <a:lnTo>
                  <a:pt x="14846" y="248530"/>
                </a:lnTo>
                <a:lnTo>
                  <a:pt x="13081" y="247247"/>
                </a:lnTo>
                <a:lnTo>
                  <a:pt x="11374" y="245828"/>
                </a:lnTo>
                <a:lnTo>
                  <a:pt x="9725" y="244275"/>
                </a:lnTo>
                <a:lnTo>
                  <a:pt x="8171" y="242626"/>
                </a:lnTo>
                <a:lnTo>
                  <a:pt x="6753" y="240919"/>
                </a:lnTo>
                <a:lnTo>
                  <a:pt x="5470" y="239154"/>
                </a:lnTo>
                <a:lnTo>
                  <a:pt x="4322" y="237331"/>
                </a:lnTo>
                <a:lnTo>
                  <a:pt x="3309" y="235450"/>
                </a:lnTo>
                <a:lnTo>
                  <a:pt x="2431" y="233511"/>
                </a:lnTo>
                <a:lnTo>
                  <a:pt x="1688" y="231514"/>
                </a:lnTo>
                <a:lnTo>
                  <a:pt x="1080" y="229460"/>
                </a:lnTo>
                <a:lnTo>
                  <a:pt x="607" y="227347"/>
                </a:lnTo>
                <a:lnTo>
                  <a:pt x="270" y="225177"/>
                </a:lnTo>
                <a:lnTo>
                  <a:pt x="67" y="222949"/>
                </a:lnTo>
                <a:lnTo>
                  <a:pt x="0" y="220662"/>
                </a:lnTo>
                <a:lnTo>
                  <a:pt x="0" y="180975"/>
                </a:lnTo>
                <a:lnTo>
                  <a:pt x="40322" y="180975"/>
                </a:lnTo>
                <a:lnTo>
                  <a:pt x="40322" y="0"/>
                </a:lnTo>
                <a:lnTo>
                  <a:pt x="59308" y="19050"/>
                </a:lnTo>
                <a:lnTo>
                  <a:pt x="78295" y="0"/>
                </a:lnTo>
                <a:lnTo>
                  <a:pt x="97282" y="19050"/>
                </a:lnTo>
                <a:lnTo>
                  <a:pt x="116268" y="0"/>
                </a:lnTo>
                <a:lnTo>
                  <a:pt x="135254" y="19050"/>
                </a:lnTo>
                <a:lnTo>
                  <a:pt x="154304" y="0"/>
                </a:lnTo>
                <a:lnTo>
                  <a:pt x="173354" y="19050"/>
                </a:lnTo>
                <a:lnTo>
                  <a:pt x="192404" y="0"/>
                </a:lnTo>
                <a:lnTo>
                  <a:pt x="211454" y="19050"/>
                </a:lnTo>
                <a:lnTo>
                  <a:pt x="230504" y="0"/>
                </a:lnTo>
                <a:lnTo>
                  <a:pt x="230504" y="220662"/>
                </a:lnTo>
                <a:lnTo>
                  <a:pt x="230437" y="222949"/>
                </a:lnTo>
                <a:lnTo>
                  <a:pt x="230234" y="225177"/>
                </a:lnTo>
                <a:lnTo>
                  <a:pt x="229897" y="227347"/>
                </a:lnTo>
                <a:lnTo>
                  <a:pt x="229424" y="229460"/>
                </a:lnTo>
                <a:lnTo>
                  <a:pt x="228817" y="231514"/>
                </a:lnTo>
                <a:lnTo>
                  <a:pt x="228074" y="233511"/>
                </a:lnTo>
                <a:lnTo>
                  <a:pt x="227196" y="235450"/>
                </a:lnTo>
                <a:lnTo>
                  <a:pt x="226184" y="237331"/>
                </a:lnTo>
                <a:lnTo>
                  <a:pt x="225036" y="239154"/>
                </a:lnTo>
                <a:lnTo>
                  <a:pt x="223753" y="240919"/>
                </a:lnTo>
                <a:lnTo>
                  <a:pt x="222335" y="242626"/>
                </a:lnTo>
                <a:lnTo>
                  <a:pt x="220783" y="244275"/>
                </a:lnTo>
                <a:lnTo>
                  <a:pt x="219133" y="245828"/>
                </a:lnTo>
                <a:lnTo>
                  <a:pt x="217425" y="247247"/>
                </a:lnTo>
                <a:lnTo>
                  <a:pt x="215660" y="248530"/>
                </a:lnTo>
                <a:lnTo>
                  <a:pt x="213836" y="249678"/>
                </a:lnTo>
                <a:lnTo>
                  <a:pt x="211955" y="250691"/>
                </a:lnTo>
                <a:lnTo>
                  <a:pt x="210016" y="251569"/>
                </a:lnTo>
                <a:lnTo>
                  <a:pt x="208019" y="252312"/>
                </a:lnTo>
                <a:lnTo>
                  <a:pt x="205965" y="252919"/>
                </a:lnTo>
                <a:lnTo>
                  <a:pt x="203852" y="253392"/>
                </a:lnTo>
                <a:lnTo>
                  <a:pt x="201681" y="253730"/>
                </a:lnTo>
                <a:lnTo>
                  <a:pt x="199453" y="253932"/>
                </a:lnTo>
                <a:lnTo>
                  <a:pt x="197167" y="254000"/>
                </a:lnTo>
                <a:lnTo>
                  <a:pt x="33337" y="254000"/>
                </a:lnTo>
                <a:close/>
                <a:moveTo>
                  <a:pt x="197167" y="234950"/>
                </a:moveTo>
                <a:lnTo>
                  <a:pt x="198209" y="234922"/>
                </a:lnTo>
                <a:lnTo>
                  <a:pt x="199218" y="234840"/>
                </a:lnTo>
                <a:lnTo>
                  <a:pt x="200193" y="234702"/>
                </a:lnTo>
                <a:lnTo>
                  <a:pt x="201136" y="234509"/>
                </a:lnTo>
                <a:lnTo>
                  <a:pt x="202045" y="234261"/>
                </a:lnTo>
                <a:lnTo>
                  <a:pt x="202922" y="233958"/>
                </a:lnTo>
                <a:lnTo>
                  <a:pt x="203765" y="233600"/>
                </a:lnTo>
                <a:lnTo>
                  <a:pt x="204575" y="233186"/>
                </a:lnTo>
                <a:lnTo>
                  <a:pt x="205353" y="232718"/>
                </a:lnTo>
                <a:lnTo>
                  <a:pt x="206097" y="232194"/>
                </a:lnTo>
                <a:lnTo>
                  <a:pt x="206808" y="231615"/>
                </a:lnTo>
                <a:lnTo>
                  <a:pt x="207486" y="230981"/>
                </a:lnTo>
                <a:lnTo>
                  <a:pt x="208120" y="230303"/>
                </a:lnTo>
                <a:lnTo>
                  <a:pt x="208698" y="229592"/>
                </a:lnTo>
                <a:lnTo>
                  <a:pt x="209222" y="228848"/>
                </a:lnTo>
                <a:lnTo>
                  <a:pt x="209691" y="228071"/>
                </a:lnTo>
                <a:lnTo>
                  <a:pt x="210104" y="227261"/>
                </a:lnTo>
                <a:lnTo>
                  <a:pt x="210462" y="226417"/>
                </a:lnTo>
                <a:lnTo>
                  <a:pt x="210765" y="225541"/>
                </a:lnTo>
                <a:lnTo>
                  <a:pt x="211014" y="224631"/>
                </a:lnTo>
                <a:lnTo>
                  <a:pt x="211206" y="223689"/>
                </a:lnTo>
                <a:lnTo>
                  <a:pt x="211344" y="222713"/>
                </a:lnTo>
                <a:lnTo>
                  <a:pt x="211427" y="221704"/>
                </a:lnTo>
                <a:lnTo>
                  <a:pt x="211454" y="220662"/>
                </a:lnTo>
                <a:lnTo>
                  <a:pt x="211454" y="31750"/>
                </a:lnTo>
                <a:lnTo>
                  <a:pt x="59372" y="31750"/>
                </a:lnTo>
                <a:lnTo>
                  <a:pt x="59372" y="180975"/>
                </a:lnTo>
                <a:lnTo>
                  <a:pt x="182880" y="180975"/>
                </a:lnTo>
                <a:lnTo>
                  <a:pt x="182880" y="220662"/>
                </a:lnTo>
                <a:lnTo>
                  <a:pt x="182907" y="221704"/>
                </a:lnTo>
                <a:lnTo>
                  <a:pt x="182990" y="222713"/>
                </a:lnTo>
                <a:lnTo>
                  <a:pt x="183128" y="223689"/>
                </a:lnTo>
                <a:lnTo>
                  <a:pt x="183320" y="224631"/>
                </a:lnTo>
                <a:lnTo>
                  <a:pt x="183569" y="225541"/>
                </a:lnTo>
                <a:lnTo>
                  <a:pt x="183872" y="226417"/>
                </a:lnTo>
                <a:lnTo>
                  <a:pt x="184230" y="227261"/>
                </a:lnTo>
                <a:lnTo>
                  <a:pt x="184643" y="228071"/>
                </a:lnTo>
                <a:lnTo>
                  <a:pt x="185112" y="228848"/>
                </a:lnTo>
                <a:lnTo>
                  <a:pt x="185636" y="229592"/>
                </a:lnTo>
                <a:lnTo>
                  <a:pt x="186214" y="230303"/>
                </a:lnTo>
                <a:lnTo>
                  <a:pt x="186848" y="230981"/>
                </a:lnTo>
                <a:lnTo>
                  <a:pt x="187526" y="231615"/>
                </a:lnTo>
                <a:lnTo>
                  <a:pt x="188237" y="232194"/>
                </a:lnTo>
                <a:lnTo>
                  <a:pt x="188981" y="232718"/>
                </a:lnTo>
                <a:lnTo>
                  <a:pt x="189759" y="233186"/>
                </a:lnTo>
                <a:lnTo>
                  <a:pt x="190569" y="233600"/>
                </a:lnTo>
                <a:lnTo>
                  <a:pt x="191412" y="233958"/>
                </a:lnTo>
                <a:lnTo>
                  <a:pt x="192289" y="234261"/>
                </a:lnTo>
                <a:lnTo>
                  <a:pt x="193198" y="234509"/>
                </a:lnTo>
                <a:lnTo>
                  <a:pt x="194141" y="234702"/>
                </a:lnTo>
                <a:lnTo>
                  <a:pt x="195116" y="234840"/>
                </a:lnTo>
                <a:lnTo>
                  <a:pt x="196125" y="234922"/>
                </a:lnTo>
                <a:lnTo>
                  <a:pt x="197167" y="234950"/>
                </a:lnTo>
                <a:close/>
                <a:moveTo>
                  <a:pt x="76200" y="81915"/>
                </a:moveTo>
                <a:lnTo>
                  <a:pt x="76200" y="62865"/>
                </a:lnTo>
                <a:lnTo>
                  <a:pt x="152400" y="62865"/>
                </a:lnTo>
                <a:lnTo>
                  <a:pt x="152400" y="81915"/>
                </a:lnTo>
                <a:lnTo>
                  <a:pt x="76200" y="81915"/>
                </a:lnTo>
                <a:close/>
                <a:moveTo>
                  <a:pt x="76200" y="124460"/>
                </a:moveTo>
                <a:lnTo>
                  <a:pt x="76200" y="105410"/>
                </a:lnTo>
                <a:lnTo>
                  <a:pt x="152400" y="105410"/>
                </a:lnTo>
                <a:lnTo>
                  <a:pt x="152400" y="124460"/>
                </a:lnTo>
                <a:lnTo>
                  <a:pt x="76200" y="124460"/>
                </a:lnTo>
                <a:close/>
                <a:moveTo>
                  <a:pt x="181927" y="81915"/>
                </a:moveTo>
                <a:lnTo>
                  <a:pt x="181299" y="81895"/>
                </a:lnTo>
                <a:lnTo>
                  <a:pt x="180683" y="81836"/>
                </a:lnTo>
                <a:lnTo>
                  <a:pt x="180082" y="81736"/>
                </a:lnTo>
                <a:lnTo>
                  <a:pt x="179493" y="81598"/>
                </a:lnTo>
                <a:lnTo>
                  <a:pt x="178917" y="81419"/>
                </a:lnTo>
                <a:lnTo>
                  <a:pt x="178355" y="81201"/>
                </a:lnTo>
                <a:lnTo>
                  <a:pt x="177806" y="80943"/>
                </a:lnTo>
                <a:lnTo>
                  <a:pt x="177270" y="80645"/>
                </a:lnTo>
                <a:lnTo>
                  <a:pt x="176748" y="80308"/>
                </a:lnTo>
                <a:lnTo>
                  <a:pt x="176238" y="79931"/>
                </a:lnTo>
                <a:lnTo>
                  <a:pt x="175742" y="79514"/>
                </a:lnTo>
                <a:lnTo>
                  <a:pt x="175260" y="79058"/>
                </a:lnTo>
                <a:lnTo>
                  <a:pt x="174803" y="78575"/>
                </a:lnTo>
                <a:lnTo>
                  <a:pt x="174386" y="78079"/>
                </a:lnTo>
                <a:lnTo>
                  <a:pt x="174009" y="77569"/>
                </a:lnTo>
                <a:lnTo>
                  <a:pt x="173672" y="77047"/>
                </a:lnTo>
                <a:lnTo>
                  <a:pt x="173374" y="76511"/>
                </a:lnTo>
                <a:lnTo>
                  <a:pt x="173116" y="75962"/>
                </a:lnTo>
                <a:lnTo>
                  <a:pt x="172898" y="75400"/>
                </a:lnTo>
                <a:lnTo>
                  <a:pt x="172720" y="74824"/>
                </a:lnTo>
                <a:lnTo>
                  <a:pt x="172581" y="74235"/>
                </a:lnTo>
                <a:lnTo>
                  <a:pt x="172481" y="73634"/>
                </a:lnTo>
                <a:lnTo>
                  <a:pt x="172422" y="73018"/>
                </a:lnTo>
                <a:lnTo>
                  <a:pt x="172402" y="72390"/>
                </a:lnTo>
                <a:lnTo>
                  <a:pt x="172422" y="71762"/>
                </a:lnTo>
                <a:lnTo>
                  <a:pt x="172481" y="71146"/>
                </a:lnTo>
                <a:lnTo>
                  <a:pt x="172581" y="70545"/>
                </a:lnTo>
                <a:lnTo>
                  <a:pt x="172720" y="69956"/>
                </a:lnTo>
                <a:lnTo>
                  <a:pt x="172898" y="69380"/>
                </a:lnTo>
                <a:lnTo>
                  <a:pt x="173116" y="68818"/>
                </a:lnTo>
                <a:lnTo>
                  <a:pt x="173374" y="68269"/>
                </a:lnTo>
                <a:lnTo>
                  <a:pt x="173672" y="67733"/>
                </a:lnTo>
                <a:lnTo>
                  <a:pt x="174009" y="67211"/>
                </a:lnTo>
                <a:lnTo>
                  <a:pt x="174386" y="66701"/>
                </a:lnTo>
                <a:lnTo>
                  <a:pt x="174803" y="66205"/>
                </a:lnTo>
                <a:lnTo>
                  <a:pt x="175260" y="65722"/>
                </a:lnTo>
                <a:lnTo>
                  <a:pt x="175742" y="65266"/>
                </a:lnTo>
                <a:lnTo>
                  <a:pt x="176238" y="64849"/>
                </a:lnTo>
                <a:lnTo>
                  <a:pt x="176748" y="64472"/>
                </a:lnTo>
                <a:lnTo>
                  <a:pt x="177270" y="64135"/>
                </a:lnTo>
                <a:lnTo>
                  <a:pt x="177806" y="63837"/>
                </a:lnTo>
                <a:lnTo>
                  <a:pt x="178355" y="63579"/>
                </a:lnTo>
                <a:lnTo>
                  <a:pt x="178917" y="63361"/>
                </a:lnTo>
                <a:lnTo>
                  <a:pt x="179493" y="63182"/>
                </a:lnTo>
                <a:lnTo>
                  <a:pt x="180082" y="63044"/>
                </a:lnTo>
                <a:lnTo>
                  <a:pt x="180683" y="62944"/>
                </a:lnTo>
                <a:lnTo>
                  <a:pt x="181299" y="62885"/>
                </a:lnTo>
                <a:lnTo>
                  <a:pt x="181927" y="62865"/>
                </a:lnTo>
                <a:lnTo>
                  <a:pt x="182555" y="62885"/>
                </a:lnTo>
                <a:lnTo>
                  <a:pt x="183171" y="62944"/>
                </a:lnTo>
                <a:lnTo>
                  <a:pt x="183772" y="63044"/>
                </a:lnTo>
                <a:lnTo>
                  <a:pt x="184361" y="63182"/>
                </a:lnTo>
                <a:lnTo>
                  <a:pt x="184937" y="63361"/>
                </a:lnTo>
                <a:lnTo>
                  <a:pt x="185499" y="63579"/>
                </a:lnTo>
                <a:lnTo>
                  <a:pt x="186048" y="63837"/>
                </a:lnTo>
                <a:lnTo>
                  <a:pt x="186584" y="64135"/>
                </a:lnTo>
                <a:lnTo>
                  <a:pt x="187106" y="64472"/>
                </a:lnTo>
                <a:lnTo>
                  <a:pt x="187616" y="64849"/>
                </a:lnTo>
                <a:lnTo>
                  <a:pt x="188112" y="65266"/>
                </a:lnTo>
                <a:lnTo>
                  <a:pt x="188594" y="65722"/>
                </a:lnTo>
                <a:lnTo>
                  <a:pt x="189051" y="66205"/>
                </a:lnTo>
                <a:lnTo>
                  <a:pt x="189468" y="66701"/>
                </a:lnTo>
                <a:lnTo>
                  <a:pt x="189845" y="67211"/>
                </a:lnTo>
                <a:lnTo>
                  <a:pt x="190182" y="67733"/>
                </a:lnTo>
                <a:lnTo>
                  <a:pt x="190480" y="68269"/>
                </a:lnTo>
                <a:lnTo>
                  <a:pt x="190738" y="68818"/>
                </a:lnTo>
                <a:lnTo>
                  <a:pt x="190956" y="69380"/>
                </a:lnTo>
                <a:lnTo>
                  <a:pt x="191134" y="69956"/>
                </a:lnTo>
                <a:lnTo>
                  <a:pt x="191273" y="70545"/>
                </a:lnTo>
                <a:lnTo>
                  <a:pt x="191373" y="71146"/>
                </a:lnTo>
                <a:lnTo>
                  <a:pt x="191432" y="71762"/>
                </a:lnTo>
                <a:lnTo>
                  <a:pt x="191452" y="72390"/>
                </a:lnTo>
                <a:lnTo>
                  <a:pt x="191432" y="73018"/>
                </a:lnTo>
                <a:lnTo>
                  <a:pt x="191373" y="73634"/>
                </a:lnTo>
                <a:lnTo>
                  <a:pt x="191273" y="74235"/>
                </a:lnTo>
                <a:lnTo>
                  <a:pt x="191134" y="74824"/>
                </a:lnTo>
                <a:lnTo>
                  <a:pt x="190956" y="75400"/>
                </a:lnTo>
                <a:lnTo>
                  <a:pt x="190738" y="75962"/>
                </a:lnTo>
                <a:lnTo>
                  <a:pt x="190480" y="76511"/>
                </a:lnTo>
                <a:lnTo>
                  <a:pt x="190182" y="77047"/>
                </a:lnTo>
                <a:lnTo>
                  <a:pt x="189845" y="77569"/>
                </a:lnTo>
                <a:lnTo>
                  <a:pt x="189468" y="78079"/>
                </a:lnTo>
                <a:lnTo>
                  <a:pt x="189051" y="78575"/>
                </a:lnTo>
                <a:lnTo>
                  <a:pt x="188594" y="79058"/>
                </a:lnTo>
                <a:lnTo>
                  <a:pt x="188112" y="79514"/>
                </a:lnTo>
                <a:lnTo>
                  <a:pt x="187616" y="79931"/>
                </a:lnTo>
                <a:lnTo>
                  <a:pt x="187106" y="80308"/>
                </a:lnTo>
                <a:lnTo>
                  <a:pt x="186584" y="80645"/>
                </a:lnTo>
                <a:lnTo>
                  <a:pt x="186048" y="80943"/>
                </a:lnTo>
                <a:lnTo>
                  <a:pt x="185499" y="81201"/>
                </a:lnTo>
                <a:lnTo>
                  <a:pt x="184937" y="81419"/>
                </a:lnTo>
                <a:lnTo>
                  <a:pt x="184361" y="81598"/>
                </a:lnTo>
                <a:lnTo>
                  <a:pt x="183772" y="81736"/>
                </a:lnTo>
                <a:lnTo>
                  <a:pt x="183171" y="81836"/>
                </a:lnTo>
                <a:lnTo>
                  <a:pt x="182555" y="81895"/>
                </a:lnTo>
                <a:lnTo>
                  <a:pt x="181927" y="81915"/>
                </a:lnTo>
                <a:close/>
                <a:moveTo>
                  <a:pt x="181927" y="122872"/>
                </a:moveTo>
                <a:lnTo>
                  <a:pt x="181299" y="122853"/>
                </a:lnTo>
                <a:lnTo>
                  <a:pt x="180683" y="122793"/>
                </a:lnTo>
                <a:lnTo>
                  <a:pt x="180082" y="122694"/>
                </a:lnTo>
                <a:lnTo>
                  <a:pt x="179493" y="122555"/>
                </a:lnTo>
                <a:lnTo>
                  <a:pt x="178917" y="122376"/>
                </a:lnTo>
                <a:lnTo>
                  <a:pt x="178355" y="122158"/>
                </a:lnTo>
                <a:lnTo>
                  <a:pt x="177806" y="121900"/>
                </a:lnTo>
                <a:lnTo>
                  <a:pt x="177270" y="121602"/>
                </a:lnTo>
                <a:lnTo>
                  <a:pt x="176748" y="121265"/>
                </a:lnTo>
                <a:lnTo>
                  <a:pt x="176238" y="120888"/>
                </a:lnTo>
                <a:lnTo>
                  <a:pt x="175742" y="120471"/>
                </a:lnTo>
                <a:lnTo>
                  <a:pt x="175260" y="120015"/>
                </a:lnTo>
                <a:lnTo>
                  <a:pt x="174803" y="119532"/>
                </a:lnTo>
                <a:lnTo>
                  <a:pt x="174386" y="119036"/>
                </a:lnTo>
                <a:lnTo>
                  <a:pt x="174009" y="118527"/>
                </a:lnTo>
                <a:lnTo>
                  <a:pt x="173672" y="118004"/>
                </a:lnTo>
                <a:lnTo>
                  <a:pt x="173374" y="117468"/>
                </a:lnTo>
                <a:lnTo>
                  <a:pt x="173116" y="116919"/>
                </a:lnTo>
                <a:lnTo>
                  <a:pt x="172898" y="116357"/>
                </a:lnTo>
                <a:lnTo>
                  <a:pt x="172720" y="115782"/>
                </a:lnTo>
                <a:lnTo>
                  <a:pt x="172581" y="115193"/>
                </a:lnTo>
                <a:lnTo>
                  <a:pt x="172481" y="114591"/>
                </a:lnTo>
                <a:lnTo>
                  <a:pt x="172422" y="113976"/>
                </a:lnTo>
                <a:lnTo>
                  <a:pt x="172402" y="113348"/>
                </a:lnTo>
                <a:lnTo>
                  <a:pt x="172422" y="112719"/>
                </a:lnTo>
                <a:lnTo>
                  <a:pt x="172481" y="112104"/>
                </a:lnTo>
                <a:lnTo>
                  <a:pt x="172581" y="111502"/>
                </a:lnTo>
                <a:lnTo>
                  <a:pt x="172720" y="110913"/>
                </a:lnTo>
                <a:lnTo>
                  <a:pt x="172898" y="110338"/>
                </a:lnTo>
                <a:lnTo>
                  <a:pt x="173116" y="109776"/>
                </a:lnTo>
                <a:lnTo>
                  <a:pt x="173374" y="109227"/>
                </a:lnTo>
                <a:lnTo>
                  <a:pt x="173672" y="108691"/>
                </a:lnTo>
                <a:lnTo>
                  <a:pt x="174009" y="108168"/>
                </a:lnTo>
                <a:lnTo>
                  <a:pt x="174386" y="107659"/>
                </a:lnTo>
                <a:lnTo>
                  <a:pt x="174803" y="107163"/>
                </a:lnTo>
                <a:lnTo>
                  <a:pt x="175260" y="106680"/>
                </a:lnTo>
                <a:lnTo>
                  <a:pt x="175742" y="106224"/>
                </a:lnTo>
                <a:lnTo>
                  <a:pt x="176238" y="105807"/>
                </a:lnTo>
                <a:lnTo>
                  <a:pt x="176748" y="105430"/>
                </a:lnTo>
                <a:lnTo>
                  <a:pt x="177270" y="105092"/>
                </a:lnTo>
                <a:lnTo>
                  <a:pt x="177806" y="104795"/>
                </a:lnTo>
                <a:lnTo>
                  <a:pt x="178355" y="104537"/>
                </a:lnTo>
                <a:lnTo>
                  <a:pt x="178917" y="104319"/>
                </a:lnTo>
                <a:lnTo>
                  <a:pt x="179493" y="104140"/>
                </a:lnTo>
                <a:lnTo>
                  <a:pt x="180082" y="104001"/>
                </a:lnTo>
                <a:lnTo>
                  <a:pt x="180683" y="103902"/>
                </a:lnTo>
                <a:lnTo>
                  <a:pt x="181299" y="103842"/>
                </a:lnTo>
                <a:lnTo>
                  <a:pt x="181927" y="103822"/>
                </a:lnTo>
                <a:lnTo>
                  <a:pt x="182555" y="103842"/>
                </a:lnTo>
                <a:lnTo>
                  <a:pt x="183171" y="103902"/>
                </a:lnTo>
                <a:lnTo>
                  <a:pt x="183772" y="104001"/>
                </a:lnTo>
                <a:lnTo>
                  <a:pt x="184361" y="104140"/>
                </a:lnTo>
                <a:lnTo>
                  <a:pt x="184937" y="104319"/>
                </a:lnTo>
                <a:lnTo>
                  <a:pt x="185499" y="104537"/>
                </a:lnTo>
                <a:lnTo>
                  <a:pt x="186048" y="104795"/>
                </a:lnTo>
                <a:lnTo>
                  <a:pt x="186584" y="105092"/>
                </a:lnTo>
                <a:lnTo>
                  <a:pt x="187106" y="105430"/>
                </a:lnTo>
                <a:lnTo>
                  <a:pt x="187616" y="105807"/>
                </a:lnTo>
                <a:lnTo>
                  <a:pt x="188112" y="106224"/>
                </a:lnTo>
                <a:lnTo>
                  <a:pt x="188594" y="106680"/>
                </a:lnTo>
                <a:lnTo>
                  <a:pt x="189051" y="107163"/>
                </a:lnTo>
                <a:lnTo>
                  <a:pt x="189468" y="107659"/>
                </a:lnTo>
                <a:lnTo>
                  <a:pt x="189845" y="108168"/>
                </a:lnTo>
                <a:lnTo>
                  <a:pt x="190182" y="108691"/>
                </a:lnTo>
                <a:lnTo>
                  <a:pt x="190480" y="109227"/>
                </a:lnTo>
                <a:lnTo>
                  <a:pt x="190738" y="109776"/>
                </a:lnTo>
                <a:lnTo>
                  <a:pt x="190956" y="110338"/>
                </a:lnTo>
                <a:lnTo>
                  <a:pt x="191134" y="110913"/>
                </a:lnTo>
                <a:lnTo>
                  <a:pt x="191273" y="111502"/>
                </a:lnTo>
                <a:lnTo>
                  <a:pt x="191373" y="112104"/>
                </a:lnTo>
                <a:lnTo>
                  <a:pt x="191432" y="112719"/>
                </a:lnTo>
                <a:lnTo>
                  <a:pt x="191452" y="113348"/>
                </a:lnTo>
                <a:lnTo>
                  <a:pt x="191432" y="113976"/>
                </a:lnTo>
                <a:lnTo>
                  <a:pt x="191373" y="114591"/>
                </a:lnTo>
                <a:lnTo>
                  <a:pt x="191273" y="115193"/>
                </a:lnTo>
                <a:lnTo>
                  <a:pt x="191134" y="115782"/>
                </a:lnTo>
                <a:lnTo>
                  <a:pt x="190956" y="116357"/>
                </a:lnTo>
                <a:lnTo>
                  <a:pt x="190738" y="116919"/>
                </a:lnTo>
                <a:lnTo>
                  <a:pt x="190480" y="117468"/>
                </a:lnTo>
                <a:lnTo>
                  <a:pt x="190182" y="118004"/>
                </a:lnTo>
                <a:lnTo>
                  <a:pt x="189845" y="118527"/>
                </a:lnTo>
                <a:lnTo>
                  <a:pt x="189468" y="119036"/>
                </a:lnTo>
                <a:lnTo>
                  <a:pt x="189051" y="119532"/>
                </a:lnTo>
                <a:lnTo>
                  <a:pt x="188594" y="120015"/>
                </a:lnTo>
                <a:lnTo>
                  <a:pt x="188112" y="120471"/>
                </a:lnTo>
                <a:lnTo>
                  <a:pt x="187616" y="120888"/>
                </a:lnTo>
                <a:lnTo>
                  <a:pt x="187106" y="121265"/>
                </a:lnTo>
                <a:lnTo>
                  <a:pt x="186584" y="121602"/>
                </a:lnTo>
                <a:lnTo>
                  <a:pt x="186048" y="121900"/>
                </a:lnTo>
                <a:lnTo>
                  <a:pt x="185499" y="122158"/>
                </a:lnTo>
                <a:lnTo>
                  <a:pt x="184937" y="122376"/>
                </a:lnTo>
                <a:lnTo>
                  <a:pt x="184361" y="122555"/>
                </a:lnTo>
                <a:lnTo>
                  <a:pt x="183772" y="122694"/>
                </a:lnTo>
                <a:lnTo>
                  <a:pt x="183171" y="122793"/>
                </a:lnTo>
                <a:lnTo>
                  <a:pt x="182555" y="122853"/>
                </a:lnTo>
                <a:lnTo>
                  <a:pt x="181927" y="122872"/>
                </a:lnTo>
                <a:close/>
                <a:moveTo>
                  <a:pt x="33020" y="234950"/>
                </a:moveTo>
                <a:lnTo>
                  <a:pt x="163830" y="234950"/>
                </a:lnTo>
                <a:lnTo>
                  <a:pt x="163830" y="200025"/>
                </a:lnTo>
                <a:lnTo>
                  <a:pt x="19050" y="200025"/>
                </a:lnTo>
                <a:lnTo>
                  <a:pt x="19050" y="220662"/>
                </a:lnTo>
                <a:lnTo>
                  <a:pt x="19077" y="221704"/>
                </a:lnTo>
                <a:lnTo>
                  <a:pt x="19161" y="222713"/>
                </a:lnTo>
                <a:lnTo>
                  <a:pt x="19301" y="223689"/>
                </a:lnTo>
                <a:lnTo>
                  <a:pt x="19496" y="224631"/>
                </a:lnTo>
                <a:lnTo>
                  <a:pt x="19747" y="225541"/>
                </a:lnTo>
                <a:lnTo>
                  <a:pt x="20054" y="226417"/>
                </a:lnTo>
                <a:lnTo>
                  <a:pt x="20416" y="227261"/>
                </a:lnTo>
                <a:lnTo>
                  <a:pt x="20835" y="228071"/>
                </a:lnTo>
                <a:lnTo>
                  <a:pt x="21309" y="228848"/>
                </a:lnTo>
                <a:lnTo>
                  <a:pt x="21839" y="229592"/>
                </a:lnTo>
                <a:lnTo>
                  <a:pt x="22424" y="230303"/>
                </a:lnTo>
                <a:lnTo>
                  <a:pt x="23066" y="230981"/>
                </a:lnTo>
                <a:lnTo>
                  <a:pt x="23749" y="231615"/>
                </a:lnTo>
                <a:lnTo>
                  <a:pt x="24458" y="232194"/>
                </a:lnTo>
                <a:lnTo>
                  <a:pt x="25194" y="232718"/>
                </a:lnTo>
                <a:lnTo>
                  <a:pt x="25957" y="233186"/>
                </a:lnTo>
                <a:lnTo>
                  <a:pt x="26746" y="233600"/>
                </a:lnTo>
                <a:lnTo>
                  <a:pt x="27562" y="233958"/>
                </a:lnTo>
                <a:lnTo>
                  <a:pt x="28405" y="234261"/>
                </a:lnTo>
                <a:lnTo>
                  <a:pt x="29275" y="234509"/>
                </a:lnTo>
                <a:lnTo>
                  <a:pt x="30171" y="234702"/>
                </a:lnTo>
                <a:lnTo>
                  <a:pt x="31094" y="234840"/>
                </a:lnTo>
                <a:lnTo>
                  <a:pt x="32043" y="234922"/>
                </a:lnTo>
                <a:lnTo>
                  <a:pt x="33020" y="234950"/>
                </a:lnTo>
                <a:close/>
                <a:moveTo>
                  <a:pt x="19050" y="234950"/>
                </a:moveTo>
                <a:lnTo>
                  <a:pt x="19050" y="200025"/>
                </a:lnTo>
                <a:lnTo>
                  <a:pt x="19050" y="2349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블록 반영기"/>
          <p:cNvSpPr/>
          <p:nvPr/>
        </p:nvSpPr>
        <p:spPr>
          <a:xfrm>
            <a:off x="7124700" y="3581400"/>
            <a:ext cx="1866900" cy="91440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 w="18288">
            <a:solidFill>
              <a:srgbClr val="0B3D2E"/>
            </a:solidFill>
          </a:ln>
        </p:spPr>
        <p:txBody>
          <a:bodyPr rtlCol="0" anchor="t" lIns="45720" tIns="4343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반영기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 변환 → 멱등 반영</a:t>
            </a:r>
          </a:p>
        </p:txBody>
      </p:sp>
      <p:sp>
        <p:nvSpPr>
          <p:cNvPr id="26" name="아이콘 published_with_changes"/>
          <p:cNvSpPr/>
          <p:nvPr/>
        </p:nvSpPr>
        <p:spPr>
          <a:xfrm>
            <a:off x="7934325" y="3691255"/>
            <a:ext cx="247650" cy="252730"/>
          </a:xfrm>
          <a:custGeom>
            <a:avLst/>
            <a:gdLst/>
            <a:ahLst/>
            <a:cxnLst/>
            <a:rect l="l" t="t" r="r" b="b"/>
            <a:pathLst>
              <a:path w="247650" h="252730">
                <a:moveTo>
                  <a:pt x="107950" y="252730"/>
                </a:moveTo>
                <a:lnTo>
                  <a:pt x="104161" y="252199"/>
                </a:lnTo>
                <a:lnTo>
                  <a:pt x="100414" y="251557"/>
                </a:lnTo>
                <a:lnTo>
                  <a:pt x="96709" y="250805"/>
                </a:lnTo>
                <a:lnTo>
                  <a:pt x="93045" y="249943"/>
                </a:lnTo>
                <a:lnTo>
                  <a:pt x="89424" y="248971"/>
                </a:lnTo>
                <a:lnTo>
                  <a:pt x="85844" y="247888"/>
                </a:lnTo>
                <a:lnTo>
                  <a:pt x="82306" y="246695"/>
                </a:lnTo>
                <a:lnTo>
                  <a:pt x="78811" y="245392"/>
                </a:lnTo>
                <a:lnTo>
                  <a:pt x="75357" y="243979"/>
                </a:lnTo>
                <a:lnTo>
                  <a:pt x="71945" y="242455"/>
                </a:lnTo>
                <a:lnTo>
                  <a:pt x="68574" y="240822"/>
                </a:lnTo>
                <a:lnTo>
                  <a:pt x="65246" y="239077"/>
                </a:lnTo>
                <a:lnTo>
                  <a:pt x="61976" y="237238"/>
                </a:lnTo>
                <a:lnTo>
                  <a:pt x="58782" y="235316"/>
                </a:lnTo>
                <a:lnTo>
                  <a:pt x="55662" y="233313"/>
                </a:lnTo>
                <a:lnTo>
                  <a:pt x="52617" y="231228"/>
                </a:lnTo>
                <a:lnTo>
                  <a:pt x="49647" y="229062"/>
                </a:lnTo>
                <a:lnTo>
                  <a:pt x="46752" y="226814"/>
                </a:lnTo>
                <a:lnTo>
                  <a:pt x="43932" y="224485"/>
                </a:lnTo>
                <a:lnTo>
                  <a:pt x="41187" y="222074"/>
                </a:lnTo>
                <a:lnTo>
                  <a:pt x="38517" y="219581"/>
                </a:lnTo>
                <a:lnTo>
                  <a:pt x="35922" y="217007"/>
                </a:lnTo>
                <a:lnTo>
                  <a:pt x="33401" y="214351"/>
                </a:lnTo>
                <a:lnTo>
                  <a:pt x="30956" y="211614"/>
                </a:lnTo>
                <a:lnTo>
                  <a:pt x="28592" y="208800"/>
                </a:lnTo>
                <a:lnTo>
                  <a:pt x="26313" y="205916"/>
                </a:lnTo>
                <a:lnTo>
                  <a:pt x="24120" y="202962"/>
                </a:lnTo>
                <a:lnTo>
                  <a:pt x="22013" y="199937"/>
                </a:lnTo>
                <a:lnTo>
                  <a:pt x="19993" y="196841"/>
                </a:lnTo>
                <a:lnTo>
                  <a:pt x="18058" y="193675"/>
                </a:lnTo>
                <a:lnTo>
                  <a:pt x="16209" y="190438"/>
                </a:lnTo>
                <a:lnTo>
                  <a:pt x="14446" y="187131"/>
                </a:lnTo>
                <a:lnTo>
                  <a:pt x="12769" y="183753"/>
                </a:lnTo>
                <a:lnTo>
                  <a:pt x="11179" y="180305"/>
                </a:lnTo>
                <a:lnTo>
                  <a:pt x="9674" y="176786"/>
                </a:lnTo>
                <a:lnTo>
                  <a:pt x="8255" y="173196"/>
                </a:lnTo>
                <a:lnTo>
                  <a:pt x="6936" y="169548"/>
                </a:lnTo>
                <a:lnTo>
                  <a:pt x="5733" y="165854"/>
                </a:lnTo>
                <a:lnTo>
                  <a:pt x="4643" y="162114"/>
                </a:lnTo>
                <a:lnTo>
                  <a:pt x="3669" y="158327"/>
                </a:lnTo>
                <a:lnTo>
                  <a:pt x="2809" y="154494"/>
                </a:lnTo>
                <a:lnTo>
                  <a:pt x="2064" y="150614"/>
                </a:lnTo>
                <a:lnTo>
                  <a:pt x="1433" y="146688"/>
                </a:lnTo>
                <a:lnTo>
                  <a:pt x="917" y="142716"/>
                </a:lnTo>
                <a:lnTo>
                  <a:pt x="516" y="138698"/>
                </a:lnTo>
                <a:lnTo>
                  <a:pt x="229" y="134633"/>
                </a:lnTo>
                <a:lnTo>
                  <a:pt x="57" y="130522"/>
                </a:lnTo>
                <a:lnTo>
                  <a:pt x="0" y="126365"/>
                </a:lnTo>
                <a:lnTo>
                  <a:pt x="92" y="121726"/>
                </a:lnTo>
                <a:lnTo>
                  <a:pt x="366" y="117122"/>
                </a:lnTo>
                <a:lnTo>
                  <a:pt x="824" y="112554"/>
                </a:lnTo>
                <a:lnTo>
                  <a:pt x="1464" y="108021"/>
                </a:lnTo>
                <a:lnTo>
                  <a:pt x="2288" y="103523"/>
                </a:lnTo>
                <a:lnTo>
                  <a:pt x="3294" y="99060"/>
                </a:lnTo>
                <a:lnTo>
                  <a:pt x="4484" y="94633"/>
                </a:lnTo>
                <a:lnTo>
                  <a:pt x="5856" y="90241"/>
                </a:lnTo>
                <a:lnTo>
                  <a:pt x="7412" y="85884"/>
                </a:lnTo>
                <a:lnTo>
                  <a:pt x="9150" y="81562"/>
                </a:lnTo>
                <a:lnTo>
                  <a:pt x="11072" y="77276"/>
                </a:lnTo>
                <a:lnTo>
                  <a:pt x="13176" y="73025"/>
                </a:lnTo>
                <a:lnTo>
                  <a:pt x="15435" y="68831"/>
                </a:lnTo>
                <a:lnTo>
                  <a:pt x="17820" y="64717"/>
                </a:lnTo>
                <a:lnTo>
                  <a:pt x="20330" y="60682"/>
                </a:lnTo>
                <a:lnTo>
                  <a:pt x="22966" y="56727"/>
                </a:lnTo>
                <a:lnTo>
                  <a:pt x="25727" y="52851"/>
                </a:lnTo>
                <a:lnTo>
                  <a:pt x="28615" y="49054"/>
                </a:lnTo>
                <a:lnTo>
                  <a:pt x="31628" y="45336"/>
                </a:lnTo>
                <a:lnTo>
                  <a:pt x="34766" y="41698"/>
                </a:lnTo>
                <a:lnTo>
                  <a:pt x="38031" y="38140"/>
                </a:lnTo>
                <a:lnTo>
                  <a:pt x="41421" y="34660"/>
                </a:lnTo>
                <a:lnTo>
                  <a:pt x="44936" y="31261"/>
                </a:lnTo>
                <a:lnTo>
                  <a:pt x="48577" y="27940"/>
                </a:lnTo>
                <a:lnTo>
                  <a:pt x="9843" y="27940"/>
                </a:lnTo>
                <a:lnTo>
                  <a:pt x="9843" y="8890"/>
                </a:lnTo>
                <a:lnTo>
                  <a:pt x="82550" y="8890"/>
                </a:lnTo>
                <a:lnTo>
                  <a:pt x="82550" y="81597"/>
                </a:lnTo>
                <a:lnTo>
                  <a:pt x="63500" y="81597"/>
                </a:lnTo>
                <a:lnTo>
                  <a:pt x="63500" y="40640"/>
                </a:lnTo>
                <a:lnTo>
                  <a:pt x="60171" y="43382"/>
                </a:lnTo>
                <a:lnTo>
                  <a:pt x="56956" y="46209"/>
                </a:lnTo>
                <a:lnTo>
                  <a:pt x="53856" y="49123"/>
                </a:lnTo>
                <a:lnTo>
                  <a:pt x="50871" y="52123"/>
                </a:lnTo>
                <a:lnTo>
                  <a:pt x="48000" y="55209"/>
                </a:lnTo>
                <a:lnTo>
                  <a:pt x="45244" y="58380"/>
                </a:lnTo>
                <a:lnTo>
                  <a:pt x="42602" y="61638"/>
                </a:lnTo>
                <a:lnTo>
                  <a:pt x="40076" y="64982"/>
                </a:lnTo>
                <a:lnTo>
                  <a:pt x="37663" y="68411"/>
                </a:lnTo>
                <a:lnTo>
                  <a:pt x="35366" y="71927"/>
                </a:lnTo>
                <a:lnTo>
                  <a:pt x="33183" y="75529"/>
                </a:lnTo>
                <a:lnTo>
                  <a:pt x="31115" y="79216"/>
                </a:lnTo>
                <a:lnTo>
                  <a:pt x="29188" y="82963"/>
                </a:lnTo>
                <a:lnTo>
                  <a:pt x="27428" y="86744"/>
                </a:lnTo>
                <a:lnTo>
                  <a:pt x="25837" y="90557"/>
                </a:lnTo>
                <a:lnTo>
                  <a:pt x="24412" y="94403"/>
                </a:lnTo>
                <a:lnTo>
                  <a:pt x="23155" y="98283"/>
                </a:lnTo>
                <a:lnTo>
                  <a:pt x="22066" y="102195"/>
                </a:lnTo>
                <a:lnTo>
                  <a:pt x="21145" y="106141"/>
                </a:lnTo>
                <a:lnTo>
                  <a:pt x="20391" y="110120"/>
                </a:lnTo>
                <a:lnTo>
                  <a:pt x="19804" y="114131"/>
                </a:lnTo>
                <a:lnTo>
                  <a:pt x="19385" y="118176"/>
                </a:lnTo>
                <a:lnTo>
                  <a:pt x="19134" y="122254"/>
                </a:lnTo>
                <a:lnTo>
                  <a:pt x="19050" y="126365"/>
                </a:lnTo>
                <a:lnTo>
                  <a:pt x="19226" y="133265"/>
                </a:lnTo>
                <a:lnTo>
                  <a:pt x="19756" y="139995"/>
                </a:lnTo>
                <a:lnTo>
                  <a:pt x="20637" y="146556"/>
                </a:lnTo>
                <a:lnTo>
                  <a:pt x="21872" y="152947"/>
                </a:lnTo>
                <a:lnTo>
                  <a:pt x="23460" y="159168"/>
                </a:lnTo>
                <a:lnTo>
                  <a:pt x="25400" y="165219"/>
                </a:lnTo>
                <a:lnTo>
                  <a:pt x="27693" y="171101"/>
                </a:lnTo>
                <a:lnTo>
                  <a:pt x="30339" y="176812"/>
                </a:lnTo>
                <a:lnTo>
                  <a:pt x="33337" y="182354"/>
                </a:lnTo>
                <a:lnTo>
                  <a:pt x="36689" y="187726"/>
                </a:lnTo>
                <a:lnTo>
                  <a:pt x="40393" y="192929"/>
                </a:lnTo>
                <a:lnTo>
                  <a:pt x="44450" y="197961"/>
                </a:lnTo>
                <a:lnTo>
                  <a:pt x="48772" y="202742"/>
                </a:lnTo>
                <a:lnTo>
                  <a:pt x="53269" y="207191"/>
                </a:lnTo>
                <a:lnTo>
                  <a:pt x="57944" y="211306"/>
                </a:lnTo>
                <a:lnTo>
                  <a:pt x="62794" y="215089"/>
                </a:lnTo>
                <a:lnTo>
                  <a:pt x="67822" y="218538"/>
                </a:lnTo>
                <a:lnTo>
                  <a:pt x="73025" y="221655"/>
                </a:lnTo>
                <a:lnTo>
                  <a:pt x="78405" y="224438"/>
                </a:lnTo>
                <a:lnTo>
                  <a:pt x="83961" y="226889"/>
                </a:lnTo>
                <a:lnTo>
                  <a:pt x="89694" y="229007"/>
                </a:lnTo>
                <a:lnTo>
                  <a:pt x="95603" y="230792"/>
                </a:lnTo>
                <a:lnTo>
                  <a:pt x="101688" y="232244"/>
                </a:lnTo>
                <a:lnTo>
                  <a:pt x="107950" y="233362"/>
                </a:lnTo>
                <a:lnTo>
                  <a:pt x="107950" y="252730"/>
                </a:lnTo>
                <a:close/>
                <a:moveTo>
                  <a:pt x="105727" y="180340"/>
                </a:moveTo>
                <a:lnTo>
                  <a:pt x="56515" y="131127"/>
                </a:lnTo>
                <a:lnTo>
                  <a:pt x="69850" y="117793"/>
                </a:lnTo>
                <a:lnTo>
                  <a:pt x="105727" y="153670"/>
                </a:lnTo>
                <a:lnTo>
                  <a:pt x="177800" y="81597"/>
                </a:lnTo>
                <a:lnTo>
                  <a:pt x="191135" y="94933"/>
                </a:lnTo>
                <a:lnTo>
                  <a:pt x="105727" y="180340"/>
                </a:lnTo>
                <a:close/>
                <a:moveTo>
                  <a:pt x="165100" y="243840"/>
                </a:moveTo>
                <a:lnTo>
                  <a:pt x="165100" y="171133"/>
                </a:lnTo>
                <a:lnTo>
                  <a:pt x="184150" y="171133"/>
                </a:lnTo>
                <a:lnTo>
                  <a:pt x="184150" y="212090"/>
                </a:lnTo>
                <a:lnTo>
                  <a:pt x="187479" y="209299"/>
                </a:lnTo>
                <a:lnTo>
                  <a:pt x="190694" y="206428"/>
                </a:lnTo>
                <a:lnTo>
                  <a:pt x="193794" y="203478"/>
                </a:lnTo>
                <a:lnTo>
                  <a:pt x="196779" y="200448"/>
                </a:lnTo>
                <a:lnTo>
                  <a:pt x="199650" y="197339"/>
                </a:lnTo>
                <a:lnTo>
                  <a:pt x="202406" y="194151"/>
                </a:lnTo>
                <a:lnTo>
                  <a:pt x="205048" y="190884"/>
                </a:lnTo>
                <a:lnTo>
                  <a:pt x="207574" y="187537"/>
                </a:lnTo>
                <a:lnTo>
                  <a:pt x="209987" y="184110"/>
                </a:lnTo>
                <a:lnTo>
                  <a:pt x="212284" y="180605"/>
                </a:lnTo>
                <a:lnTo>
                  <a:pt x="214467" y="177019"/>
                </a:lnTo>
                <a:lnTo>
                  <a:pt x="216535" y="173355"/>
                </a:lnTo>
                <a:lnTo>
                  <a:pt x="218462" y="169633"/>
                </a:lnTo>
                <a:lnTo>
                  <a:pt x="220222" y="165876"/>
                </a:lnTo>
                <a:lnTo>
                  <a:pt x="221813" y="162084"/>
                </a:lnTo>
                <a:lnTo>
                  <a:pt x="223238" y="158256"/>
                </a:lnTo>
                <a:lnTo>
                  <a:pt x="224495" y="154393"/>
                </a:lnTo>
                <a:lnTo>
                  <a:pt x="225584" y="150495"/>
                </a:lnTo>
                <a:lnTo>
                  <a:pt x="226505" y="146562"/>
                </a:lnTo>
                <a:lnTo>
                  <a:pt x="227259" y="142593"/>
                </a:lnTo>
                <a:lnTo>
                  <a:pt x="227846" y="138589"/>
                </a:lnTo>
                <a:lnTo>
                  <a:pt x="228265" y="134549"/>
                </a:lnTo>
                <a:lnTo>
                  <a:pt x="228516" y="130475"/>
                </a:lnTo>
                <a:lnTo>
                  <a:pt x="228600" y="126365"/>
                </a:lnTo>
                <a:lnTo>
                  <a:pt x="228424" y="119465"/>
                </a:lnTo>
                <a:lnTo>
                  <a:pt x="227894" y="112735"/>
                </a:lnTo>
                <a:lnTo>
                  <a:pt x="227013" y="106174"/>
                </a:lnTo>
                <a:lnTo>
                  <a:pt x="225778" y="99783"/>
                </a:lnTo>
                <a:lnTo>
                  <a:pt x="224190" y="93562"/>
                </a:lnTo>
                <a:lnTo>
                  <a:pt x="222250" y="87511"/>
                </a:lnTo>
                <a:lnTo>
                  <a:pt x="219957" y="81629"/>
                </a:lnTo>
                <a:lnTo>
                  <a:pt x="217311" y="75918"/>
                </a:lnTo>
                <a:lnTo>
                  <a:pt x="214313" y="70376"/>
                </a:lnTo>
                <a:lnTo>
                  <a:pt x="210961" y="65004"/>
                </a:lnTo>
                <a:lnTo>
                  <a:pt x="207257" y="59801"/>
                </a:lnTo>
                <a:lnTo>
                  <a:pt x="203200" y="54769"/>
                </a:lnTo>
                <a:lnTo>
                  <a:pt x="198878" y="49988"/>
                </a:lnTo>
                <a:lnTo>
                  <a:pt x="194381" y="45539"/>
                </a:lnTo>
                <a:lnTo>
                  <a:pt x="189706" y="41424"/>
                </a:lnTo>
                <a:lnTo>
                  <a:pt x="184856" y="37641"/>
                </a:lnTo>
                <a:lnTo>
                  <a:pt x="179828" y="34192"/>
                </a:lnTo>
                <a:lnTo>
                  <a:pt x="174625" y="31075"/>
                </a:lnTo>
                <a:lnTo>
                  <a:pt x="169245" y="28292"/>
                </a:lnTo>
                <a:lnTo>
                  <a:pt x="163689" y="25841"/>
                </a:lnTo>
                <a:lnTo>
                  <a:pt x="157956" y="23723"/>
                </a:lnTo>
                <a:lnTo>
                  <a:pt x="152047" y="21938"/>
                </a:lnTo>
                <a:lnTo>
                  <a:pt x="145962" y="20486"/>
                </a:lnTo>
                <a:lnTo>
                  <a:pt x="139700" y="19367"/>
                </a:lnTo>
                <a:lnTo>
                  <a:pt x="139700" y="0"/>
                </a:lnTo>
                <a:lnTo>
                  <a:pt x="147318" y="1158"/>
                </a:lnTo>
                <a:lnTo>
                  <a:pt x="154720" y="2725"/>
                </a:lnTo>
                <a:lnTo>
                  <a:pt x="161905" y="4703"/>
                </a:lnTo>
                <a:lnTo>
                  <a:pt x="168875" y="7091"/>
                </a:lnTo>
                <a:lnTo>
                  <a:pt x="175628" y="9889"/>
                </a:lnTo>
                <a:lnTo>
                  <a:pt x="182166" y="13097"/>
                </a:lnTo>
                <a:lnTo>
                  <a:pt x="188487" y="16715"/>
                </a:lnTo>
                <a:lnTo>
                  <a:pt x="194592" y="20743"/>
                </a:lnTo>
                <a:lnTo>
                  <a:pt x="200481" y="25182"/>
                </a:lnTo>
                <a:lnTo>
                  <a:pt x="206155" y="30030"/>
                </a:lnTo>
                <a:lnTo>
                  <a:pt x="211612" y="35289"/>
                </a:lnTo>
                <a:lnTo>
                  <a:pt x="216852" y="40957"/>
                </a:lnTo>
                <a:lnTo>
                  <a:pt x="221772" y="46935"/>
                </a:lnTo>
                <a:lnTo>
                  <a:pt x="226263" y="53120"/>
                </a:lnTo>
                <a:lnTo>
                  <a:pt x="230326" y="59511"/>
                </a:lnTo>
                <a:lnTo>
                  <a:pt x="233962" y="66111"/>
                </a:lnTo>
                <a:lnTo>
                  <a:pt x="237170" y="72917"/>
                </a:lnTo>
                <a:lnTo>
                  <a:pt x="239951" y="79931"/>
                </a:lnTo>
                <a:lnTo>
                  <a:pt x="242303" y="87152"/>
                </a:lnTo>
                <a:lnTo>
                  <a:pt x="244228" y="94580"/>
                </a:lnTo>
                <a:lnTo>
                  <a:pt x="245725" y="102215"/>
                </a:lnTo>
                <a:lnTo>
                  <a:pt x="246795" y="110058"/>
                </a:lnTo>
                <a:lnTo>
                  <a:pt x="247436" y="118108"/>
                </a:lnTo>
                <a:lnTo>
                  <a:pt x="247650" y="126365"/>
                </a:lnTo>
                <a:lnTo>
                  <a:pt x="247558" y="131004"/>
                </a:lnTo>
                <a:lnTo>
                  <a:pt x="247284" y="135608"/>
                </a:lnTo>
                <a:lnTo>
                  <a:pt x="246826" y="140176"/>
                </a:lnTo>
                <a:lnTo>
                  <a:pt x="246186" y="144709"/>
                </a:lnTo>
                <a:lnTo>
                  <a:pt x="245362" y="149207"/>
                </a:lnTo>
                <a:lnTo>
                  <a:pt x="244356" y="153670"/>
                </a:lnTo>
                <a:lnTo>
                  <a:pt x="243166" y="158097"/>
                </a:lnTo>
                <a:lnTo>
                  <a:pt x="241794" y="162489"/>
                </a:lnTo>
                <a:lnTo>
                  <a:pt x="240238" y="166846"/>
                </a:lnTo>
                <a:lnTo>
                  <a:pt x="238500" y="171168"/>
                </a:lnTo>
                <a:lnTo>
                  <a:pt x="236578" y="175454"/>
                </a:lnTo>
                <a:lnTo>
                  <a:pt x="234474" y="179705"/>
                </a:lnTo>
                <a:lnTo>
                  <a:pt x="232215" y="183899"/>
                </a:lnTo>
                <a:lnTo>
                  <a:pt x="229830" y="188013"/>
                </a:lnTo>
                <a:lnTo>
                  <a:pt x="227320" y="192048"/>
                </a:lnTo>
                <a:lnTo>
                  <a:pt x="224684" y="196003"/>
                </a:lnTo>
                <a:lnTo>
                  <a:pt x="221923" y="199879"/>
                </a:lnTo>
                <a:lnTo>
                  <a:pt x="219035" y="203676"/>
                </a:lnTo>
                <a:lnTo>
                  <a:pt x="216022" y="207394"/>
                </a:lnTo>
                <a:lnTo>
                  <a:pt x="212884" y="211032"/>
                </a:lnTo>
                <a:lnTo>
                  <a:pt x="209619" y="214590"/>
                </a:lnTo>
                <a:lnTo>
                  <a:pt x="206229" y="218070"/>
                </a:lnTo>
                <a:lnTo>
                  <a:pt x="202714" y="221469"/>
                </a:lnTo>
                <a:lnTo>
                  <a:pt x="199073" y="224790"/>
                </a:lnTo>
                <a:lnTo>
                  <a:pt x="237807" y="224790"/>
                </a:lnTo>
                <a:lnTo>
                  <a:pt x="237807" y="243840"/>
                </a:lnTo>
                <a:lnTo>
                  <a:pt x="165100" y="243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3"/>
          <p:cNvSpPr/>
          <p:nvPr/>
        </p:nvSpPr>
        <p:spPr>
          <a:xfrm>
            <a:off x="7178040" y="3634740"/>
            <a:ext cx="213360" cy="213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블록 대상 테이블"/>
          <p:cNvSpPr/>
          <p:nvPr/>
        </p:nvSpPr>
        <p:spPr>
          <a:xfrm>
            <a:off x="9540240" y="1676400"/>
            <a:ext cx="2148840" cy="2819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2192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대상 테이블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COPY 로 적재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INSERT ON CONFLICT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DELETE WHERE pk</a:t>
            </a:r>
          </a:p>
        </p:txBody>
      </p:sp>
      <p:sp>
        <p:nvSpPr>
          <p:cNvPr id="29" name="아이콘 table"/>
          <p:cNvSpPr/>
          <p:nvPr/>
        </p:nvSpPr>
        <p:spPr>
          <a:xfrm>
            <a:off x="10500360" y="25831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09550" y="0"/>
                </a:lnTo>
                <a:lnTo>
                  <a:pt x="210807" y="40"/>
                </a:lnTo>
                <a:lnTo>
                  <a:pt x="212037" y="159"/>
                </a:lnTo>
                <a:lnTo>
                  <a:pt x="213241" y="357"/>
                </a:lnTo>
                <a:lnTo>
                  <a:pt x="214418" y="635"/>
                </a:lnTo>
                <a:lnTo>
                  <a:pt x="215569" y="992"/>
                </a:lnTo>
                <a:lnTo>
                  <a:pt x="216694" y="1429"/>
                </a:lnTo>
                <a:lnTo>
                  <a:pt x="217792" y="1945"/>
                </a:lnTo>
                <a:lnTo>
                  <a:pt x="218863" y="2540"/>
                </a:lnTo>
                <a:lnTo>
                  <a:pt x="219908" y="3215"/>
                </a:lnTo>
                <a:lnTo>
                  <a:pt x="220927" y="3969"/>
                </a:lnTo>
                <a:lnTo>
                  <a:pt x="221919" y="4802"/>
                </a:lnTo>
                <a:lnTo>
                  <a:pt x="222885" y="5715"/>
                </a:lnTo>
                <a:lnTo>
                  <a:pt x="223798" y="6681"/>
                </a:lnTo>
                <a:lnTo>
                  <a:pt x="224631" y="7673"/>
                </a:lnTo>
                <a:lnTo>
                  <a:pt x="225385" y="8692"/>
                </a:lnTo>
                <a:lnTo>
                  <a:pt x="226060" y="9737"/>
                </a:lnTo>
                <a:lnTo>
                  <a:pt x="226655" y="10808"/>
                </a:lnTo>
                <a:lnTo>
                  <a:pt x="227171" y="11906"/>
                </a:lnTo>
                <a:lnTo>
                  <a:pt x="227608" y="13031"/>
                </a:lnTo>
                <a:lnTo>
                  <a:pt x="227965" y="14182"/>
                </a:lnTo>
                <a:lnTo>
                  <a:pt x="228243" y="15359"/>
                </a:lnTo>
                <a:lnTo>
                  <a:pt x="228441" y="16563"/>
                </a:lnTo>
                <a:lnTo>
                  <a:pt x="228560" y="17793"/>
                </a:lnTo>
                <a:lnTo>
                  <a:pt x="228600" y="19050"/>
                </a:lnTo>
                <a:lnTo>
                  <a:pt x="228600" y="209550"/>
                </a:lnTo>
                <a:lnTo>
                  <a:pt x="228560" y="210807"/>
                </a:lnTo>
                <a:lnTo>
                  <a:pt x="228441" y="212037"/>
                </a:lnTo>
                <a:lnTo>
                  <a:pt x="228243" y="213241"/>
                </a:lnTo>
                <a:lnTo>
                  <a:pt x="227965" y="214418"/>
                </a:lnTo>
                <a:lnTo>
                  <a:pt x="227608" y="215569"/>
                </a:lnTo>
                <a:lnTo>
                  <a:pt x="227171" y="216694"/>
                </a:lnTo>
                <a:lnTo>
                  <a:pt x="226655" y="217792"/>
                </a:lnTo>
                <a:lnTo>
                  <a:pt x="226060" y="218863"/>
                </a:lnTo>
                <a:lnTo>
                  <a:pt x="225385" y="219908"/>
                </a:lnTo>
                <a:lnTo>
                  <a:pt x="224631" y="220927"/>
                </a:lnTo>
                <a:lnTo>
                  <a:pt x="223798" y="221919"/>
                </a:lnTo>
                <a:lnTo>
                  <a:pt x="222885" y="222885"/>
                </a:lnTo>
                <a:lnTo>
                  <a:pt x="221919" y="223798"/>
                </a:lnTo>
                <a:lnTo>
                  <a:pt x="220927" y="224631"/>
                </a:lnTo>
                <a:lnTo>
                  <a:pt x="219908" y="225385"/>
                </a:lnTo>
                <a:lnTo>
                  <a:pt x="218863" y="226060"/>
                </a:lnTo>
                <a:lnTo>
                  <a:pt x="217792" y="226655"/>
                </a:lnTo>
                <a:lnTo>
                  <a:pt x="216694" y="227171"/>
                </a:lnTo>
                <a:lnTo>
                  <a:pt x="215569" y="227608"/>
                </a:lnTo>
                <a:lnTo>
                  <a:pt x="214418" y="227965"/>
                </a:lnTo>
                <a:lnTo>
                  <a:pt x="213241" y="228243"/>
                </a:lnTo>
                <a:lnTo>
                  <a:pt x="212037" y="228441"/>
                </a:lnTo>
                <a:lnTo>
                  <a:pt x="210807" y="228560"/>
                </a:lnTo>
                <a:lnTo>
                  <a:pt x="209550" y="228600"/>
                </a:lnTo>
                <a:lnTo>
                  <a:pt x="19050" y="228600"/>
                </a:lnTo>
                <a:close/>
                <a:moveTo>
                  <a:pt x="104775" y="149225"/>
                </a:moveTo>
                <a:lnTo>
                  <a:pt x="19050" y="149225"/>
                </a:lnTo>
                <a:lnTo>
                  <a:pt x="19050" y="209550"/>
                </a:lnTo>
                <a:lnTo>
                  <a:pt x="104775" y="209550"/>
                </a:lnTo>
                <a:lnTo>
                  <a:pt x="104775" y="149225"/>
                </a:lnTo>
                <a:close/>
                <a:moveTo>
                  <a:pt x="123825" y="149225"/>
                </a:moveTo>
                <a:lnTo>
                  <a:pt x="123825" y="209550"/>
                </a:lnTo>
                <a:lnTo>
                  <a:pt x="209550" y="209550"/>
                </a:lnTo>
                <a:lnTo>
                  <a:pt x="209550" y="149225"/>
                </a:lnTo>
                <a:lnTo>
                  <a:pt x="123825" y="149225"/>
                </a:lnTo>
                <a:close/>
                <a:moveTo>
                  <a:pt x="104775" y="130175"/>
                </a:moveTo>
                <a:lnTo>
                  <a:pt x="104775" y="69850"/>
                </a:lnTo>
                <a:lnTo>
                  <a:pt x="19050" y="69850"/>
                </a:lnTo>
                <a:lnTo>
                  <a:pt x="19050" y="130175"/>
                </a:lnTo>
                <a:lnTo>
                  <a:pt x="104775" y="130175"/>
                </a:lnTo>
                <a:close/>
                <a:moveTo>
                  <a:pt x="123825" y="130175"/>
                </a:moveTo>
                <a:lnTo>
                  <a:pt x="209550" y="130175"/>
                </a:lnTo>
                <a:lnTo>
                  <a:pt x="209550" y="69850"/>
                </a:lnTo>
                <a:lnTo>
                  <a:pt x="123825" y="69850"/>
                </a:lnTo>
                <a:lnTo>
                  <a:pt x="123825" y="130175"/>
                </a:lnTo>
                <a:close/>
                <a:moveTo>
                  <a:pt x="19050" y="50800"/>
                </a:moveTo>
                <a:lnTo>
                  <a:pt x="209550" y="50800"/>
                </a:lnTo>
                <a:lnTo>
                  <a:pt x="20955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블록 kdms 관리 기록"/>
          <p:cNvSpPr/>
          <p:nvPr/>
        </p:nvSpPr>
        <p:spPr>
          <a:xfrm>
            <a:off x="9540240" y="4770120"/>
            <a:ext cx="214884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4267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관리 기록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watermark · load_chunk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Debezium 오프셋</a:t>
            </a:r>
          </a:p>
        </p:txBody>
      </p:sp>
      <p:sp>
        <p:nvSpPr>
          <p:cNvPr id="31" name="아이콘 database"/>
          <p:cNvSpPr/>
          <p:nvPr/>
        </p:nvSpPr>
        <p:spPr>
          <a:xfrm>
            <a:off x="10500360" y="48844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lnTo>
                  <a:pt x="106412" y="228497"/>
                </a:lnTo>
                <a:lnTo>
                  <a:pt x="98729" y="228190"/>
                </a:lnTo>
                <a:lnTo>
                  <a:pt x="91251" y="227677"/>
                </a:lnTo>
                <a:lnTo>
                  <a:pt x="83979" y="226960"/>
                </a:lnTo>
                <a:lnTo>
                  <a:pt x="76911" y="226037"/>
                </a:lnTo>
                <a:lnTo>
                  <a:pt x="70048" y="224909"/>
                </a:lnTo>
                <a:lnTo>
                  <a:pt x="63391" y="223576"/>
                </a:lnTo>
                <a:lnTo>
                  <a:pt x="56938" y="222038"/>
                </a:lnTo>
                <a:lnTo>
                  <a:pt x="50691" y="220295"/>
                </a:lnTo>
                <a:lnTo>
                  <a:pt x="44648" y="218347"/>
                </a:lnTo>
                <a:lnTo>
                  <a:pt x="38811" y="216194"/>
                </a:lnTo>
                <a:lnTo>
                  <a:pt x="33179" y="213836"/>
                </a:lnTo>
                <a:lnTo>
                  <a:pt x="27879" y="211330"/>
                </a:lnTo>
                <a:lnTo>
                  <a:pt x="23041" y="208734"/>
                </a:lnTo>
                <a:lnTo>
                  <a:pt x="18663" y="206048"/>
                </a:lnTo>
                <a:lnTo>
                  <a:pt x="14746" y="203271"/>
                </a:lnTo>
                <a:lnTo>
                  <a:pt x="11290" y="200403"/>
                </a:lnTo>
                <a:lnTo>
                  <a:pt x="8295" y="197445"/>
                </a:lnTo>
                <a:lnTo>
                  <a:pt x="5760" y="194397"/>
                </a:lnTo>
                <a:lnTo>
                  <a:pt x="3687" y="191258"/>
                </a:lnTo>
                <a:lnTo>
                  <a:pt x="2074" y="188029"/>
                </a:lnTo>
                <a:lnTo>
                  <a:pt x="922" y="184710"/>
                </a:lnTo>
                <a:lnTo>
                  <a:pt x="230" y="181300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77800"/>
                </a:lnTo>
                <a:lnTo>
                  <a:pt x="228370" y="181300"/>
                </a:lnTo>
                <a:lnTo>
                  <a:pt x="227678" y="184710"/>
                </a:lnTo>
                <a:lnTo>
                  <a:pt x="226526" y="188029"/>
                </a:lnTo>
                <a:lnTo>
                  <a:pt x="224913" y="191258"/>
                </a:lnTo>
                <a:lnTo>
                  <a:pt x="222840" y="194397"/>
                </a:lnTo>
                <a:lnTo>
                  <a:pt x="220305" y="197445"/>
                </a:lnTo>
                <a:lnTo>
                  <a:pt x="217310" y="200403"/>
                </a:lnTo>
                <a:lnTo>
                  <a:pt x="213854" y="203271"/>
                </a:lnTo>
                <a:lnTo>
                  <a:pt x="209937" y="206048"/>
                </a:lnTo>
                <a:lnTo>
                  <a:pt x="205559" y="208734"/>
                </a:lnTo>
                <a:lnTo>
                  <a:pt x="200721" y="211330"/>
                </a:lnTo>
                <a:lnTo>
                  <a:pt x="195421" y="213836"/>
                </a:lnTo>
                <a:lnTo>
                  <a:pt x="189789" y="216194"/>
                </a:lnTo>
                <a:lnTo>
                  <a:pt x="183952" y="218347"/>
                </a:lnTo>
                <a:lnTo>
                  <a:pt x="177909" y="220295"/>
                </a:lnTo>
                <a:lnTo>
                  <a:pt x="171662" y="222038"/>
                </a:lnTo>
                <a:lnTo>
                  <a:pt x="165209" y="223576"/>
                </a:lnTo>
                <a:lnTo>
                  <a:pt x="158552" y="224909"/>
                </a:lnTo>
                <a:lnTo>
                  <a:pt x="151689" y="226037"/>
                </a:lnTo>
                <a:lnTo>
                  <a:pt x="144621" y="226960"/>
                </a:lnTo>
                <a:lnTo>
                  <a:pt x="137349" y="227677"/>
                </a:lnTo>
                <a:lnTo>
                  <a:pt x="129871" y="228190"/>
                </a:lnTo>
                <a:lnTo>
                  <a:pt x="122188" y="228497"/>
                </a:lnTo>
                <a:lnTo>
                  <a:pt x="114300" y="228600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13982" y="141605"/>
                </a:moveTo>
                <a:lnTo>
                  <a:pt x="116205" y="141595"/>
                </a:lnTo>
                <a:lnTo>
                  <a:pt x="118428" y="141565"/>
                </a:lnTo>
                <a:lnTo>
                  <a:pt x="120650" y="141516"/>
                </a:lnTo>
                <a:lnTo>
                  <a:pt x="122872" y="141446"/>
                </a:lnTo>
                <a:lnTo>
                  <a:pt x="125095" y="141357"/>
                </a:lnTo>
                <a:lnTo>
                  <a:pt x="127318" y="141248"/>
                </a:lnTo>
                <a:lnTo>
                  <a:pt x="129540" y="141119"/>
                </a:lnTo>
                <a:lnTo>
                  <a:pt x="131762" y="140970"/>
                </a:lnTo>
                <a:lnTo>
                  <a:pt x="133985" y="140801"/>
                </a:lnTo>
                <a:lnTo>
                  <a:pt x="136208" y="140613"/>
                </a:lnTo>
                <a:lnTo>
                  <a:pt x="138430" y="140404"/>
                </a:lnTo>
                <a:lnTo>
                  <a:pt x="140652" y="140176"/>
                </a:lnTo>
                <a:lnTo>
                  <a:pt x="142867" y="139928"/>
                </a:lnTo>
                <a:lnTo>
                  <a:pt x="145067" y="139660"/>
                </a:lnTo>
                <a:lnTo>
                  <a:pt x="147251" y="139373"/>
                </a:lnTo>
                <a:lnTo>
                  <a:pt x="149419" y="139065"/>
                </a:lnTo>
                <a:lnTo>
                  <a:pt x="151572" y="138738"/>
                </a:lnTo>
                <a:lnTo>
                  <a:pt x="153710" y="138390"/>
                </a:lnTo>
                <a:lnTo>
                  <a:pt x="155832" y="138023"/>
                </a:lnTo>
                <a:lnTo>
                  <a:pt x="157939" y="137636"/>
                </a:lnTo>
                <a:lnTo>
                  <a:pt x="160030" y="137229"/>
                </a:lnTo>
                <a:lnTo>
                  <a:pt x="162106" y="136803"/>
                </a:lnTo>
                <a:lnTo>
                  <a:pt x="164166" y="136356"/>
                </a:lnTo>
                <a:lnTo>
                  <a:pt x="166211" y="135890"/>
                </a:lnTo>
                <a:lnTo>
                  <a:pt x="168241" y="135405"/>
                </a:lnTo>
                <a:lnTo>
                  <a:pt x="170255" y="134902"/>
                </a:lnTo>
                <a:lnTo>
                  <a:pt x="172254" y="134382"/>
                </a:lnTo>
                <a:lnTo>
                  <a:pt x="174237" y="133844"/>
                </a:lnTo>
                <a:lnTo>
                  <a:pt x="176205" y="133288"/>
                </a:lnTo>
                <a:lnTo>
                  <a:pt x="178157" y="132715"/>
                </a:lnTo>
                <a:lnTo>
                  <a:pt x="180094" y="132124"/>
                </a:lnTo>
                <a:lnTo>
                  <a:pt x="182016" y="131516"/>
                </a:lnTo>
                <a:lnTo>
                  <a:pt x="183922" y="130889"/>
                </a:lnTo>
                <a:lnTo>
                  <a:pt x="185812" y="130246"/>
                </a:lnTo>
                <a:lnTo>
                  <a:pt x="187688" y="129584"/>
                </a:lnTo>
                <a:lnTo>
                  <a:pt x="189548" y="128905"/>
                </a:lnTo>
                <a:lnTo>
                  <a:pt x="191384" y="128210"/>
                </a:lnTo>
                <a:lnTo>
                  <a:pt x="193190" y="127503"/>
                </a:lnTo>
                <a:lnTo>
                  <a:pt x="194965" y="126782"/>
                </a:lnTo>
                <a:lnTo>
                  <a:pt x="196709" y="126048"/>
                </a:lnTo>
                <a:lnTo>
                  <a:pt x="198422" y="125300"/>
                </a:lnTo>
                <a:lnTo>
                  <a:pt x="200104" y="124539"/>
                </a:lnTo>
                <a:lnTo>
                  <a:pt x="201756" y="123765"/>
                </a:lnTo>
                <a:lnTo>
                  <a:pt x="203376" y="122978"/>
                </a:lnTo>
                <a:lnTo>
                  <a:pt x="204966" y="122178"/>
                </a:lnTo>
                <a:lnTo>
                  <a:pt x="206525" y="121364"/>
                </a:lnTo>
                <a:lnTo>
                  <a:pt x="208053" y="120538"/>
                </a:lnTo>
                <a:lnTo>
                  <a:pt x="209550" y="119698"/>
                </a:lnTo>
                <a:lnTo>
                  <a:pt x="209550" y="70485"/>
                </a:lnTo>
                <a:lnTo>
                  <a:pt x="208002" y="71325"/>
                </a:lnTo>
                <a:lnTo>
                  <a:pt x="206428" y="72152"/>
                </a:lnTo>
                <a:lnTo>
                  <a:pt x="204827" y="72965"/>
                </a:lnTo>
                <a:lnTo>
                  <a:pt x="203200" y="73766"/>
                </a:lnTo>
                <a:lnTo>
                  <a:pt x="201546" y="74553"/>
                </a:lnTo>
                <a:lnTo>
                  <a:pt x="199866" y="75327"/>
                </a:lnTo>
                <a:lnTo>
                  <a:pt x="198160" y="76088"/>
                </a:lnTo>
                <a:lnTo>
                  <a:pt x="196427" y="76835"/>
                </a:lnTo>
                <a:lnTo>
                  <a:pt x="194667" y="77569"/>
                </a:lnTo>
                <a:lnTo>
                  <a:pt x="192881" y="78290"/>
                </a:lnTo>
                <a:lnTo>
                  <a:pt x="191069" y="78998"/>
                </a:lnTo>
                <a:lnTo>
                  <a:pt x="189230" y="79692"/>
                </a:lnTo>
                <a:lnTo>
                  <a:pt x="187369" y="80372"/>
                </a:lnTo>
                <a:lnTo>
                  <a:pt x="185491" y="81033"/>
                </a:lnTo>
                <a:lnTo>
                  <a:pt x="183594" y="81677"/>
                </a:lnTo>
                <a:lnTo>
                  <a:pt x="181681" y="82303"/>
                </a:lnTo>
                <a:lnTo>
                  <a:pt x="179749" y="82912"/>
                </a:lnTo>
                <a:lnTo>
                  <a:pt x="177800" y="83502"/>
                </a:lnTo>
                <a:lnTo>
                  <a:pt x="175833" y="84076"/>
                </a:lnTo>
                <a:lnTo>
                  <a:pt x="173849" y="84631"/>
                </a:lnTo>
                <a:lnTo>
                  <a:pt x="171847" y="85169"/>
                </a:lnTo>
                <a:lnTo>
                  <a:pt x="169827" y="85690"/>
                </a:lnTo>
                <a:lnTo>
                  <a:pt x="167790" y="86192"/>
                </a:lnTo>
                <a:lnTo>
                  <a:pt x="165735" y="86678"/>
                </a:lnTo>
                <a:lnTo>
                  <a:pt x="163667" y="87145"/>
                </a:lnTo>
                <a:lnTo>
                  <a:pt x="161590" y="87595"/>
                </a:lnTo>
                <a:lnTo>
                  <a:pt x="159504" y="88027"/>
                </a:lnTo>
                <a:lnTo>
                  <a:pt x="157409" y="88441"/>
                </a:lnTo>
                <a:lnTo>
                  <a:pt x="155306" y="88838"/>
                </a:lnTo>
                <a:lnTo>
                  <a:pt x="153194" y="89218"/>
                </a:lnTo>
                <a:lnTo>
                  <a:pt x="151073" y="89579"/>
                </a:lnTo>
                <a:lnTo>
                  <a:pt x="148943" y="89923"/>
                </a:lnTo>
                <a:lnTo>
                  <a:pt x="146804" y="90249"/>
                </a:lnTo>
                <a:lnTo>
                  <a:pt x="144657" y="90558"/>
                </a:lnTo>
                <a:lnTo>
                  <a:pt x="142500" y="90849"/>
                </a:lnTo>
                <a:lnTo>
                  <a:pt x="140335" y="91122"/>
                </a:lnTo>
                <a:lnTo>
                  <a:pt x="138163" y="91376"/>
                </a:lnTo>
                <a:lnTo>
                  <a:pt x="135987" y="91608"/>
                </a:lnTo>
                <a:lnTo>
                  <a:pt x="133806" y="91817"/>
                </a:lnTo>
                <a:lnTo>
                  <a:pt x="131621" y="92004"/>
                </a:lnTo>
                <a:lnTo>
                  <a:pt x="129432" y="92170"/>
                </a:lnTo>
                <a:lnTo>
                  <a:pt x="127238" y="92313"/>
                </a:lnTo>
                <a:lnTo>
                  <a:pt x="125040" y="92434"/>
                </a:lnTo>
                <a:lnTo>
                  <a:pt x="122837" y="92534"/>
                </a:lnTo>
                <a:lnTo>
                  <a:pt x="120630" y="92611"/>
                </a:lnTo>
                <a:lnTo>
                  <a:pt x="118419" y="92666"/>
                </a:lnTo>
                <a:lnTo>
                  <a:pt x="116203" y="92699"/>
                </a:lnTo>
                <a:lnTo>
                  <a:pt x="113982" y="92710"/>
                </a:lnTo>
                <a:lnTo>
                  <a:pt x="111760" y="92699"/>
                </a:lnTo>
                <a:lnTo>
                  <a:pt x="109538" y="92666"/>
                </a:lnTo>
                <a:lnTo>
                  <a:pt x="107315" y="92611"/>
                </a:lnTo>
                <a:lnTo>
                  <a:pt x="105092" y="92534"/>
                </a:lnTo>
                <a:lnTo>
                  <a:pt x="102870" y="92434"/>
                </a:lnTo>
                <a:lnTo>
                  <a:pt x="100648" y="92313"/>
                </a:lnTo>
                <a:lnTo>
                  <a:pt x="98425" y="92170"/>
                </a:lnTo>
                <a:lnTo>
                  <a:pt x="96202" y="92004"/>
                </a:lnTo>
                <a:lnTo>
                  <a:pt x="93980" y="91817"/>
                </a:lnTo>
                <a:lnTo>
                  <a:pt x="91758" y="91608"/>
                </a:lnTo>
                <a:lnTo>
                  <a:pt x="89535" y="91376"/>
                </a:lnTo>
                <a:lnTo>
                  <a:pt x="87312" y="91122"/>
                </a:lnTo>
                <a:lnTo>
                  <a:pt x="85098" y="90849"/>
                </a:lnTo>
                <a:lnTo>
                  <a:pt x="82898" y="90558"/>
                </a:lnTo>
                <a:lnTo>
                  <a:pt x="80714" y="90249"/>
                </a:lnTo>
                <a:lnTo>
                  <a:pt x="78546" y="89923"/>
                </a:lnTo>
                <a:lnTo>
                  <a:pt x="76393" y="89579"/>
                </a:lnTo>
                <a:lnTo>
                  <a:pt x="74255" y="89218"/>
                </a:lnTo>
                <a:lnTo>
                  <a:pt x="72133" y="88838"/>
                </a:lnTo>
                <a:lnTo>
                  <a:pt x="70026" y="88441"/>
                </a:lnTo>
                <a:lnTo>
                  <a:pt x="67935" y="88027"/>
                </a:lnTo>
                <a:lnTo>
                  <a:pt x="65859" y="87595"/>
                </a:lnTo>
                <a:lnTo>
                  <a:pt x="63799" y="87145"/>
                </a:lnTo>
                <a:lnTo>
                  <a:pt x="61754" y="86678"/>
                </a:lnTo>
                <a:lnTo>
                  <a:pt x="59725" y="86192"/>
                </a:lnTo>
                <a:lnTo>
                  <a:pt x="57714" y="85690"/>
                </a:lnTo>
                <a:lnTo>
                  <a:pt x="55721" y="85169"/>
                </a:lnTo>
                <a:lnTo>
                  <a:pt x="53746" y="84631"/>
                </a:lnTo>
                <a:lnTo>
                  <a:pt x="51788" y="84076"/>
                </a:lnTo>
                <a:lnTo>
                  <a:pt x="49848" y="83502"/>
                </a:lnTo>
                <a:lnTo>
                  <a:pt x="47925" y="82912"/>
                </a:lnTo>
                <a:lnTo>
                  <a:pt x="46020" y="82303"/>
                </a:lnTo>
                <a:lnTo>
                  <a:pt x="44132" y="81677"/>
                </a:lnTo>
                <a:lnTo>
                  <a:pt x="42263" y="81033"/>
                </a:lnTo>
                <a:lnTo>
                  <a:pt x="40411" y="80372"/>
                </a:lnTo>
                <a:lnTo>
                  <a:pt x="38576" y="79692"/>
                </a:lnTo>
                <a:lnTo>
                  <a:pt x="36767" y="78998"/>
                </a:lnTo>
                <a:lnTo>
                  <a:pt x="34991" y="78290"/>
                </a:lnTo>
                <a:lnTo>
                  <a:pt x="33248" y="77569"/>
                </a:lnTo>
                <a:lnTo>
                  <a:pt x="31538" y="76835"/>
                </a:lnTo>
                <a:lnTo>
                  <a:pt x="29862" y="76088"/>
                </a:lnTo>
                <a:lnTo>
                  <a:pt x="28218" y="75327"/>
                </a:lnTo>
                <a:lnTo>
                  <a:pt x="26607" y="74553"/>
                </a:lnTo>
                <a:lnTo>
                  <a:pt x="25030" y="73766"/>
                </a:lnTo>
                <a:lnTo>
                  <a:pt x="23485" y="72965"/>
                </a:lnTo>
                <a:lnTo>
                  <a:pt x="21974" y="72152"/>
                </a:lnTo>
                <a:lnTo>
                  <a:pt x="20495" y="71325"/>
                </a:lnTo>
                <a:lnTo>
                  <a:pt x="19050" y="70485"/>
                </a:lnTo>
                <a:lnTo>
                  <a:pt x="19050" y="119698"/>
                </a:lnTo>
                <a:lnTo>
                  <a:pt x="20494" y="120538"/>
                </a:lnTo>
                <a:lnTo>
                  <a:pt x="21969" y="121364"/>
                </a:lnTo>
                <a:lnTo>
                  <a:pt x="23475" y="122178"/>
                </a:lnTo>
                <a:lnTo>
                  <a:pt x="25012" y="122978"/>
                </a:lnTo>
                <a:lnTo>
                  <a:pt x="26580" y="123765"/>
                </a:lnTo>
                <a:lnTo>
                  <a:pt x="28178" y="124539"/>
                </a:lnTo>
                <a:lnTo>
                  <a:pt x="29808" y="125300"/>
                </a:lnTo>
                <a:lnTo>
                  <a:pt x="31468" y="126048"/>
                </a:lnTo>
                <a:lnTo>
                  <a:pt x="33159" y="126782"/>
                </a:lnTo>
                <a:lnTo>
                  <a:pt x="34881" y="127503"/>
                </a:lnTo>
                <a:lnTo>
                  <a:pt x="36634" y="128210"/>
                </a:lnTo>
                <a:lnTo>
                  <a:pt x="38418" y="128905"/>
                </a:lnTo>
                <a:lnTo>
                  <a:pt x="40227" y="129584"/>
                </a:lnTo>
                <a:lnTo>
                  <a:pt x="42056" y="130246"/>
                </a:lnTo>
                <a:lnTo>
                  <a:pt x="43904" y="130889"/>
                </a:lnTo>
                <a:lnTo>
                  <a:pt x="45773" y="131516"/>
                </a:lnTo>
                <a:lnTo>
                  <a:pt x="47661" y="132124"/>
                </a:lnTo>
                <a:lnTo>
                  <a:pt x="49570" y="132715"/>
                </a:lnTo>
                <a:lnTo>
                  <a:pt x="51498" y="133288"/>
                </a:lnTo>
                <a:lnTo>
                  <a:pt x="53446" y="133844"/>
                </a:lnTo>
                <a:lnTo>
                  <a:pt x="55414" y="134382"/>
                </a:lnTo>
                <a:lnTo>
                  <a:pt x="57401" y="134902"/>
                </a:lnTo>
                <a:lnTo>
                  <a:pt x="59409" y="135405"/>
                </a:lnTo>
                <a:lnTo>
                  <a:pt x="61436" y="135890"/>
                </a:lnTo>
                <a:lnTo>
                  <a:pt x="63481" y="136356"/>
                </a:lnTo>
                <a:lnTo>
                  <a:pt x="65542" y="136803"/>
                </a:lnTo>
                <a:lnTo>
                  <a:pt x="67618" y="137229"/>
                </a:lnTo>
                <a:lnTo>
                  <a:pt x="69709" y="137636"/>
                </a:lnTo>
                <a:lnTo>
                  <a:pt x="71816" y="138023"/>
                </a:lnTo>
                <a:lnTo>
                  <a:pt x="73938" y="138390"/>
                </a:lnTo>
                <a:lnTo>
                  <a:pt x="76075" y="138738"/>
                </a:lnTo>
                <a:lnTo>
                  <a:pt x="78228" y="139065"/>
                </a:lnTo>
                <a:lnTo>
                  <a:pt x="80397" y="139373"/>
                </a:lnTo>
                <a:lnTo>
                  <a:pt x="82581" y="139660"/>
                </a:lnTo>
                <a:lnTo>
                  <a:pt x="84780" y="139928"/>
                </a:lnTo>
                <a:lnTo>
                  <a:pt x="86995" y="140176"/>
                </a:lnTo>
                <a:lnTo>
                  <a:pt x="89220" y="140404"/>
                </a:lnTo>
                <a:lnTo>
                  <a:pt x="91449" y="140613"/>
                </a:lnTo>
                <a:lnTo>
                  <a:pt x="93682" y="140801"/>
                </a:lnTo>
                <a:lnTo>
                  <a:pt x="95920" y="140970"/>
                </a:lnTo>
                <a:lnTo>
                  <a:pt x="98163" y="141119"/>
                </a:lnTo>
                <a:lnTo>
                  <a:pt x="100409" y="141248"/>
                </a:lnTo>
                <a:lnTo>
                  <a:pt x="102661" y="141357"/>
                </a:lnTo>
                <a:lnTo>
                  <a:pt x="104916" y="141446"/>
                </a:lnTo>
                <a:lnTo>
                  <a:pt x="107176" y="141516"/>
                </a:lnTo>
                <a:lnTo>
                  <a:pt x="109440" y="141565"/>
                </a:lnTo>
                <a:lnTo>
                  <a:pt x="111709" y="141595"/>
                </a:lnTo>
                <a:lnTo>
                  <a:pt x="113982" y="141605"/>
                </a:lnTo>
                <a:close/>
                <a:moveTo>
                  <a:pt x="114300" y="209550"/>
                </a:moveTo>
                <a:lnTo>
                  <a:pt x="116847" y="209531"/>
                </a:lnTo>
                <a:lnTo>
                  <a:pt x="119406" y="209475"/>
                </a:lnTo>
                <a:lnTo>
                  <a:pt x="121980" y="209381"/>
                </a:lnTo>
                <a:lnTo>
                  <a:pt x="124566" y="209250"/>
                </a:lnTo>
                <a:lnTo>
                  <a:pt x="127165" y="209081"/>
                </a:lnTo>
                <a:lnTo>
                  <a:pt x="129778" y="208875"/>
                </a:lnTo>
                <a:lnTo>
                  <a:pt x="132404" y="208632"/>
                </a:lnTo>
                <a:lnTo>
                  <a:pt x="135043" y="208351"/>
                </a:lnTo>
                <a:lnTo>
                  <a:pt x="137696" y="208032"/>
                </a:lnTo>
                <a:lnTo>
                  <a:pt x="140361" y="207676"/>
                </a:lnTo>
                <a:lnTo>
                  <a:pt x="143040" y="207282"/>
                </a:lnTo>
                <a:lnTo>
                  <a:pt x="145732" y="206851"/>
                </a:lnTo>
                <a:lnTo>
                  <a:pt x="148413" y="206389"/>
                </a:lnTo>
                <a:lnTo>
                  <a:pt x="151055" y="205903"/>
                </a:lnTo>
                <a:lnTo>
                  <a:pt x="153660" y="205393"/>
                </a:lnTo>
                <a:lnTo>
                  <a:pt x="156228" y="204858"/>
                </a:lnTo>
                <a:lnTo>
                  <a:pt x="158758" y="204299"/>
                </a:lnTo>
                <a:lnTo>
                  <a:pt x="161250" y="203716"/>
                </a:lnTo>
                <a:lnTo>
                  <a:pt x="163705" y="203108"/>
                </a:lnTo>
                <a:lnTo>
                  <a:pt x="166123" y="202477"/>
                </a:lnTo>
                <a:lnTo>
                  <a:pt x="168503" y="201821"/>
                </a:lnTo>
                <a:lnTo>
                  <a:pt x="170846" y="201141"/>
                </a:lnTo>
                <a:lnTo>
                  <a:pt x="173151" y="200436"/>
                </a:lnTo>
                <a:lnTo>
                  <a:pt x="175419" y="199708"/>
                </a:lnTo>
                <a:lnTo>
                  <a:pt x="177639" y="198960"/>
                </a:lnTo>
                <a:lnTo>
                  <a:pt x="179802" y="198199"/>
                </a:lnTo>
                <a:lnTo>
                  <a:pt x="181908" y="197425"/>
                </a:lnTo>
                <a:lnTo>
                  <a:pt x="183956" y="196638"/>
                </a:lnTo>
                <a:lnTo>
                  <a:pt x="185947" y="195838"/>
                </a:lnTo>
                <a:lnTo>
                  <a:pt x="187881" y="195024"/>
                </a:lnTo>
                <a:lnTo>
                  <a:pt x="189757" y="194198"/>
                </a:lnTo>
                <a:lnTo>
                  <a:pt x="191576" y="193358"/>
                </a:lnTo>
                <a:lnTo>
                  <a:pt x="193338" y="192504"/>
                </a:lnTo>
                <a:lnTo>
                  <a:pt x="195042" y="191638"/>
                </a:lnTo>
                <a:lnTo>
                  <a:pt x="196689" y="190758"/>
                </a:lnTo>
                <a:lnTo>
                  <a:pt x="198279" y="189865"/>
                </a:lnTo>
                <a:lnTo>
                  <a:pt x="199788" y="188963"/>
                </a:lnTo>
                <a:lnTo>
                  <a:pt x="201194" y="188057"/>
                </a:lnTo>
                <a:lnTo>
                  <a:pt x="202496" y="187146"/>
                </a:lnTo>
                <a:lnTo>
                  <a:pt x="203694" y="186231"/>
                </a:lnTo>
                <a:lnTo>
                  <a:pt x="204789" y="185312"/>
                </a:lnTo>
                <a:lnTo>
                  <a:pt x="205780" y="184388"/>
                </a:lnTo>
                <a:lnTo>
                  <a:pt x="206667" y="183460"/>
                </a:lnTo>
                <a:lnTo>
                  <a:pt x="207451" y="182527"/>
                </a:lnTo>
                <a:lnTo>
                  <a:pt x="208131" y="181590"/>
                </a:lnTo>
                <a:lnTo>
                  <a:pt x="208708" y="180649"/>
                </a:lnTo>
                <a:lnTo>
                  <a:pt x="209181" y="179703"/>
                </a:lnTo>
                <a:lnTo>
                  <a:pt x="209550" y="178752"/>
                </a:lnTo>
                <a:lnTo>
                  <a:pt x="209550" y="139065"/>
                </a:lnTo>
                <a:lnTo>
                  <a:pt x="208053" y="139904"/>
                </a:lnTo>
                <a:lnTo>
                  <a:pt x="206525" y="140727"/>
                </a:lnTo>
                <a:lnTo>
                  <a:pt x="204966" y="141536"/>
                </a:lnTo>
                <a:lnTo>
                  <a:pt x="203376" y="142328"/>
                </a:lnTo>
                <a:lnTo>
                  <a:pt x="201756" y="143105"/>
                </a:lnTo>
                <a:lnTo>
                  <a:pt x="200104" y="143867"/>
                </a:lnTo>
                <a:lnTo>
                  <a:pt x="198422" y="144614"/>
                </a:lnTo>
                <a:lnTo>
                  <a:pt x="196709" y="145344"/>
                </a:lnTo>
                <a:lnTo>
                  <a:pt x="194965" y="146060"/>
                </a:lnTo>
                <a:lnTo>
                  <a:pt x="193190" y="146760"/>
                </a:lnTo>
                <a:lnTo>
                  <a:pt x="191384" y="147445"/>
                </a:lnTo>
                <a:lnTo>
                  <a:pt x="189548" y="148114"/>
                </a:lnTo>
                <a:lnTo>
                  <a:pt x="187688" y="148767"/>
                </a:lnTo>
                <a:lnTo>
                  <a:pt x="185812" y="149406"/>
                </a:lnTo>
                <a:lnTo>
                  <a:pt x="183922" y="150029"/>
                </a:lnTo>
                <a:lnTo>
                  <a:pt x="182016" y="150636"/>
                </a:lnTo>
                <a:lnTo>
                  <a:pt x="180094" y="151228"/>
                </a:lnTo>
                <a:lnTo>
                  <a:pt x="178157" y="151805"/>
                </a:lnTo>
                <a:lnTo>
                  <a:pt x="176205" y="152366"/>
                </a:lnTo>
                <a:lnTo>
                  <a:pt x="174237" y="152912"/>
                </a:lnTo>
                <a:lnTo>
                  <a:pt x="172254" y="153442"/>
                </a:lnTo>
                <a:lnTo>
                  <a:pt x="170255" y="153957"/>
                </a:lnTo>
                <a:lnTo>
                  <a:pt x="168241" y="154456"/>
                </a:lnTo>
                <a:lnTo>
                  <a:pt x="166211" y="154940"/>
                </a:lnTo>
                <a:lnTo>
                  <a:pt x="164167" y="155406"/>
                </a:lnTo>
                <a:lnTo>
                  <a:pt x="162110" y="155853"/>
                </a:lnTo>
                <a:lnTo>
                  <a:pt x="160040" y="156279"/>
                </a:lnTo>
                <a:lnTo>
                  <a:pt x="157956" y="156686"/>
                </a:lnTo>
                <a:lnTo>
                  <a:pt x="155859" y="157073"/>
                </a:lnTo>
                <a:lnTo>
                  <a:pt x="153749" y="157440"/>
                </a:lnTo>
                <a:lnTo>
                  <a:pt x="151626" y="157788"/>
                </a:lnTo>
                <a:lnTo>
                  <a:pt x="149490" y="158115"/>
                </a:lnTo>
                <a:lnTo>
                  <a:pt x="147340" y="158423"/>
                </a:lnTo>
                <a:lnTo>
                  <a:pt x="145177" y="158710"/>
                </a:lnTo>
                <a:lnTo>
                  <a:pt x="143001" y="158978"/>
                </a:lnTo>
                <a:lnTo>
                  <a:pt x="140811" y="159226"/>
                </a:lnTo>
                <a:lnTo>
                  <a:pt x="138612" y="159454"/>
                </a:lnTo>
                <a:lnTo>
                  <a:pt x="136406" y="159663"/>
                </a:lnTo>
                <a:lnTo>
                  <a:pt x="134193" y="159851"/>
                </a:lnTo>
                <a:lnTo>
                  <a:pt x="131974" y="160020"/>
                </a:lnTo>
                <a:lnTo>
                  <a:pt x="129748" y="160169"/>
                </a:lnTo>
                <a:lnTo>
                  <a:pt x="127516" y="160298"/>
                </a:lnTo>
                <a:lnTo>
                  <a:pt x="125277" y="160407"/>
                </a:lnTo>
                <a:lnTo>
                  <a:pt x="123031" y="160496"/>
                </a:lnTo>
                <a:lnTo>
                  <a:pt x="120779" y="160566"/>
                </a:lnTo>
                <a:lnTo>
                  <a:pt x="118520" y="160615"/>
                </a:lnTo>
                <a:lnTo>
                  <a:pt x="116255" y="160645"/>
                </a:lnTo>
                <a:lnTo>
                  <a:pt x="113982" y="160655"/>
                </a:lnTo>
                <a:lnTo>
                  <a:pt x="111709" y="160645"/>
                </a:lnTo>
                <a:lnTo>
                  <a:pt x="109440" y="160615"/>
                </a:lnTo>
                <a:lnTo>
                  <a:pt x="107176" y="160566"/>
                </a:lnTo>
                <a:lnTo>
                  <a:pt x="104916" y="160496"/>
                </a:lnTo>
                <a:lnTo>
                  <a:pt x="102661" y="160407"/>
                </a:lnTo>
                <a:lnTo>
                  <a:pt x="100409" y="160298"/>
                </a:lnTo>
                <a:lnTo>
                  <a:pt x="98163" y="160169"/>
                </a:lnTo>
                <a:lnTo>
                  <a:pt x="95920" y="160020"/>
                </a:lnTo>
                <a:lnTo>
                  <a:pt x="93682" y="159851"/>
                </a:lnTo>
                <a:lnTo>
                  <a:pt x="91449" y="159663"/>
                </a:lnTo>
                <a:lnTo>
                  <a:pt x="89220" y="159454"/>
                </a:lnTo>
                <a:lnTo>
                  <a:pt x="86995" y="159226"/>
                </a:lnTo>
                <a:lnTo>
                  <a:pt x="84780" y="158978"/>
                </a:lnTo>
                <a:lnTo>
                  <a:pt x="82581" y="158710"/>
                </a:lnTo>
                <a:lnTo>
                  <a:pt x="80397" y="158423"/>
                </a:lnTo>
                <a:lnTo>
                  <a:pt x="78228" y="158115"/>
                </a:lnTo>
                <a:lnTo>
                  <a:pt x="76075" y="157788"/>
                </a:lnTo>
                <a:lnTo>
                  <a:pt x="73938" y="157440"/>
                </a:lnTo>
                <a:lnTo>
                  <a:pt x="71816" y="157073"/>
                </a:lnTo>
                <a:lnTo>
                  <a:pt x="69709" y="156686"/>
                </a:lnTo>
                <a:lnTo>
                  <a:pt x="67618" y="156279"/>
                </a:lnTo>
                <a:lnTo>
                  <a:pt x="65542" y="155853"/>
                </a:lnTo>
                <a:lnTo>
                  <a:pt x="63481" y="155406"/>
                </a:lnTo>
                <a:lnTo>
                  <a:pt x="61436" y="154940"/>
                </a:lnTo>
                <a:lnTo>
                  <a:pt x="59409" y="154456"/>
                </a:lnTo>
                <a:lnTo>
                  <a:pt x="57401" y="153957"/>
                </a:lnTo>
                <a:lnTo>
                  <a:pt x="55414" y="153442"/>
                </a:lnTo>
                <a:lnTo>
                  <a:pt x="53446" y="152912"/>
                </a:lnTo>
                <a:lnTo>
                  <a:pt x="51498" y="152366"/>
                </a:lnTo>
                <a:lnTo>
                  <a:pt x="49570" y="151805"/>
                </a:lnTo>
                <a:lnTo>
                  <a:pt x="47661" y="151228"/>
                </a:lnTo>
                <a:lnTo>
                  <a:pt x="45773" y="150636"/>
                </a:lnTo>
                <a:lnTo>
                  <a:pt x="43904" y="150029"/>
                </a:lnTo>
                <a:lnTo>
                  <a:pt x="42056" y="149406"/>
                </a:lnTo>
                <a:lnTo>
                  <a:pt x="40227" y="148767"/>
                </a:lnTo>
                <a:lnTo>
                  <a:pt x="38418" y="148114"/>
                </a:lnTo>
                <a:lnTo>
                  <a:pt x="36634" y="147445"/>
                </a:lnTo>
                <a:lnTo>
                  <a:pt x="34881" y="146760"/>
                </a:lnTo>
                <a:lnTo>
                  <a:pt x="33159" y="146060"/>
                </a:lnTo>
                <a:lnTo>
                  <a:pt x="31468" y="145344"/>
                </a:lnTo>
                <a:lnTo>
                  <a:pt x="29808" y="144614"/>
                </a:lnTo>
                <a:lnTo>
                  <a:pt x="28178" y="143867"/>
                </a:lnTo>
                <a:lnTo>
                  <a:pt x="26580" y="143105"/>
                </a:lnTo>
                <a:lnTo>
                  <a:pt x="25012" y="142328"/>
                </a:lnTo>
                <a:lnTo>
                  <a:pt x="23475" y="141536"/>
                </a:lnTo>
                <a:lnTo>
                  <a:pt x="21969" y="140727"/>
                </a:lnTo>
                <a:lnTo>
                  <a:pt x="20494" y="139904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68" y="179971"/>
                </a:lnTo>
                <a:lnTo>
                  <a:pt x="19791" y="180874"/>
                </a:lnTo>
                <a:lnTo>
                  <a:pt x="20320" y="181779"/>
                </a:lnTo>
                <a:lnTo>
                  <a:pt x="20955" y="182686"/>
                </a:lnTo>
                <a:lnTo>
                  <a:pt x="21696" y="183595"/>
                </a:lnTo>
                <a:lnTo>
                  <a:pt x="22542" y="184507"/>
                </a:lnTo>
                <a:lnTo>
                  <a:pt x="23495" y="185421"/>
                </a:lnTo>
                <a:lnTo>
                  <a:pt x="24553" y="186337"/>
                </a:lnTo>
                <a:lnTo>
                  <a:pt x="25718" y="187256"/>
                </a:lnTo>
                <a:lnTo>
                  <a:pt x="26988" y="188176"/>
                </a:lnTo>
                <a:lnTo>
                  <a:pt x="28363" y="189099"/>
                </a:lnTo>
                <a:lnTo>
                  <a:pt x="29845" y="190024"/>
                </a:lnTo>
                <a:lnTo>
                  <a:pt x="31410" y="190941"/>
                </a:lnTo>
                <a:lnTo>
                  <a:pt x="33038" y="191841"/>
                </a:lnTo>
                <a:lnTo>
                  <a:pt x="34727" y="192722"/>
                </a:lnTo>
                <a:lnTo>
                  <a:pt x="36477" y="193587"/>
                </a:lnTo>
                <a:lnTo>
                  <a:pt x="38290" y="194433"/>
                </a:lnTo>
                <a:lnTo>
                  <a:pt x="40164" y="195262"/>
                </a:lnTo>
                <a:lnTo>
                  <a:pt x="42100" y="196074"/>
                </a:lnTo>
                <a:lnTo>
                  <a:pt x="44097" y="196868"/>
                </a:lnTo>
                <a:lnTo>
                  <a:pt x="46157" y="197644"/>
                </a:lnTo>
                <a:lnTo>
                  <a:pt x="48278" y="198402"/>
                </a:lnTo>
                <a:lnTo>
                  <a:pt x="50460" y="199143"/>
                </a:lnTo>
                <a:lnTo>
                  <a:pt x="52705" y="199866"/>
                </a:lnTo>
                <a:lnTo>
                  <a:pt x="54998" y="200570"/>
                </a:lnTo>
                <a:lnTo>
                  <a:pt x="57326" y="201251"/>
                </a:lnTo>
                <a:lnTo>
                  <a:pt x="59690" y="201910"/>
                </a:lnTo>
                <a:lnTo>
                  <a:pt x="62089" y="202547"/>
                </a:lnTo>
                <a:lnTo>
                  <a:pt x="64523" y="203163"/>
                </a:lnTo>
                <a:lnTo>
                  <a:pt x="66992" y="203756"/>
                </a:lnTo>
                <a:lnTo>
                  <a:pt x="69497" y="204327"/>
                </a:lnTo>
                <a:lnTo>
                  <a:pt x="72037" y="204876"/>
                </a:lnTo>
                <a:lnTo>
                  <a:pt x="74612" y="205403"/>
                </a:lnTo>
                <a:lnTo>
                  <a:pt x="77223" y="205908"/>
                </a:lnTo>
                <a:lnTo>
                  <a:pt x="79869" y="206390"/>
                </a:lnTo>
                <a:lnTo>
                  <a:pt x="82550" y="206851"/>
                </a:lnTo>
                <a:lnTo>
                  <a:pt x="85244" y="207282"/>
                </a:lnTo>
                <a:lnTo>
                  <a:pt x="87930" y="207676"/>
                </a:lnTo>
                <a:lnTo>
                  <a:pt x="90607" y="208032"/>
                </a:lnTo>
                <a:lnTo>
                  <a:pt x="93274" y="208351"/>
                </a:lnTo>
                <a:lnTo>
                  <a:pt x="95934" y="208632"/>
                </a:lnTo>
                <a:lnTo>
                  <a:pt x="98584" y="208875"/>
                </a:lnTo>
                <a:lnTo>
                  <a:pt x="101225" y="209081"/>
                </a:lnTo>
                <a:lnTo>
                  <a:pt x="103858" y="209250"/>
                </a:lnTo>
                <a:lnTo>
                  <a:pt x="106482" y="209381"/>
                </a:lnTo>
                <a:lnTo>
                  <a:pt x="109097" y="209475"/>
                </a:lnTo>
                <a:lnTo>
                  <a:pt x="111703" y="209531"/>
                </a:lnTo>
                <a:lnTo>
                  <a:pt x="114300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블록 같은 행이 두 경로로 들어와도 값 변환이 같아 해시가 같다 (T-C05)"/>
          <p:cNvSpPr/>
          <p:nvPr/>
        </p:nvSpPr>
        <p:spPr>
          <a:xfrm>
            <a:off x="3009900" y="5455920"/>
            <a:ext cx="5981700" cy="396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 lIns="909447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같은 행이 두 경로로 들어와도 값 변환이 같아 해시가 같다 (T-C05)</a:t>
            </a:r>
          </a:p>
        </p:txBody>
      </p:sp>
      <p:sp>
        <p:nvSpPr>
          <p:cNvPr id="33" name="아이콘 rule_settings"/>
          <p:cNvSpPr/>
          <p:nvPr/>
        </p:nvSpPr>
        <p:spPr>
          <a:xfrm>
            <a:off x="3671443" y="5588000"/>
            <a:ext cx="162211" cy="156845"/>
          </a:xfrm>
          <a:custGeom>
            <a:avLst/>
            <a:gdLst/>
            <a:ahLst/>
            <a:cxnLst/>
            <a:rect l="l" t="t" r="r" b="b"/>
            <a:pathLst>
              <a:path w="162211" h="156845">
                <a:moveTo>
                  <a:pt x="825" y="132080"/>
                </a:moveTo>
                <a:lnTo>
                  <a:pt x="825" y="119698"/>
                </a:lnTo>
                <a:lnTo>
                  <a:pt x="26210" y="119698"/>
                </a:lnTo>
                <a:lnTo>
                  <a:pt x="23320" y="116808"/>
                </a:lnTo>
                <a:lnTo>
                  <a:pt x="21305" y="114742"/>
                </a:lnTo>
                <a:lnTo>
                  <a:pt x="19385" y="112672"/>
                </a:lnTo>
                <a:lnTo>
                  <a:pt x="17561" y="110598"/>
                </a:lnTo>
                <a:lnTo>
                  <a:pt x="15834" y="108519"/>
                </a:lnTo>
                <a:lnTo>
                  <a:pt x="14202" y="106436"/>
                </a:lnTo>
                <a:lnTo>
                  <a:pt x="12666" y="104348"/>
                </a:lnTo>
                <a:lnTo>
                  <a:pt x="11227" y="102257"/>
                </a:lnTo>
                <a:lnTo>
                  <a:pt x="9883" y="100161"/>
                </a:lnTo>
                <a:lnTo>
                  <a:pt x="8636" y="98060"/>
                </a:lnTo>
                <a:lnTo>
                  <a:pt x="7484" y="95956"/>
                </a:lnTo>
                <a:lnTo>
                  <a:pt x="6428" y="93847"/>
                </a:lnTo>
                <a:lnTo>
                  <a:pt x="5469" y="91734"/>
                </a:lnTo>
                <a:lnTo>
                  <a:pt x="4595" y="89622"/>
                </a:lnTo>
                <a:lnTo>
                  <a:pt x="3798" y="87517"/>
                </a:lnTo>
                <a:lnTo>
                  <a:pt x="3076" y="85420"/>
                </a:lnTo>
                <a:lnTo>
                  <a:pt x="2431" y="83330"/>
                </a:lnTo>
                <a:lnTo>
                  <a:pt x="1861" y="81247"/>
                </a:lnTo>
                <a:lnTo>
                  <a:pt x="1367" y="79171"/>
                </a:lnTo>
                <a:lnTo>
                  <a:pt x="949" y="77102"/>
                </a:lnTo>
                <a:lnTo>
                  <a:pt x="608" y="75040"/>
                </a:lnTo>
                <a:lnTo>
                  <a:pt x="342" y="72986"/>
                </a:lnTo>
                <a:lnTo>
                  <a:pt x="152" y="70939"/>
                </a:lnTo>
                <a:lnTo>
                  <a:pt x="38" y="68898"/>
                </a:lnTo>
                <a:lnTo>
                  <a:pt x="0" y="66866"/>
                </a:lnTo>
                <a:lnTo>
                  <a:pt x="90" y="63149"/>
                </a:lnTo>
                <a:lnTo>
                  <a:pt x="358" y="59499"/>
                </a:lnTo>
                <a:lnTo>
                  <a:pt x="806" y="55915"/>
                </a:lnTo>
                <a:lnTo>
                  <a:pt x="1433" y="52396"/>
                </a:lnTo>
                <a:lnTo>
                  <a:pt x="2239" y="48944"/>
                </a:lnTo>
                <a:lnTo>
                  <a:pt x="3225" y="45557"/>
                </a:lnTo>
                <a:lnTo>
                  <a:pt x="4389" y="42237"/>
                </a:lnTo>
                <a:lnTo>
                  <a:pt x="5733" y="38982"/>
                </a:lnTo>
                <a:lnTo>
                  <a:pt x="7255" y="35793"/>
                </a:lnTo>
                <a:lnTo>
                  <a:pt x="8957" y="32670"/>
                </a:lnTo>
                <a:lnTo>
                  <a:pt x="10838" y="29613"/>
                </a:lnTo>
                <a:lnTo>
                  <a:pt x="12898" y="26622"/>
                </a:lnTo>
                <a:lnTo>
                  <a:pt x="15105" y="23740"/>
                </a:lnTo>
                <a:lnTo>
                  <a:pt x="17424" y="21010"/>
                </a:lnTo>
                <a:lnTo>
                  <a:pt x="19857" y="18432"/>
                </a:lnTo>
                <a:lnTo>
                  <a:pt x="22403" y="16006"/>
                </a:lnTo>
                <a:lnTo>
                  <a:pt x="25062" y="13731"/>
                </a:lnTo>
                <a:lnTo>
                  <a:pt x="27835" y="11609"/>
                </a:lnTo>
                <a:lnTo>
                  <a:pt x="30720" y="9638"/>
                </a:lnTo>
                <a:lnTo>
                  <a:pt x="33719" y="7819"/>
                </a:lnTo>
                <a:lnTo>
                  <a:pt x="36831" y="6153"/>
                </a:lnTo>
                <a:lnTo>
                  <a:pt x="40057" y="4638"/>
                </a:lnTo>
                <a:lnTo>
                  <a:pt x="43395" y="3275"/>
                </a:lnTo>
                <a:lnTo>
                  <a:pt x="46847" y="2064"/>
                </a:lnTo>
                <a:lnTo>
                  <a:pt x="46847" y="14859"/>
                </a:lnTo>
                <a:lnTo>
                  <a:pt x="44277" y="15947"/>
                </a:lnTo>
                <a:lnTo>
                  <a:pt x="41794" y="17146"/>
                </a:lnTo>
                <a:lnTo>
                  <a:pt x="39398" y="18458"/>
                </a:lnTo>
                <a:lnTo>
                  <a:pt x="37090" y="19881"/>
                </a:lnTo>
                <a:lnTo>
                  <a:pt x="34869" y="21416"/>
                </a:lnTo>
                <a:lnTo>
                  <a:pt x="32736" y="23062"/>
                </a:lnTo>
                <a:lnTo>
                  <a:pt x="30690" y="24821"/>
                </a:lnTo>
                <a:lnTo>
                  <a:pt x="28732" y="26691"/>
                </a:lnTo>
                <a:lnTo>
                  <a:pt x="26861" y="28673"/>
                </a:lnTo>
                <a:lnTo>
                  <a:pt x="25077" y="30767"/>
                </a:lnTo>
                <a:lnTo>
                  <a:pt x="23381" y="32973"/>
                </a:lnTo>
                <a:lnTo>
                  <a:pt x="21773" y="35290"/>
                </a:lnTo>
                <a:lnTo>
                  <a:pt x="20273" y="37685"/>
                </a:lnTo>
                <a:lnTo>
                  <a:pt x="18903" y="40123"/>
                </a:lnTo>
                <a:lnTo>
                  <a:pt x="17664" y="42604"/>
                </a:lnTo>
                <a:lnTo>
                  <a:pt x="16556" y="45127"/>
                </a:lnTo>
                <a:lnTo>
                  <a:pt x="15578" y="47694"/>
                </a:lnTo>
                <a:lnTo>
                  <a:pt x="14730" y="50304"/>
                </a:lnTo>
                <a:lnTo>
                  <a:pt x="14013" y="52957"/>
                </a:lnTo>
                <a:lnTo>
                  <a:pt x="13426" y="55652"/>
                </a:lnTo>
                <a:lnTo>
                  <a:pt x="12969" y="58391"/>
                </a:lnTo>
                <a:lnTo>
                  <a:pt x="12643" y="61173"/>
                </a:lnTo>
                <a:lnTo>
                  <a:pt x="12448" y="63998"/>
                </a:lnTo>
                <a:lnTo>
                  <a:pt x="12383" y="66866"/>
                </a:lnTo>
                <a:lnTo>
                  <a:pt x="12408" y="68646"/>
                </a:lnTo>
                <a:lnTo>
                  <a:pt x="12483" y="70411"/>
                </a:lnTo>
                <a:lnTo>
                  <a:pt x="12608" y="72160"/>
                </a:lnTo>
                <a:lnTo>
                  <a:pt x="12784" y="73894"/>
                </a:lnTo>
                <a:lnTo>
                  <a:pt x="13010" y="75611"/>
                </a:lnTo>
                <a:lnTo>
                  <a:pt x="13285" y="77313"/>
                </a:lnTo>
                <a:lnTo>
                  <a:pt x="13611" y="78999"/>
                </a:lnTo>
                <a:lnTo>
                  <a:pt x="13988" y="80670"/>
                </a:lnTo>
                <a:lnTo>
                  <a:pt x="14414" y="82324"/>
                </a:lnTo>
                <a:lnTo>
                  <a:pt x="14891" y="83963"/>
                </a:lnTo>
                <a:lnTo>
                  <a:pt x="15417" y="85586"/>
                </a:lnTo>
                <a:lnTo>
                  <a:pt x="15994" y="87193"/>
                </a:lnTo>
                <a:lnTo>
                  <a:pt x="16631" y="88781"/>
                </a:lnTo>
                <a:lnTo>
                  <a:pt x="17338" y="90344"/>
                </a:lnTo>
                <a:lnTo>
                  <a:pt x="18116" y="91882"/>
                </a:lnTo>
                <a:lnTo>
                  <a:pt x="18964" y="93396"/>
                </a:lnTo>
                <a:lnTo>
                  <a:pt x="19882" y="94886"/>
                </a:lnTo>
                <a:lnTo>
                  <a:pt x="20870" y="96351"/>
                </a:lnTo>
                <a:lnTo>
                  <a:pt x="21928" y="97792"/>
                </a:lnTo>
                <a:lnTo>
                  <a:pt x="23057" y="99209"/>
                </a:lnTo>
                <a:lnTo>
                  <a:pt x="24256" y="100601"/>
                </a:lnTo>
                <a:lnTo>
                  <a:pt x="25525" y="101969"/>
                </a:lnTo>
                <a:lnTo>
                  <a:pt x="26864" y="103313"/>
                </a:lnTo>
                <a:lnTo>
                  <a:pt x="28273" y="104632"/>
                </a:lnTo>
                <a:lnTo>
                  <a:pt x="34465" y="110204"/>
                </a:lnTo>
                <a:lnTo>
                  <a:pt x="34465" y="86058"/>
                </a:lnTo>
                <a:lnTo>
                  <a:pt x="46847" y="86058"/>
                </a:lnTo>
                <a:lnTo>
                  <a:pt x="46847" y="132080"/>
                </a:lnTo>
                <a:lnTo>
                  <a:pt x="825" y="132080"/>
                </a:lnTo>
                <a:close/>
                <a:moveTo>
                  <a:pt x="145082" y="63151"/>
                </a:moveTo>
                <a:lnTo>
                  <a:pt x="132699" y="63151"/>
                </a:lnTo>
                <a:lnTo>
                  <a:pt x="132607" y="61407"/>
                </a:lnTo>
                <a:lnTo>
                  <a:pt x="132470" y="59685"/>
                </a:lnTo>
                <a:lnTo>
                  <a:pt x="132286" y="57985"/>
                </a:lnTo>
                <a:lnTo>
                  <a:pt x="132057" y="56306"/>
                </a:lnTo>
                <a:lnTo>
                  <a:pt x="131782" y="54649"/>
                </a:lnTo>
                <a:lnTo>
                  <a:pt x="131461" y="53013"/>
                </a:lnTo>
                <a:lnTo>
                  <a:pt x="131094" y="51398"/>
                </a:lnTo>
                <a:lnTo>
                  <a:pt x="130681" y="49805"/>
                </a:lnTo>
                <a:lnTo>
                  <a:pt x="130223" y="48234"/>
                </a:lnTo>
                <a:lnTo>
                  <a:pt x="129718" y="46684"/>
                </a:lnTo>
                <a:lnTo>
                  <a:pt x="129168" y="45155"/>
                </a:lnTo>
                <a:lnTo>
                  <a:pt x="128572" y="43648"/>
                </a:lnTo>
                <a:lnTo>
                  <a:pt x="127924" y="42164"/>
                </a:lnTo>
                <a:lnTo>
                  <a:pt x="127219" y="40705"/>
                </a:lnTo>
                <a:lnTo>
                  <a:pt x="126456" y="39269"/>
                </a:lnTo>
                <a:lnTo>
                  <a:pt x="125637" y="37858"/>
                </a:lnTo>
                <a:lnTo>
                  <a:pt x="124759" y="36472"/>
                </a:lnTo>
                <a:lnTo>
                  <a:pt x="123825" y="35110"/>
                </a:lnTo>
                <a:lnTo>
                  <a:pt x="122833" y="33772"/>
                </a:lnTo>
                <a:lnTo>
                  <a:pt x="121784" y="32458"/>
                </a:lnTo>
                <a:lnTo>
                  <a:pt x="120678" y="31169"/>
                </a:lnTo>
                <a:lnTo>
                  <a:pt x="119514" y="29904"/>
                </a:lnTo>
                <a:lnTo>
                  <a:pt x="118293" y="28664"/>
                </a:lnTo>
                <a:lnTo>
                  <a:pt x="117015" y="27448"/>
                </a:lnTo>
                <a:lnTo>
                  <a:pt x="110823" y="21876"/>
                </a:lnTo>
                <a:lnTo>
                  <a:pt x="110823" y="46022"/>
                </a:lnTo>
                <a:lnTo>
                  <a:pt x="98441" y="46022"/>
                </a:lnTo>
                <a:lnTo>
                  <a:pt x="98441" y="0"/>
                </a:lnTo>
                <a:lnTo>
                  <a:pt x="144463" y="0"/>
                </a:lnTo>
                <a:lnTo>
                  <a:pt x="144463" y="12382"/>
                </a:lnTo>
                <a:lnTo>
                  <a:pt x="118872" y="12382"/>
                </a:lnTo>
                <a:lnTo>
                  <a:pt x="121968" y="15272"/>
                </a:lnTo>
                <a:lnTo>
                  <a:pt x="123917" y="17171"/>
                </a:lnTo>
                <a:lnTo>
                  <a:pt x="125774" y="19084"/>
                </a:lnTo>
                <a:lnTo>
                  <a:pt x="127540" y="21012"/>
                </a:lnTo>
                <a:lnTo>
                  <a:pt x="129214" y="22953"/>
                </a:lnTo>
                <a:lnTo>
                  <a:pt x="130796" y="24910"/>
                </a:lnTo>
                <a:lnTo>
                  <a:pt x="132286" y="26880"/>
                </a:lnTo>
                <a:lnTo>
                  <a:pt x="133685" y="28865"/>
                </a:lnTo>
                <a:lnTo>
                  <a:pt x="134992" y="30865"/>
                </a:lnTo>
                <a:lnTo>
                  <a:pt x="136208" y="32878"/>
                </a:lnTo>
                <a:lnTo>
                  <a:pt x="137331" y="34906"/>
                </a:lnTo>
                <a:lnTo>
                  <a:pt x="138363" y="36948"/>
                </a:lnTo>
                <a:lnTo>
                  <a:pt x="139303" y="39005"/>
                </a:lnTo>
                <a:lnTo>
                  <a:pt x="140163" y="41064"/>
                </a:lnTo>
                <a:lnTo>
                  <a:pt x="140954" y="43115"/>
                </a:lnTo>
                <a:lnTo>
                  <a:pt x="141676" y="45157"/>
                </a:lnTo>
                <a:lnTo>
                  <a:pt x="142330" y="47191"/>
                </a:lnTo>
                <a:lnTo>
                  <a:pt x="142915" y="49216"/>
                </a:lnTo>
                <a:lnTo>
                  <a:pt x="143431" y="51233"/>
                </a:lnTo>
                <a:lnTo>
                  <a:pt x="143878" y="53240"/>
                </a:lnTo>
                <a:lnTo>
                  <a:pt x="144256" y="55240"/>
                </a:lnTo>
                <a:lnTo>
                  <a:pt x="144566" y="57230"/>
                </a:lnTo>
                <a:lnTo>
                  <a:pt x="144806" y="59212"/>
                </a:lnTo>
                <a:lnTo>
                  <a:pt x="144978" y="61186"/>
                </a:lnTo>
                <a:lnTo>
                  <a:pt x="145082" y="63151"/>
                </a:lnTo>
                <a:close/>
                <a:moveTo>
                  <a:pt x="117221" y="156845"/>
                </a:moveTo>
                <a:lnTo>
                  <a:pt x="116189" y="146939"/>
                </a:lnTo>
                <a:lnTo>
                  <a:pt x="115500" y="146725"/>
                </a:lnTo>
                <a:lnTo>
                  <a:pt x="114808" y="146495"/>
                </a:lnTo>
                <a:lnTo>
                  <a:pt x="114112" y="146249"/>
                </a:lnTo>
                <a:lnTo>
                  <a:pt x="113415" y="145987"/>
                </a:lnTo>
                <a:lnTo>
                  <a:pt x="112714" y="145710"/>
                </a:lnTo>
                <a:lnTo>
                  <a:pt x="112010" y="145417"/>
                </a:lnTo>
                <a:lnTo>
                  <a:pt x="111303" y="145108"/>
                </a:lnTo>
                <a:lnTo>
                  <a:pt x="110594" y="144784"/>
                </a:lnTo>
                <a:lnTo>
                  <a:pt x="109882" y="144443"/>
                </a:lnTo>
                <a:lnTo>
                  <a:pt x="109167" y="144087"/>
                </a:lnTo>
                <a:lnTo>
                  <a:pt x="108449" y="143715"/>
                </a:lnTo>
                <a:lnTo>
                  <a:pt x="107728" y="143327"/>
                </a:lnTo>
                <a:lnTo>
                  <a:pt x="107017" y="142928"/>
                </a:lnTo>
                <a:lnTo>
                  <a:pt x="106329" y="142522"/>
                </a:lnTo>
                <a:lnTo>
                  <a:pt x="105664" y="142109"/>
                </a:lnTo>
                <a:lnTo>
                  <a:pt x="105022" y="141688"/>
                </a:lnTo>
                <a:lnTo>
                  <a:pt x="104403" y="141260"/>
                </a:lnTo>
                <a:lnTo>
                  <a:pt x="103807" y="140825"/>
                </a:lnTo>
                <a:lnTo>
                  <a:pt x="103233" y="140383"/>
                </a:lnTo>
                <a:lnTo>
                  <a:pt x="102683" y="139934"/>
                </a:lnTo>
                <a:lnTo>
                  <a:pt x="102156" y="139477"/>
                </a:lnTo>
                <a:lnTo>
                  <a:pt x="101651" y="139014"/>
                </a:lnTo>
                <a:lnTo>
                  <a:pt x="101170" y="138543"/>
                </a:lnTo>
                <a:lnTo>
                  <a:pt x="100711" y="138065"/>
                </a:lnTo>
                <a:lnTo>
                  <a:pt x="92043" y="142192"/>
                </a:lnTo>
                <a:lnTo>
                  <a:pt x="84820" y="131048"/>
                </a:lnTo>
                <a:lnTo>
                  <a:pt x="92662" y="124857"/>
                </a:lnTo>
                <a:lnTo>
                  <a:pt x="92498" y="124072"/>
                </a:lnTo>
                <a:lnTo>
                  <a:pt x="92347" y="123300"/>
                </a:lnTo>
                <a:lnTo>
                  <a:pt x="92211" y="122542"/>
                </a:lnTo>
                <a:lnTo>
                  <a:pt x="92089" y="121796"/>
                </a:lnTo>
                <a:lnTo>
                  <a:pt x="91982" y="121063"/>
                </a:lnTo>
                <a:lnTo>
                  <a:pt x="91888" y="120342"/>
                </a:lnTo>
                <a:lnTo>
                  <a:pt x="91810" y="119635"/>
                </a:lnTo>
                <a:lnTo>
                  <a:pt x="91745" y="118941"/>
                </a:lnTo>
                <a:lnTo>
                  <a:pt x="91695" y="118259"/>
                </a:lnTo>
                <a:lnTo>
                  <a:pt x="91659" y="117591"/>
                </a:lnTo>
                <a:lnTo>
                  <a:pt x="91638" y="116935"/>
                </a:lnTo>
                <a:lnTo>
                  <a:pt x="91631" y="116292"/>
                </a:lnTo>
                <a:lnTo>
                  <a:pt x="91638" y="115650"/>
                </a:lnTo>
                <a:lnTo>
                  <a:pt x="91659" y="114994"/>
                </a:lnTo>
                <a:lnTo>
                  <a:pt x="91695" y="114325"/>
                </a:lnTo>
                <a:lnTo>
                  <a:pt x="91745" y="113644"/>
                </a:lnTo>
                <a:lnTo>
                  <a:pt x="91810" y="112949"/>
                </a:lnTo>
                <a:lnTo>
                  <a:pt x="91888" y="112242"/>
                </a:lnTo>
                <a:lnTo>
                  <a:pt x="91982" y="111522"/>
                </a:lnTo>
                <a:lnTo>
                  <a:pt x="92089" y="110789"/>
                </a:lnTo>
                <a:lnTo>
                  <a:pt x="92211" y="110043"/>
                </a:lnTo>
                <a:lnTo>
                  <a:pt x="92347" y="109284"/>
                </a:lnTo>
                <a:lnTo>
                  <a:pt x="92498" y="108512"/>
                </a:lnTo>
                <a:lnTo>
                  <a:pt x="92662" y="107728"/>
                </a:lnTo>
                <a:lnTo>
                  <a:pt x="84820" y="101536"/>
                </a:lnTo>
                <a:lnTo>
                  <a:pt x="92043" y="90186"/>
                </a:lnTo>
                <a:lnTo>
                  <a:pt x="100711" y="94313"/>
                </a:lnTo>
                <a:lnTo>
                  <a:pt x="101170" y="93901"/>
                </a:lnTo>
                <a:lnTo>
                  <a:pt x="101651" y="93488"/>
                </a:lnTo>
                <a:lnTo>
                  <a:pt x="102156" y="93075"/>
                </a:lnTo>
                <a:lnTo>
                  <a:pt x="102683" y="92662"/>
                </a:lnTo>
                <a:lnTo>
                  <a:pt x="103233" y="92250"/>
                </a:lnTo>
                <a:lnTo>
                  <a:pt x="103807" y="91837"/>
                </a:lnTo>
                <a:lnTo>
                  <a:pt x="104403" y="91424"/>
                </a:lnTo>
                <a:lnTo>
                  <a:pt x="105022" y="91011"/>
                </a:lnTo>
                <a:lnTo>
                  <a:pt x="105664" y="90599"/>
                </a:lnTo>
                <a:lnTo>
                  <a:pt x="106329" y="90186"/>
                </a:lnTo>
                <a:lnTo>
                  <a:pt x="107017" y="89773"/>
                </a:lnTo>
                <a:lnTo>
                  <a:pt x="107728" y="89360"/>
                </a:lnTo>
                <a:lnTo>
                  <a:pt x="108449" y="88956"/>
                </a:lnTo>
                <a:lnTo>
                  <a:pt x="109167" y="88569"/>
                </a:lnTo>
                <a:lnTo>
                  <a:pt x="109882" y="88200"/>
                </a:lnTo>
                <a:lnTo>
                  <a:pt x="110594" y="87847"/>
                </a:lnTo>
                <a:lnTo>
                  <a:pt x="111303" y="87512"/>
                </a:lnTo>
                <a:lnTo>
                  <a:pt x="112010" y="87193"/>
                </a:lnTo>
                <a:lnTo>
                  <a:pt x="112714" y="86892"/>
                </a:lnTo>
                <a:lnTo>
                  <a:pt x="113415" y="86609"/>
                </a:lnTo>
                <a:lnTo>
                  <a:pt x="114112" y="86342"/>
                </a:lnTo>
                <a:lnTo>
                  <a:pt x="114808" y="86093"/>
                </a:lnTo>
                <a:lnTo>
                  <a:pt x="115500" y="85861"/>
                </a:lnTo>
                <a:lnTo>
                  <a:pt x="116189" y="85646"/>
                </a:lnTo>
                <a:lnTo>
                  <a:pt x="117221" y="75533"/>
                </a:lnTo>
                <a:lnTo>
                  <a:pt x="129604" y="75533"/>
                </a:lnTo>
                <a:lnTo>
                  <a:pt x="130842" y="85646"/>
                </a:lnTo>
                <a:lnTo>
                  <a:pt x="131531" y="85861"/>
                </a:lnTo>
                <a:lnTo>
                  <a:pt x="132223" y="86093"/>
                </a:lnTo>
                <a:lnTo>
                  <a:pt x="132918" y="86342"/>
                </a:lnTo>
                <a:lnTo>
                  <a:pt x="133616" y="86609"/>
                </a:lnTo>
                <a:lnTo>
                  <a:pt x="134317" y="86892"/>
                </a:lnTo>
                <a:lnTo>
                  <a:pt x="135021" y="87193"/>
                </a:lnTo>
                <a:lnTo>
                  <a:pt x="135727" y="87512"/>
                </a:lnTo>
                <a:lnTo>
                  <a:pt x="136437" y="87847"/>
                </a:lnTo>
                <a:lnTo>
                  <a:pt x="137149" y="88200"/>
                </a:lnTo>
                <a:lnTo>
                  <a:pt x="137864" y="88569"/>
                </a:lnTo>
                <a:lnTo>
                  <a:pt x="138582" y="88956"/>
                </a:lnTo>
                <a:lnTo>
                  <a:pt x="139303" y="89360"/>
                </a:lnTo>
                <a:lnTo>
                  <a:pt x="140014" y="89773"/>
                </a:lnTo>
                <a:lnTo>
                  <a:pt x="140702" y="90186"/>
                </a:lnTo>
                <a:lnTo>
                  <a:pt x="141367" y="90599"/>
                </a:lnTo>
                <a:lnTo>
                  <a:pt x="142009" y="91011"/>
                </a:lnTo>
                <a:lnTo>
                  <a:pt x="142628" y="91424"/>
                </a:lnTo>
                <a:lnTo>
                  <a:pt x="143224" y="91837"/>
                </a:lnTo>
                <a:lnTo>
                  <a:pt x="143798" y="92250"/>
                </a:lnTo>
                <a:lnTo>
                  <a:pt x="144348" y="92662"/>
                </a:lnTo>
                <a:lnTo>
                  <a:pt x="144875" y="93075"/>
                </a:lnTo>
                <a:lnTo>
                  <a:pt x="145380" y="93488"/>
                </a:lnTo>
                <a:lnTo>
                  <a:pt x="145861" y="93901"/>
                </a:lnTo>
                <a:lnTo>
                  <a:pt x="146320" y="94313"/>
                </a:lnTo>
                <a:lnTo>
                  <a:pt x="154988" y="90186"/>
                </a:lnTo>
                <a:lnTo>
                  <a:pt x="162211" y="101536"/>
                </a:lnTo>
                <a:lnTo>
                  <a:pt x="154369" y="107728"/>
                </a:lnTo>
                <a:lnTo>
                  <a:pt x="154533" y="108512"/>
                </a:lnTo>
                <a:lnTo>
                  <a:pt x="154684" y="109284"/>
                </a:lnTo>
                <a:lnTo>
                  <a:pt x="154820" y="110043"/>
                </a:lnTo>
                <a:lnTo>
                  <a:pt x="154942" y="110789"/>
                </a:lnTo>
                <a:lnTo>
                  <a:pt x="155049" y="111522"/>
                </a:lnTo>
                <a:lnTo>
                  <a:pt x="155142" y="112242"/>
                </a:lnTo>
                <a:lnTo>
                  <a:pt x="155221" y="112949"/>
                </a:lnTo>
                <a:lnTo>
                  <a:pt x="155286" y="113644"/>
                </a:lnTo>
                <a:lnTo>
                  <a:pt x="155336" y="114325"/>
                </a:lnTo>
                <a:lnTo>
                  <a:pt x="155372" y="114994"/>
                </a:lnTo>
                <a:lnTo>
                  <a:pt x="155393" y="115650"/>
                </a:lnTo>
                <a:lnTo>
                  <a:pt x="155400" y="116292"/>
                </a:lnTo>
                <a:lnTo>
                  <a:pt x="155393" y="116935"/>
                </a:lnTo>
                <a:lnTo>
                  <a:pt x="155372" y="117591"/>
                </a:lnTo>
                <a:lnTo>
                  <a:pt x="155336" y="118259"/>
                </a:lnTo>
                <a:lnTo>
                  <a:pt x="155286" y="118941"/>
                </a:lnTo>
                <a:lnTo>
                  <a:pt x="155221" y="119635"/>
                </a:lnTo>
                <a:lnTo>
                  <a:pt x="155142" y="120342"/>
                </a:lnTo>
                <a:lnTo>
                  <a:pt x="155049" y="121063"/>
                </a:lnTo>
                <a:lnTo>
                  <a:pt x="154942" y="121796"/>
                </a:lnTo>
                <a:lnTo>
                  <a:pt x="154820" y="122542"/>
                </a:lnTo>
                <a:lnTo>
                  <a:pt x="154684" y="123300"/>
                </a:lnTo>
                <a:lnTo>
                  <a:pt x="154533" y="124072"/>
                </a:lnTo>
                <a:lnTo>
                  <a:pt x="154369" y="124857"/>
                </a:lnTo>
                <a:lnTo>
                  <a:pt x="162211" y="131048"/>
                </a:lnTo>
                <a:lnTo>
                  <a:pt x="154988" y="142192"/>
                </a:lnTo>
                <a:lnTo>
                  <a:pt x="146320" y="138065"/>
                </a:lnTo>
                <a:lnTo>
                  <a:pt x="145861" y="138543"/>
                </a:lnTo>
                <a:lnTo>
                  <a:pt x="145380" y="139014"/>
                </a:lnTo>
                <a:lnTo>
                  <a:pt x="144875" y="139477"/>
                </a:lnTo>
                <a:lnTo>
                  <a:pt x="144348" y="139934"/>
                </a:lnTo>
                <a:lnTo>
                  <a:pt x="143798" y="140383"/>
                </a:lnTo>
                <a:lnTo>
                  <a:pt x="143224" y="140825"/>
                </a:lnTo>
                <a:lnTo>
                  <a:pt x="142628" y="141260"/>
                </a:lnTo>
                <a:lnTo>
                  <a:pt x="142009" y="141688"/>
                </a:lnTo>
                <a:lnTo>
                  <a:pt x="141367" y="142109"/>
                </a:lnTo>
                <a:lnTo>
                  <a:pt x="140702" y="142522"/>
                </a:lnTo>
                <a:lnTo>
                  <a:pt x="140014" y="142928"/>
                </a:lnTo>
                <a:lnTo>
                  <a:pt x="139303" y="143327"/>
                </a:lnTo>
                <a:lnTo>
                  <a:pt x="138582" y="143715"/>
                </a:lnTo>
                <a:lnTo>
                  <a:pt x="137864" y="144087"/>
                </a:lnTo>
                <a:lnTo>
                  <a:pt x="137149" y="144443"/>
                </a:lnTo>
                <a:lnTo>
                  <a:pt x="136437" y="144784"/>
                </a:lnTo>
                <a:lnTo>
                  <a:pt x="135727" y="145108"/>
                </a:lnTo>
                <a:lnTo>
                  <a:pt x="135021" y="145417"/>
                </a:lnTo>
                <a:lnTo>
                  <a:pt x="134317" y="145710"/>
                </a:lnTo>
                <a:lnTo>
                  <a:pt x="133616" y="145987"/>
                </a:lnTo>
                <a:lnTo>
                  <a:pt x="132918" y="146249"/>
                </a:lnTo>
                <a:lnTo>
                  <a:pt x="132223" y="146495"/>
                </a:lnTo>
                <a:lnTo>
                  <a:pt x="131531" y="146725"/>
                </a:lnTo>
                <a:lnTo>
                  <a:pt x="130842" y="146939"/>
                </a:lnTo>
                <a:lnTo>
                  <a:pt x="129604" y="156845"/>
                </a:lnTo>
                <a:lnTo>
                  <a:pt x="117221" y="156845"/>
                </a:lnTo>
                <a:close/>
                <a:moveTo>
                  <a:pt x="123412" y="137239"/>
                </a:moveTo>
                <a:lnTo>
                  <a:pt x="124904" y="137198"/>
                </a:lnTo>
                <a:lnTo>
                  <a:pt x="126353" y="137073"/>
                </a:lnTo>
                <a:lnTo>
                  <a:pt x="127759" y="136865"/>
                </a:lnTo>
                <a:lnTo>
                  <a:pt x="129122" y="136574"/>
                </a:lnTo>
                <a:lnTo>
                  <a:pt x="130442" y="136200"/>
                </a:lnTo>
                <a:lnTo>
                  <a:pt x="131719" y="135743"/>
                </a:lnTo>
                <a:lnTo>
                  <a:pt x="132953" y="135203"/>
                </a:lnTo>
                <a:lnTo>
                  <a:pt x="134144" y="134579"/>
                </a:lnTo>
                <a:lnTo>
                  <a:pt x="135292" y="133873"/>
                </a:lnTo>
                <a:lnTo>
                  <a:pt x="136397" y="133083"/>
                </a:lnTo>
                <a:lnTo>
                  <a:pt x="137459" y="132210"/>
                </a:lnTo>
                <a:lnTo>
                  <a:pt x="138478" y="131254"/>
                </a:lnTo>
                <a:lnTo>
                  <a:pt x="139434" y="130236"/>
                </a:lnTo>
                <a:lnTo>
                  <a:pt x="140306" y="129174"/>
                </a:lnTo>
                <a:lnTo>
                  <a:pt x="141096" y="128069"/>
                </a:lnTo>
                <a:lnTo>
                  <a:pt x="141803" y="126921"/>
                </a:lnTo>
                <a:lnTo>
                  <a:pt x="142426" y="125730"/>
                </a:lnTo>
                <a:lnTo>
                  <a:pt x="142966" y="124496"/>
                </a:lnTo>
                <a:lnTo>
                  <a:pt x="143423" y="123219"/>
                </a:lnTo>
                <a:lnTo>
                  <a:pt x="143798" y="121899"/>
                </a:lnTo>
                <a:lnTo>
                  <a:pt x="144088" y="120536"/>
                </a:lnTo>
                <a:lnTo>
                  <a:pt x="144296" y="119130"/>
                </a:lnTo>
                <a:lnTo>
                  <a:pt x="144421" y="117681"/>
                </a:lnTo>
                <a:lnTo>
                  <a:pt x="144463" y="116189"/>
                </a:lnTo>
                <a:lnTo>
                  <a:pt x="144421" y="114697"/>
                </a:lnTo>
                <a:lnTo>
                  <a:pt x="144296" y="113248"/>
                </a:lnTo>
                <a:lnTo>
                  <a:pt x="144088" y="111842"/>
                </a:lnTo>
                <a:lnTo>
                  <a:pt x="143798" y="110479"/>
                </a:lnTo>
                <a:lnTo>
                  <a:pt x="143423" y="109159"/>
                </a:lnTo>
                <a:lnTo>
                  <a:pt x="142966" y="107883"/>
                </a:lnTo>
                <a:lnTo>
                  <a:pt x="142426" y="106649"/>
                </a:lnTo>
                <a:lnTo>
                  <a:pt x="141803" y="105458"/>
                </a:lnTo>
                <a:lnTo>
                  <a:pt x="141096" y="104310"/>
                </a:lnTo>
                <a:lnTo>
                  <a:pt x="140306" y="103205"/>
                </a:lnTo>
                <a:lnTo>
                  <a:pt x="139434" y="102143"/>
                </a:lnTo>
                <a:lnTo>
                  <a:pt x="138478" y="101124"/>
                </a:lnTo>
                <a:lnTo>
                  <a:pt x="137459" y="100168"/>
                </a:lnTo>
                <a:lnTo>
                  <a:pt x="136397" y="99295"/>
                </a:lnTo>
                <a:lnTo>
                  <a:pt x="135292" y="98505"/>
                </a:lnTo>
                <a:lnTo>
                  <a:pt x="134144" y="97799"/>
                </a:lnTo>
                <a:lnTo>
                  <a:pt x="132953" y="97175"/>
                </a:lnTo>
                <a:lnTo>
                  <a:pt x="131719" y="96635"/>
                </a:lnTo>
                <a:lnTo>
                  <a:pt x="130442" y="96178"/>
                </a:lnTo>
                <a:lnTo>
                  <a:pt x="129122" y="95804"/>
                </a:lnTo>
                <a:lnTo>
                  <a:pt x="127759" y="95513"/>
                </a:lnTo>
                <a:lnTo>
                  <a:pt x="126353" y="95305"/>
                </a:lnTo>
                <a:lnTo>
                  <a:pt x="124904" y="95180"/>
                </a:lnTo>
                <a:lnTo>
                  <a:pt x="123412" y="95139"/>
                </a:lnTo>
                <a:lnTo>
                  <a:pt x="121920" y="95180"/>
                </a:lnTo>
                <a:lnTo>
                  <a:pt x="120471" y="95305"/>
                </a:lnTo>
                <a:lnTo>
                  <a:pt x="119065" y="95513"/>
                </a:lnTo>
                <a:lnTo>
                  <a:pt x="117703" y="95804"/>
                </a:lnTo>
                <a:lnTo>
                  <a:pt x="116383" y="96178"/>
                </a:lnTo>
                <a:lnTo>
                  <a:pt x="115106" y="96635"/>
                </a:lnTo>
                <a:lnTo>
                  <a:pt x="113872" y="97175"/>
                </a:lnTo>
                <a:lnTo>
                  <a:pt x="112681" y="97799"/>
                </a:lnTo>
                <a:lnTo>
                  <a:pt x="111533" y="98505"/>
                </a:lnTo>
                <a:lnTo>
                  <a:pt x="110428" y="99295"/>
                </a:lnTo>
                <a:lnTo>
                  <a:pt x="109366" y="100168"/>
                </a:lnTo>
                <a:lnTo>
                  <a:pt x="108347" y="101124"/>
                </a:lnTo>
                <a:lnTo>
                  <a:pt x="107391" y="102143"/>
                </a:lnTo>
                <a:lnTo>
                  <a:pt x="106518" y="103205"/>
                </a:lnTo>
                <a:lnTo>
                  <a:pt x="105728" y="104310"/>
                </a:lnTo>
                <a:lnTo>
                  <a:pt x="105022" y="105458"/>
                </a:lnTo>
                <a:lnTo>
                  <a:pt x="104399" y="106649"/>
                </a:lnTo>
                <a:lnTo>
                  <a:pt x="103858" y="107883"/>
                </a:lnTo>
                <a:lnTo>
                  <a:pt x="103401" y="109159"/>
                </a:lnTo>
                <a:lnTo>
                  <a:pt x="103027" y="110479"/>
                </a:lnTo>
                <a:lnTo>
                  <a:pt x="102736" y="111842"/>
                </a:lnTo>
                <a:lnTo>
                  <a:pt x="102528" y="113248"/>
                </a:lnTo>
                <a:lnTo>
                  <a:pt x="102404" y="114697"/>
                </a:lnTo>
                <a:lnTo>
                  <a:pt x="102362" y="116189"/>
                </a:lnTo>
                <a:lnTo>
                  <a:pt x="102404" y="117681"/>
                </a:lnTo>
                <a:lnTo>
                  <a:pt x="102528" y="119130"/>
                </a:lnTo>
                <a:lnTo>
                  <a:pt x="102736" y="120536"/>
                </a:lnTo>
                <a:lnTo>
                  <a:pt x="103027" y="121899"/>
                </a:lnTo>
                <a:lnTo>
                  <a:pt x="103401" y="123219"/>
                </a:lnTo>
                <a:lnTo>
                  <a:pt x="103858" y="124496"/>
                </a:lnTo>
                <a:lnTo>
                  <a:pt x="104399" y="125730"/>
                </a:lnTo>
                <a:lnTo>
                  <a:pt x="105022" y="126921"/>
                </a:lnTo>
                <a:lnTo>
                  <a:pt x="105728" y="128069"/>
                </a:lnTo>
                <a:lnTo>
                  <a:pt x="106518" y="129174"/>
                </a:lnTo>
                <a:lnTo>
                  <a:pt x="107391" y="130236"/>
                </a:lnTo>
                <a:lnTo>
                  <a:pt x="108347" y="131254"/>
                </a:lnTo>
                <a:lnTo>
                  <a:pt x="109366" y="132210"/>
                </a:lnTo>
                <a:lnTo>
                  <a:pt x="110428" y="133083"/>
                </a:lnTo>
                <a:lnTo>
                  <a:pt x="111533" y="133873"/>
                </a:lnTo>
                <a:lnTo>
                  <a:pt x="112681" y="134579"/>
                </a:lnTo>
                <a:lnTo>
                  <a:pt x="113872" y="135203"/>
                </a:lnTo>
                <a:lnTo>
                  <a:pt x="115106" y="135743"/>
                </a:lnTo>
                <a:lnTo>
                  <a:pt x="116383" y="136200"/>
                </a:lnTo>
                <a:lnTo>
                  <a:pt x="117703" y="136574"/>
                </a:lnTo>
                <a:lnTo>
                  <a:pt x="119065" y="136865"/>
                </a:lnTo>
                <a:lnTo>
                  <a:pt x="120471" y="137073"/>
                </a:lnTo>
                <a:lnTo>
                  <a:pt x="121920" y="137198"/>
                </a:lnTo>
                <a:lnTo>
                  <a:pt x="123412" y="137239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연결 src→ct"/>
          <p:cNvCxnSpPr>
            <a:stCxn id="9" idx="2"/>
            <a:endCxn id="11" idx="0"/>
          </p:cNvCxnSpPr>
          <p:nvPr/>
        </p:nvCxnSpPr>
        <p:spPr>
          <a:xfrm>
            <a:off x="1478280" y="2590800"/>
            <a:ext cx="0" cy="99060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35" name="라벨 캡처 Job"/>
          <p:cNvSpPr txBox="1"/>
          <p:nvPr/>
        </p:nvSpPr>
        <p:spPr>
          <a:xfrm>
            <a:off x="1524000" y="2990850"/>
            <a:ext cx="635508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캡처 Job</a:t>
            </a:r>
          </a:p>
        </p:txBody>
      </p:sp>
      <p:cxnSp>
        <p:nvCxnSpPr>
          <p:cNvPr id="36" name="연결 src→r1"/>
          <p:cNvCxnSpPr>
            <a:stCxn id="9" idx="3"/>
            <a:endCxn id="13" idx="1"/>
          </p:cNvCxnSpPr>
          <p:nvPr/>
        </p:nvCxnSpPr>
        <p:spPr>
          <a:xfrm>
            <a:off x="2453640" y="2133600"/>
            <a:ext cx="55626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37" name="라벨 읽기"/>
          <p:cNvSpPr txBox="1"/>
          <p:nvPr/>
        </p:nvSpPr>
        <p:spPr>
          <a:xfrm>
            <a:off x="2556510" y="1912620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cxnSp>
        <p:nvCxnSpPr>
          <p:cNvPr id="38" name="연결 r1→r2"/>
          <p:cNvCxnSpPr>
            <a:stCxn id="13" idx="3"/>
            <a:endCxn id="16" idx="1"/>
          </p:cNvCxnSpPr>
          <p:nvPr/>
        </p:nvCxnSpPr>
        <p:spPr>
          <a:xfrm>
            <a:off x="4838700" y="2133600"/>
            <a:ext cx="2667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39" name="연결 r2→r3"/>
          <p:cNvCxnSpPr>
            <a:stCxn id="16" idx="3"/>
            <a:endCxn id="18" idx="1"/>
          </p:cNvCxnSpPr>
          <p:nvPr/>
        </p:nvCxnSpPr>
        <p:spPr>
          <a:xfrm>
            <a:off x="6858000" y="2133600"/>
            <a:ext cx="2667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0" name="연결 ct→c1"/>
          <p:cNvCxnSpPr>
            <a:stCxn id="11" idx="3"/>
            <a:endCxn id="20" idx="1"/>
          </p:cNvCxnSpPr>
          <p:nvPr/>
        </p:nvCxnSpPr>
        <p:spPr>
          <a:xfrm>
            <a:off x="2453640" y="4038600"/>
            <a:ext cx="55626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1" name="라벨 수집"/>
          <p:cNvSpPr txBox="1"/>
          <p:nvPr/>
        </p:nvSpPr>
        <p:spPr>
          <a:xfrm>
            <a:off x="2556510" y="3817620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cxnSp>
        <p:nvCxnSpPr>
          <p:cNvPr id="42" name="연결 c1→c2"/>
          <p:cNvCxnSpPr>
            <a:stCxn id="20" idx="3"/>
            <a:endCxn id="23" idx="1"/>
          </p:cNvCxnSpPr>
          <p:nvPr/>
        </p:nvCxnSpPr>
        <p:spPr>
          <a:xfrm>
            <a:off x="4838700" y="4038600"/>
            <a:ext cx="26670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cxnSp>
        <p:nvCxnSpPr>
          <p:cNvPr id="43" name="연결 c2→c3"/>
          <p:cNvCxnSpPr>
            <a:stCxn id="23" idx="3"/>
            <a:endCxn id="25" idx="1"/>
          </p:cNvCxnSpPr>
          <p:nvPr/>
        </p:nvCxnSpPr>
        <p:spPr>
          <a:xfrm>
            <a:off x="6858000" y="4038600"/>
            <a:ext cx="26670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cxnSp>
        <p:nvCxnSpPr>
          <p:cNvPr id="44" name="연결 r3→tgt"/>
          <p:cNvCxnSpPr>
            <a:stCxn id="18" idx="3"/>
          </p:cNvCxnSpPr>
          <p:nvPr/>
        </p:nvCxnSpPr>
        <p:spPr>
          <a:xfrm>
            <a:off x="8991600" y="2133600"/>
            <a:ext cx="54864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45" name="라벨 COPY"/>
          <p:cNvSpPr txBox="1"/>
          <p:nvPr/>
        </p:nvSpPr>
        <p:spPr>
          <a:xfrm>
            <a:off x="9077706" y="1912620"/>
            <a:ext cx="376428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COPY</a:t>
            </a:r>
          </a:p>
        </p:txBody>
      </p:sp>
      <p:cxnSp>
        <p:nvCxnSpPr>
          <p:cNvPr id="46" name="연결 c3→tgt"/>
          <p:cNvCxnSpPr>
            <a:stCxn id="25" idx="3"/>
          </p:cNvCxnSpPr>
          <p:nvPr/>
        </p:nvCxnSpPr>
        <p:spPr>
          <a:xfrm>
            <a:off x="8991600" y="4038600"/>
            <a:ext cx="54864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7" name="라벨 반영"/>
          <p:cNvSpPr txBox="1"/>
          <p:nvPr/>
        </p:nvSpPr>
        <p:spPr>
          <a:xfrm>
            <a:off x="9090660" y="3817620"/>
            <a:ext cx="35052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반영</a:t>
            </a:r>
          </a:p>
        </p:txBody>
      </p:sp>
      <p:cxnSp>
        <p:nvCxnSpPr>
          <p:cNvPr id="48" name="연결 c1→meta"/>
          <p:cNvCxnSpPr>
            <a:stCxn id="20" idx="2"/>
            <a:endCxn id="30" idx="1"/>
          </p:cNvCxnSpPr>
          <p:nvPr/>
        </p:nvCxnSpPr>
        <p:spPr>
          <a:xfrm>
            <a:off x="3924300" y="4495800"/>
            <a:ext cx="5615940" cy="807720"/>
          </a:xfrm>
          <a:prstGeom prst="bentConnector3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49" name="라벨 워터마크 · 오프셋 기록"/>
          <p:cNvSpPr txBox="1"/>
          <p:nvPr/>
        </p:nvSpPr>
        <p:spPr>
          <a:xfrm>
            <a:off x="5961126" y="5082540"/>
            <a:ext cx="1542288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워터마크 · 오프셋 기록</a:t>
            </a:r>
          </a:p>
        </p:txBody>
      </p:sp>
      <p:sp>
        <p:nvSpPr>
          <p:cNvPr id="50" name="범례"/>
          <p:cNvSpPr/>
          <p:nvPr/>
        </p:nvSpPr>
        <p:spPr>
          <a:xfrm>
            <a:off x="381000" y="6309360"/>
            <a:ext cx="3665601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52" name="범례 실시간 질의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3" name="범례 글 실시간 질의"/>
          <p:cNvSpPr txBox="1"/>
          <p:nvPr/>
        </p:nvSpPr>
        <p:spPr>
          <a:xfrm>
            <a:off x="1341120" y="6309360"/>
            <a:ext cx="87134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실시간 질의</a:t>
            </a:r>
          </a:p>
        </p:txBody>
      </p:sp>
      <p:cxnSp>
        <p:nvCxnSpPr>
          <p:cNvPr id="54" name="범례 비동기 데이터 흐름"/>
          <p:cNvCxnSpPr/>
          <p:nvPr/>
        </p:nvCxnSpPr>
        <p:spPr>
          <a:xfrm>
            <a:off x="2288667" y="6507480"/>
            <a:ext cx="35052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55" name="범례 글 비동기 데이터 흐름"/>
          <p:cNvSpPr txBox="1"/>
          <p:nvPr/>
        </p:nvSpPr>
        <p:spPr>
          <a:xfrm>
            <a:off x="2715387" y="6309360"/>
            <a:ext cx="13312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비동기 데이터 흐름</a:t>
            </a:r>
          </a:p>
        </p:txBody>
      </p:sp>
      <p:sp>
        <p:nvSpPr>
          <p:cNvPr id="56" name="설명"/>
          <p:cNvSpPr txBox="1"/>
          <p:nvPr/>
        </p:nvSpPr>
        <p:spPr>
          <a:xfrm>
            <a:off x="4808982" y="6347460"/>
            <a:ext cx="7002018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워터마크를 적재보다 먼저 기록 → 적재 중 생긴 변경은 모두 change_log 에 있다 · 반영은 LOADED 테이블만</a:t>
            </a:r>
          </a:p>
        </p:txBody>
      </p:sp>
      <p:sp>
        <p:nvSpPr>
          <p:cNvPr id="57" name="설명"/>
          <p:cNvSpPr txBox="1"/>
          <p:nvPr/>
        </p:nvSpPr>
        <p:spPr>
          <a:xfrm>
            <a:off x="6337554" y="6537960"/>
            <a:ext cx="5473446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change_log 는 대상 PG 의 kdms 스키마 · payload(행 값)는 반영하면 바로 지운다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데이터 흐름도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