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막대"/>
          <p:cNvSpPr/>
          <p:nvPr/>
        </p:nvSpPr>
        <p:spPr>
          <a:xfrm>
            <a:off x="381000" y="274320"/>
            <a:ext cx="53340" cy="548640"/>
          </a:xfrm>
          <a:prstGeom prst="roundRect">
            <a:avLst>
              <a:gd name="adj" fmla="val 50000"/>
            </a:avLst>
          </a:pr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제목"/>
          <p:cNvSpPr txBox="1"/>
          <p:nvPr/>
        </p:nvSpPr>
        <p:spPr>
          <a:xfrm>
            <a:off x="533400" y="228600"/>
            <a:ext cx="8001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6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KDMS SW 아키텍처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533400" y="64008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8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Maven 단일 모듈 · 패키지 계층 · 위 계층만 아래 계층을 쓴다</a:t>
            </a:r>
          </a:p>
        </p:txBody>
      </p:sp>
      <p:sp>
        <p:nvSpPr>
          <p:cNvPr id="5" name="문서 정보"/>
          <p:cNvSpPr txBox="1"/>
          <p:nvPr/>
        </p:nvSpPr>
        <p:spPr>
          <a:xfrm>
            <a:off x="8382000" y="411480"/>
            <a:ext cx="342900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KDMS-D02 · v0.2 · 2026-10-09</a:t>
            </a:r>
          </a:p>
        </p:txBody>
      </p:sp>
      <p:sp>
        <p:nvSpPr>
          <p:cNvPr id="6" name="영역 진입 계층"/>
          <p:cNvSpPr/>
          <p:nvPr/>
        </p:nvSpPr>
        <p:spPr>
          <a:xfrm>
            <a:off x="762000" y="914400"/>
            <a:ext cx="11049000" cy="1249680"/>
          </a:xfrm>
          <a:prstGeom prst="roundRect">
            <a:avLst>
              <a:gd name="adj" fmla="val 10975"/>
            </a:avLst>
          </a:prstGeom>
          <a:solidFill>
            <a:srgbClr val="EEF6FD"/>
          </a:solidFill>
          <a:ln w="10668">
            <a:solidFill>
              <a:srgbClr val="8EC3EC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진입 계층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같은 기능을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두 입구로</a:t>
            </a:r>
          </a:p>
        </p:txBody>
      </p:sp>
      <p:sp>
        <p:nvSpPr>
          <p:cNvPr id="7" name="영역 이관 엔진"/>
          <p:cNvSpPr/>
          <p:nvPr/>
        </p:nvSpPr>
        <p:spPr>
          <a:xfrm>
            <a:off x="762000" y="2255520"/>
            <a:ext cx="11049000" cy="1249680"/>
          </a:xfrm>
          <a:prstGeom prst="roundRect">
            <a:avLst>
              <a:gd name="adj" fmla="val 10975"/>
            </a:avLst>
          </a:prstGeom>
          <a:solidFill>
            <a:srgbClr val="EEF6FD"/>
          </a:solidFill>
          <a:ln w="15240">
            <a:solidFill>
              <a:srgbClr val="1F4E8C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이관 엔진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단계마다 채운다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(아래 줄 = 구현 단계)</a:t>
            </a:r>
          </a:p>
        </p:txBody>
      </p:sp>
      <p:sp>
        <p:nvSpPr>
          <p:cNvPr id="8" name="영역 공통 계층"/>
          <p:cNvSpPr/>
          <p:nvPr/>
        </p:nvSpPr>
        <p:spPr>
          <a:xfrm>
            <a:off x="762000" y="3596640"/>
            <a:ext cx="11049000" cy="1249680"/>
          </a:xfrm>
          <a:prstGeom prst="roundRect">
            <a:avLst>
              <a:gd name="adj" fmla="val 10975"/>
            </a:avLst>
          </a:prstGeom>
          <a:solidFill>
            <a:srgbClr val="EEF6FD"/>
          </a:solidFill>
          <a:ln w="10668">
            <a:solidFill>
              <a:srgbClr val="8EC3EC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공통 계층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모든 엔진이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함께 쓴다</a:t>
            </a:r>
          </a:p>
        </p:txBody>
      </p:sp>
      <p:sp>
        <p:nvSpPr>
          <p:cNvPr id="9" name="영역 외부 라이브러리"/>
          <p:cNvSpPr/>
          <p:nvPr/>
        </p:nvSpPr>
        <p:spPr>
          <a:xfrm>
            <a:off x="762000" y="4937760"/>
            <a:ext cx="11049000" cy="1249680"/>
          </a:xfrm>
          <a:prstGeom prst="roundRect">
            <a:avLst>
              <a:gd name="adj" fmla="val 10975"/>
            </a:avLst>
          </a:prstGeom>
          <a:solidFill>
            <a:srgbClr val="EEF6FD"/>
          </a:solidFill>
          <a:ln w="10668">
            <a:solidFill>
              <a:srgbClr val="8EC3EC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외부 라이브러리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모두 jar 에 포함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실행 중 다운로드 0</a:t>
            </a:r>
          </a:p>
        </p:txBody>
      </p:sp>
      <p:cxnSp>
        <p:nvCxnSpPr>
          <p:cNvPr id="10" name="선"/>
          <p:cNvCxnSpPr/>
          <p:nvPr/>
        </p:nvCxnSpPr>
        <p:spPr>
          <a:xfrm>
            <a:off x="533400" y="975360"/>
            <a:ext cx="0" cy="1935480"/>
          </a:xfrm>
          <a:prstGeom prst="line">
            <a:avLst/>
          </a:prstGeom>
          <a:ln w="18288">
            <a:solidFill>
              <a:srgbClr val="1F4E8C"/>
            </a:solidFill>
          </a:ln>
        </p:spPr>
      </p:cxnSp>
      <p:cxnSp>
        <p:nvCxnSpPr>
          <p:cNvPr id="11" name="선"/>
          <p:cNvCxnSpPr/>
          <p:nvPr/>
        </p:nvCxnSpPr>
        <p:spPr>
          <a:xfrm>
            <a:off x="533400" y="4038600"/>
            <a:ext cx="0" cy="2103120"/>
          </a:xfrm>
          <a:prstGeom prst="line">
            <a:avLst/>
          </a:prstGeom>
          <a:ln w="18288">
            <a:solidFill>
              <a:srgbClr val="1F4E8C"/>
            </a:solidFill>
            <a:tailEnd type="triangle" w="med" len="med"/>
          </a:ln>
        </p:spPr>
      </p:cxnSp>
      <p:sp>
        <p:nvSpPr>
          <p:cNvPr id="12" name="블록 Kdms (main)"/>
          <p:cNvSpPr/>
          <p:nvPr/>
        </p:nvSpPr>
        <p:spPr>
          <a:xfrm>
            <a:off x="2209800" y="1021080"/>
            <a:ext cx="3048000" cy="10363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3716">
            <a:solidFill>
              <a:srgbClr val="8EC3EC"/>
            </a:solidFill>
          </a:ln>
        </p:spPr>
        <p:txBody>
          <a:bodyPr rtlCol="0" anchor="t" lIns="45720" tIns="4114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Kdms (main)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단일 jar 시작점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--no-web 이면 CLI 만</a:t>
            </a:r>
          </a:p>
        </p:txBody>
      </p:sp>
      <p:sp>
        <p:nvSpPr>
          <p:cNvPr id="13" name="아이콘 deployed_code"/>
          <p:cNvSpPr/>
          <p:nvPr/>
        </p:nvSpPr>
        <p:spPr>
          <a:xfrm>
            <a:off x="3619500" y="1106488"/>
            <a:ext cx="228600" cy="255904"/>
          </a:xfrm>
          <a:custGeom>
            <a:avLst/>
            <a:gdLst/>
            <a:ahLst/>
            <a:cxnLst/>
            <a:rect l="l" t="t" r="r" b="b"/>
            <a:pathLst>
              <a:path w="228600" h="255904">
                <a:moveTo>
                  <a:pt x="104775" y="231457"/>
                </a:moveTo>
                <a:lnTo>
                  <a:pt x="104775" y="133350"/>
                </a:lnTo>
                <a:lnTo>
                  <a:pt x="19050" y="83820"/>
                </a:lnTo>
                <a:lnTo>
                  <a:pt x="19050" y="181927"/>
                </a:lnTo>
                <a:lnTo>
                  <a:pt x="104775" y="231457"/>
                </a:lnTo>
                <a:close/>
                <a:moveTo>
                  <a:pt x="123825" y="231457"/>
                </a:moveTo>
                <a:lnTo>
                  <a:pt x="209550" y="181927"/>
                </a:lnTo>
                <a:lnTo>
                  <a:pt x="209550" y="83502"/>
                </a:lnTo>
                <a:lnTo>
                  <a:pt x="123825" y="133299"/>
                </a:lnTo>
                <a:lnTo>
                  <a:pt x="123825" y="231457"/>
                </a:lnTo>
                <a:close/>
                <a:moveTo>
                  <a:pt x="114300" y="117157"/>
                </a:moveTo>
                <a:lnTo>
                  <a:pt x="198755" y="67944"/>
                </a:lnTo>
                <a:lnTo>
                  <a:pt x="114300" y="19050"/>
                </a:lnTo>
                <a:lnTo>
                  <a:pt x="29528" y="67944"/>
                </a:lnTo>
                <a:lnTo>
                  <a:pt x="114300" y="117157"/>
                </a:lnTo>
                <a:close/>
                <a:moveTo>
                  <a:pt x="9525" y="198437"/>
                </a:moveTo>
                <a:lnTo>
                  <a:pt x="8785" y="197979"/>
                </a:lnTo>
                <a:lnTo>
                  <a:pt x="8073" y="197498"/>
                </a:lnTo>
                <a:lnTo>
                  <a:pt x="7389" y="196993"/>
                </a:lnTo>
                <a:lnTo>
                  <a:pt x="6734" y="196464"/>
                </a:lnTo>
                <a:lnTo>
                  <a:pt x="6106" y="195912"/>
                </a:lnTo>
                <a:lnTo>
                  <a:pt x="5507" y="195336"/>
                </a:lnTo>
                <a:lnTo>
                  <a:pt x="4936" y="194736"/>
                </a:lnTo>
                <a:lnTo>
                  <a:pt x="4393" y="194113"/>
                </a:lnTo>
                <a:lnTo>
                  <a:pt x="3878" y="193467"/>
                </a:lnTo>
                <a:lnTo>
                  <a:pt x="3391" y="192797"/>
                </a:lnTo>
                <a:lnTo>
                  <a:pt x="2932" y="192103"/>
                </a:lnTo>
                <a:lnTo>
                  <a:pt x="2502" y="191385"/>
                </a:lnTo>
                <a:lnTo>
                  <a:pt x="2102" y="190651"/>
                </a:lnTo>
                <a:lnTo>
                  <a:pt x="1737" y="189906"/>
                </a:lnTo>
                <a:lnTo>
                  <a:pt x="1407" y="189152"/>
                </a:lnTo>
                <a:lnTo>
                  <a:pt x="1112" y="188388"/>
                </a:lnTo>
                <a:lnTo>
                  <a:pt x="851" y="187615"/>
                </a:lnTo>
                <a:lnTo>
                  <a:pt x="625" y="186832"/>
                </a:lnTo>
                <a:lnTo>
                  <a:pt x="434" y="186039"/>
                </a:lnTo>
                <a:lnTo>
                  <a:pt x="278" y="185236"/>
                </a:lnTo>
                <a:lnTo>
                  <a:pt x="156" y="184423"/>
                </a:lnTo>
                <a:lnTo>
                  <a:pt x="69" y="183601"/>
                </a:lnTo>
                <a:lnTo>
                  <a:pt x="17" y="182769"/>
                </a:lnTo>
                <a:lnTo>
                  <a:pt x="0" y="181927"/>
                </a:lnTo>
                <a:lnTo>
                  <a:pt x="0" y="73977"/>
                </a:lnTo>
                <a:lnTo>
                  <a:pt x="17" y="73135"/>
                </a:lnTo>
                <a:lnTo>
                  <a:pt x="69" y="72303"/>
                </a:lnTo>
                <a:lnTo>
                  <a:pt x="156" y="71481"/>
                </a:lnTo>
                <a:lnTo>
                  <a:pt x="278" y="70668"/>
                </a:lnTo>
                <a:lnTo>
                  <a:pt x="434" y="69865"/>
                </a:lnTo>
                <a:lnTo>
                  <a:pt x="625" y="69072"/>
                </a:lnTo>
                <a:lnTo>
                  <a:pt x="851" y="68289"/>
                </a:lnTo>
                <a:lnTo>
                  <a:pt x="1112" y="67516"/>
                </a:lnTo>
                <a:lnTo>
                  <a:pt x="1407" y="66752"/>
                </a:lnTo>
                <a:lnTo>
                  <a:pt x="1737" y="65998"/>
                </a:lnTo>
                <a:lnTo>
                  <a:pt x="2102" y="65253"/>
                </a:lnTo>
                <a:lnTo>
                  <a:pt x="2502" y="64519"/>
                </a:lnTo>
                <a:lnTo>
                  <a:pt x="2932" y="63801"/>
                </a:lnTo>
                <a:lnTo>
                  <a:pt x="3391" y="63107"/>
                </a:lnTo>
                <a:lnTo>
                  <a:pt x="3878" y="62437"/>
                </a:lnTo>
                <a:lnTo>
                  <a:pt x="4393" y="61791"/>
                </a:lnTo>
                <a:lnTo>
                  <a:pt x="4936" y="61168"/>
                </a:lnTo>
                <a:lnTo>
                  <a:pt x="5507" y="60568"/>
                </a:lnTo>
                <a:lnTo>
                  <a:pt x="6106" y="59992"/>
                </a:lnTo>
                <a:lnTo>
                  <a:pt x="6734" y="59440"/>
                </a:lnTo>
                <a:lnTo>
                  <a:pt x="7389" y="58911"/>
                </a:lnTo>
                <a:lnTo>
                  <a:pt x="8073" y="58406"/>
                </a:lnTo>
                <a:lnTo>
                  <a:pt x="8785" y="57925"/>
                </a:lnTo>
                <a:lnTo>
                  <a:pt x="9525" y="57467"/>
                </a:lnTo>
                <a:lnTo>
                  <a:pt x="104775" y="2540"/>
                </a:lnTo>
                <a:lnTo>
                  <a:pt x="105537" y="2134"/>
                </a:lnTo>
                <a:lnTo>
                  <a:pt x="106305" y="1763"/>
                </a:lnTo>
                <a:lnTo>
                  <a:pt x="107080" y="1428"/>
                </a:lnTo>
                <a:lnTo>
                  <a:pt x="107861" y="1128"/>
                </a:lnTo>
                <a:lnTo>
                  <a:pt x="108649" y="864"/>
                </a:lnTo>
                <a:lnTo>
                  <a:pt x="109444" y="634"/>
                </a:lnTo>
                <a:lnTo>
                  <a:pt x="110245" y="440"/>
                </a:lnTo>
                <a:lnTo>
                  <a:pt x="111053" y="282"/>
                </a:lnTo>
                <a:lnTo>
                  <a:pt x="111868" y="158"/>
                </a:lnTo>
                <a:lnTo>
                  <a:pt x="112689" y="70"/>
                </a:lnTo>
                <a:lnTo>
                  <a:pt x="113516" y="17"/>
                </a:lnTo>
                <a:lnTo>
                  <a:pt x="114351" y="0"/>
                </a:lnTo>
                <a:lnTo>
                  <a:pt x="115185" y="17"/>
                </a:lnTo>
                <a:lnTo>
                  <a:pt x="116011" y="70"/>
                </a:lnTo>
                <a:lnTo>
                  <a:pt x="116829" y="158"/>
                </a:lnTo>
                <a:lnTo>
                  <a:pt x="117639" y="282"/>
                </a:lnTo>
                <a:lnTo>
                  <a:pt x="118440" y="440"/>
                </a:lnTo>
                <a:lnTo>
                  <a:pt x="119234" y="634"/>
                </a:lnTo>
                <a:lnTo>
                  <a:pt x="120019" y="864"/>
                </a:lnTo>
                <a:lnTo>
                  <a:pt x="120797" y="1128"/>
                </a:lnTo>
                <a:lnTo>
                  <a:pt x="121566" y="1428"/>
                </a:lnTo>
                <a:lnTo>
                  <a:pt x="122327" y="1763"/>
                </a:lnTo>
                <a:lnTo>
                  <a:pt x="123080" y="2134"/>
                </a:lnTo>
                <a:lnTo>
                  <a:pt x="123825" y="2540"/>
                </a:lnTo>
                <a:lnTo>
                  <a:pt x="219075" y="57467"/>
                </a:lnTo>
                <a:lnTo>
                  <a:pt x="219815" y="57925"/>
                </a:lnTo>
                <a:lnTo>
                  <a:pt x="220527" y="58406"/>
                </a:lnTo>
                <a:lnTo>
                  <a:pt x="221211" y="58911"/>
                </a:lnTo>
                <a:lnTo>
                  <a:pt x="221867" y="59440"/>
                </a:lnTo>
                <a:lnTo>
                  <a:pt x="222494" y="59992"/>
                </a:lnTo>
                <a:lnTo>
                  <a:pt x="223094" y="60568"/>
                </a:lnTo>
                <a:lnTo>
                  <a:pt x="223665" y="61168"/>
                </a:lnTo>
                <a:lnTo>
                  <a:pt x="224209" y="61791"/>
                </a:lnTo>
                <a:lnTo>
                  <a:pt x="224724" y="62437"/>
                </a:lnTo>
                <a:lnTo>
                  <a:pt x="225211" y="63107"/>
                </a:lnTo>
                <a:lnTo>
                  <a:pt x="225670" y="63801"/>
                </a:lnTo>
                <a:lnTo>
                  <a:pt x="226101" y="64519"/>
                </a:lnTo>
                <a:lnTo>
                  <a:pt x="226500" y="65253"/>
                </a:lnTo>
                <a:lnTo>
                  <a:pt x="226865" y="65998"/>
                </a:lnTo>
                <a:lnTo>
                  <a:pt x="227194" y="66752"/>
                </a:lnTo>
                <a:lnTo>
                  <a:pt x="227489" y="67516"/>
                </a:lnTo>
                <a:lnTo>
                  <a:pt x="227750" y="68289"/>
                </a:lnTo>
                <a:lnTo>
                  <a:pt x="227975" y="69072"/>
                </a:lnTo>
                <a:lnTo>
                  <a:pt x="228166" y="69865"/>
                </a:lnTo>
                <a:lnTo>
                  <a:pt x="228322" y="70668"/>
                </a:lnTo>
                <a:lnTo>
                  <a:pt x="228444" y="71481"/>
                </a:lnTo>
                <a:lnTo>
                  <a:pt x="228531" y="72303"/>
                </a:lnTo>
                <a:lnTo>
                  <a:pt x="228583" y="73135"/>
                </a:lnTo>
                <a:lnTo>
                  <a:pt x="228600" y="73977"/>
                </a:lnTo>
                <a:lnTo>
                  <a:pt x="228600" y="181927"/>
                </a:lnTo>
                <a:lnTo>
                  <a:pt x="228583" y="182769"/>
                </a:lnTo>
                <a:lnTo>
                  <a:pt x="228531" y="183601"/>
                </a:lnTo>
                <a:lnTo>
                  <a:pt x="228444" y="184423"/>
                </a:lnTo>
                <a:lnTo>
                  <a:pt x="228322" y="185236"/>
                </a:lnTo>
                <a:lnTo>
                  <a:pt x="228166" y="186039"/>
                </a:lnTo>
                <a:lnTo>
                  <a:pt x="227975" y="186832"/>
                </a:lnTo>
                <a:lnTo>
                  <a:pt x="227750" y="187615"/>
                </a:lnTo>
                <a:lnTo>
                  <a:pt x="227489" y="188388"/>
                </a:lnTo>
                <a:lnTo>
                  <a:pt x="227194" y="189152"/>
                </a:lnTo>
                <a:lnTo>
                  <a:pt x="226865" y="189906"/>
                </a:lnTo>
                <a:lnTo>
                  <a:pt x="226500" y="190651"/>
                </a:lnTo>
                <a:lnTo>
                  <a:pt x="226101" y="191385"/>
                </a:lnTo>
                <a:lnTo>
                  <a:pt x="225670" y="192103"/>
                </a:lnTo>
                <a:lnTo>
                  <a:pt x="225211" y="192797"/>
                </a:lnTo>
                <a:lnTo>
                  <a:pt x="224724" y="193467"/>
                </a:lnTo>
                <a:lnTo>
                  <a:pt x="224209" y="194113"/>
                </a:lnTo>
                <a:lnTo>
                  <a:pt x="223665" y="194736"/>
                </a:lnTo>
                <a:lnTo>
                  <a:pt x="223094" y="195336"/>
                </a:lnTo>
                <a:lnTo>
                  <a:pt x="222494" y="195912"/>
                </a:lnTo>
                <a:lnTo>
                  <a:pt x="221867" y="196464"/>
                </a:lnTo>
                <a:lnTo>
                  <a:pt x="221211" y="196993"/>
                </a:lnTo>
                <a:lnTo>
                  <a:pt x="220527" y="197498"/>
                </a:lnTo>
                <a:lnTo>
                  <a:pt x="219815" y="197979"/>
                </a:lnTo>
                <a:lnTo>
                  <a:pt x="219075" y="198437"/>
                </a:lnTo>
                <a:lnTo>
                  <a:pt x="123825" y="253364"/>
                </a:lnTo>
                <a:lnTo>
                  <a:pt x="123063" y="253770"/>
                </a:lnTo>
                <a:lnTo>
                  <a:pt x="122295" y="254141"/>
                </a:lnTo>
                <a:lnTo>
                  <a:pt x="121520" y="254476"/>
                </a:lnTo>
                <a:lnTo>
                  <a:pt x="120739" y="254776"/>
                </a:lnTo>
                <a:lnTo>
                  <a:pt x="119951" y="255040"/>
                </a:lnTo>
                <a:lnTo>
                  <a:pt x="119156" y="255269"/>
                </a:lnTo>
                <a:lnTo>
                  <a:pt x="118355" y="255464"/>
                </a:lnTo>
                <a:lnTo>
                  <a:pt x="117547" y="255622"/>
                </a:lnTo>
                <a:lnTo>
                  <a:pt x="116732" y="255746"/>
                </a:lnTo>
                <a:lnTo>
                  <a:pt x="115911" y="255834"/>
                </a:lnTo>
                <a:lnTo>
                  <a:pt x="115084" y="255887"/>
                </a:lnTo>
                <a:lnTo>
                  <a:pt x="114249" y="255904"/>
                </a:lnTo>
                <a:lnTo>
                  <a:pt x="113415" y="255887"/>
                </a:lnTo>
                <a:lnTo>
                  <a:pt x="112589" y="255834"/>
                </a:lnTo>
                <a:lnTo>
                  <a:pt x="111771" y="255746"/>
                </a:lnTo>
                <a:lnTo>
                  <a:pt x="110961" y="255622"/>
                </a:lnTo>
                <a:lnTo>
                  <a:pt x="110160" y="255464"/>
                </a:lnTo>
                <a:lnTo>
                  <a:pt x="109366" y="255269"/>
                </a:lnTo>
                <a:lnTo>
                  <a:pt x="108581" y="255040"/>
                </a:lnTo>
                <a:lnTo>
                  <a:pt x="107803" y="254776"/>
                </a:lnTo>
                <a:lnTo>
                  <a:pt x="107034" y="254476"/>
                </a:lnTo>
                <a:lnTo>
                  <a:pt x="106273" y="254141"/>
                </a:lnTo>
                <a:lnTo>
                  <a:pt x="105520" y="253770"/>
                </a:lnTo>
                <a:lnTo>
                  <a:pt x="104775" y="253364"/>
                </a:lnTo>
                <a:lnTo>
                  <a:pt x="9525" y="198437"/>
                </a:lnTo>
                <a:close/>
              </a:path>
            </a:pathLst>
          </a:cu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블록 kdms.cli"/>
          <p:cNvSpPr/>
          <p:nvPr/>
        </p:nvSpPr>
        <p:spPr>
          <a:xfrm>
            <a:off x="5410200" y="1021080"/>
            <a:ext cx="3048000" cy="10363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3716">
            <a:solidFill>
              <a:srgbClr val="8EC3EC"/>
            </a:solidFill>
          </a:ln>
        </p:spPr>
        <p:txBody>
          <a:bodyPr rtlCol="0" anchor="t" lIns="45720" tIns="4114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kdms.cli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picocli 명령 10개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plan · load · sync · cutover 등</a:t>
            </a:r>
          </a:p>
        </p:txBody>
      </p:sp>
      <p:sp>
        <p:nvSpPr>
          <p:cNvPr id="15" name="아이콘 terminal"/>
          <p:cNvSpPr/>
          <p:nvPr/>
        </p:nvSpPr>
        <p:spPr>
          <a:xfrm>
            <a:off x="6807200" y="113284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9050" y="203200"/>
                </a:moveTo>
                <a:lnTo>
                  <a:pt x="17793" y="203160"/>
                </a:lnTo>
                <a:lnTo>
                  <a:pt x="16563" y="203041"/>
                </a:lnTo>
                <a:lnTo>
                  <a:pt x="15359" y="202843"/>
                </a:lnTo>
                <a:lnTo>
                  <a:pt x="14182" y="202565"/>
                </a:lnTo>
                <a:lnTo>
                  <a:pt x="13031" y="202208"/>
                </a:lnTo>
                <a:lnTo>
                  <a:pt x="11906" y="201771"/>
                </a:lnTo>
                <a:lnTo>
                  <a:pt x="10808" y="201255"/>
                </a:lnTo>
                <a:lnTo>
                  <a:pt x="9737" y="200660"/>
                </a:lnTo>
                <a:lnTo>
                  <a:pt x="8692" y="199985"/>
                </a:lnTo>
                <a:lnTo>
                  <a:pt x="7673" y="199231"/>
                </a:lnTo>
                <a:lnTo>
                  <a:pt x="6681" y="198398"/>
                </a:lnTo>
                <a:lnTo>
                  <a:pt x="5715" y="197485"/>
                </a:lnTo>
                <a:lnTo>
                  <a:pt x="4802" y="196519"/>
                </a:lnTo>
                <a:lnTo>
                  <a:pt x="3969" y="195527"/>
                </a:lnTo>
                <a:lnTo>
                  <a:pt x="3215" y="194508"/>
                </a:lnTo>
                <a:lnTo>
                  <a:pt x="2540" y="193463"/>
                </a:lnTo>
                <a:lnTo>
                  <a:pt x="1945" y="192392"/>
                </a:lnTo>
                <a:lnTo>
                  <a:pt x="1429" y="191294"/>
                </a:lnTo>
                <a:lnTo>
                  <a:pt x="992" y="190169"/>
                </a:lnTo>
                <a:lnTo>
                  <a:pt x="635" y="189018"/>
                </a:lnTo>
                <a:lnTo>
                  <a:pt x="357" y="187841"/>
                </a:lnTo>
                <a:lnTo>
                  <a:pt x="159" y="186637"/>
                </a:lnTo>
                <a:lnTo>
                  <a:pt x="40" y="185407"/>
                </a:lnTo>
                <a:lnTo>
                  <a:pt x="0" y="1841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234950" y="0"/>
                </a:lnTo>
                <a:lnTo>
                  <a:pt x="236207" y="40"/>
                </a:lnTo>
                <a:lnTo>
                  <a:pt x="237437" y="159"/>
                </a:lnTo>
                <a:lnTo>
                  <a:pt x="238641" y="357"/>
                </a:lnTo>
                <a:lnTo>
                  <a:pt x="239818" y="635"/>
                </a:lnTo>
                <a:lnTo>
                  <a:pt x="240969" y="992"/>
                </a:lnTo>
                <a:lnTo>
                  <a:pt x="242094" y="1429"/>
                </a:lnTo>
                <a:lnTo>
                  <a:pt x="243192" y="1945"/>
                </a:lnTo>
                <a:lnTo>
                  <a:pt x="244263" y="2540"/>
                </a:lnTo>
                <a:lnTo>
                  <a:pt x="245308" y="3215"/>
                </a:lnTo>
                <a:lnTo>
                  <a:pt x="246327" y="3969"/>
                </a:lnTo>
                <a:lnTo>
                  <a:pt x="247319" y="4802"/>
                </a:lnTo>
                <a:lnTo>
                  <a:pt x="248285" y="5715"/>
                </a:lnTo>
                <a:lnTo>
                  <a:pt x="249198" y="6681"/>
                </a:lnTo>
                <a:lnTo>
                  <a:pt x="250031" y="7673"/>
                </a:lnTo>
                <a:lnTo>
                  <a:pt x="250785" y="8692"/>
                </a:lnTo>
                <a:lnTo>
                  <a:pt x="251460" y="9737"/>
                </a:lnTo>
                <a:lnTo>
                  <a:pt x="252055" y="10808"/>
                </a:lnTo>
                <a:lnTo>
                  <a:pt x="252571" y="11906"/>
                </a:lnTo>
                <a:lnTo>
                  <a:pt x="253008" y="13031"/>
                </a:lnTo>
                <a:lnTo>
                  <a:pt x="253365" y="14182"/>
                </a:lnTo>
                <a:lnTo>
                  <a:pt x="253643" y="15359"/>
                </a:lnTo>
                <a:lnTo>
                  <a:pt x="253841" y="16563"/>
                </a:lnTo>
                <a:lnTo>
                  <a:pt x="253960" y="17793"/>
                </a:lnTo>
                <a:lnTo>
                  <a:pt x="254000" y="19050"/>
                </a:lnTo>
                <a:lnTo>
                  <a:pt x="254000" y="184150"/>
                </a:lnTo>
                <a:lnTo>
                  <a:pt x="253960" y="185407"/>
                </a:lnTo>
                <a:lnTo>
                  <a:pt x="253841" y="186637"/>
                </a:lnTo>
                <a:lnTo>
                  <a:pt x="253643" y="187841"/>
                </a:lnTo>
                <a:lnTo>
                  <a:pt x="253365" y="189018"/>
                </a:lnTo>
                <a:lnTo>
                  <a:pt x="253008" y="190169"/>
                </a:lnTo>
                <a:lnTo>
                  <a:pt x="252571" y="191294"/>
                </a:lnTo>
                <a:lnTo>
                  <a:pt x="252055" y="192392"/>
                </a:lnTo>
                <a:lnTo>
                  <a:pt x="251460" y="193463"/>
                </a:lnTo>
                <a:lnTo>
                  <a:pt x="250785" y="194508"/>
                </a:lnTo>
                <a:lnTo>
                  <a:pt x="250031" y="195527"/>
                </a:lnTo>
                <a:lnTo>
                  <a:pt x="249198" y="196519"/>
                </a:lnTo>
                <a:lnTo>
                  <a:pt x="248285" y="197485"/>
                </a:lnTo>
                <a:lnTo>
                  <a:pt x="247319" y="198398"/>
                </a:lnTo>
                <a:lnTo>
                  <a:pt x="246327" y="199231"/>
                </a:lnTo>
                <a:lnTo>
                  <a:pt x="245308" y="199985"/>
                </a:lnTo>
                <a:lnTo>
                  <a:pt x="244263" y="200660"/>
                </a:lnTo>
                <a:lnTo>
                  <a:pt x="243192" y="201255"/>
                </a:lnTo>
                <a:lnTo>
                  <a:pt x="242094" y="201771"/>
                </a:lnTo>
                <a:lnTo>
                  <a:pt x="240969" y="202208"/>
                </a:lnTo>
                <a:lnTo>
                  <a:pt x="239818" y="202565"/>
                </a:lnTo>
                <a:lnTo>
                  <a:pt x="238641" y="202843"/>
                </a:lnTo>
                <a:lnTo>
                  <a:pt x="237437" y="203041"/>
                </a:lnTo>
                <a:lnTo>
                  <a:pt x="236207" y="203160"/>
                </a:lnTo>
                <a:lnTo>
                  <a:pt x="234950" y="203200"/>
                </a:lnTo>
                <a:lnTo>
                  <a:pt x="19050" y="203200"/>
                </a:lnTo>
                <a:close/>
                <a:moveTo>
                  <a:pt x="19050" y="184150"/>
                </a:moveTo>
                <a:lnTo>
                  <a:pt x="234950" y="184150"/>
                </a:lnTo>
                <a:lnTo>
                  <a:pt x="234950" y="45720"/>
                </a:lnTo>
                <a:lnTo>
                  <a:pt x="19050" y="45720"/>
                </a:lnTo>
                <a:lnTo>
                  <a:pt x="19050" y="184150"/>
                </a:lnTo>
                <a:close/>
                <a:moveTo>
                  <a:pt x="69850" y="161290"/>
                </a:moveTo>
                <a:lnTo>
                  <a:pt x="56515" y="147955"/>
                </a:lnTo>
                <a:lnTo>
                  <a:pt x="89218" y="114935"/>
                </a:lnTo>
                <a:lnTo>
                  <a:pt x="56198" y="81915"/>
                </a:lnTo>
                <a:lnTo>
                  <a:pt x="69850" y="68580"/>
                </a:lnTo>
                <a:lnTo>
                  <a:pt x="116205" y="114935"/>
                </a:lnTo>
                <a:lnTo>
                  <a:pt x="69850" y="161290"/>
                </a:lnTo>
                <a:close/>
                <a:moveTo>
                  <a:pt x="130175" y="162560"/>
                </a:moveTo>
                <a:lnTo>
                  <a:pt x="130175" y="143510"/>
                </a:lnTo>
                <a:lnTo>
                  <a:pt x="200025" y="143510"/>
                </a:lnTo>
                <a:lnTo>
                  <a:pt x="200025" y="162560"/>
                </a:lnTo>
                <a:lnTo>
                  <a:pt x="130175" y="162560"/>
                </a:lnTo>
                <a:close/>
              </a:path>
            </a:pathLst>
          </a:cu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블록 kdms.web"/>
          <p:cNvSpPr/>
          <p:nvPr/>
        </p:nvSpPr>
        <p:spPr>
          <a:xfrm>
            <a:off x="8610600" y="1021080"/>
            <a:ext cx="3048000" cy="10363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3716">
            <a:solidFill>
              <a:srgbClr val="8EC3EC"/>
            </a:solidFill>
          </a:ln>
        </p:spPr>
        <p:txBody>
          <a:bodyPr rtlCol="0" anchor="t" lIns="45720" tIns="4114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kdms.web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Spring MVC · Thymeleaf · REST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127.0.0.1 에만 바인딩</a:t>
            </a:r>
          </a:p>
        </p:txBody>
      </p:sp>
      <p:sp>
        <p:nvSpPr>
          <p:cNvPr id="17" name="아이콘 web"/>
          <p:cNvSpPr/>
          <p:nvPr/>
        </p:nvSpPr>
        <p:spPr>
          <a:xfrm>
            <a:off x="10007600" y="113284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9050" y="203200"/>
                </a:moveTo>
                <a:lnTo>
                  <a:pt x="17793" y="203160"/>
                </a:lnTo>
                <a:lnTo>
                  <a:pt x="16563" y="203041"/>
                </a:lnTo>
                <a:lnTo>
                  <a:pt x="15359" y="202843"/>
                </a:lnTo>
                <a:lnTo>
                  <a:pt x="14182" y="202565"/>
                </a:lnTo>
                <a:lnTo>
                  <a:pt x="13031" y="202208"/>
                </a:lnTo>
                <a:lnTo>
                  <a:pt x="11906" y="201771"/>
                </a:lnTo>
                <a:lnTo>
                  <a:pt x="10808" y="201255"/>
                </a:lnTo>
                <a:lnTo>
                  <a:pt x="9737" y="200660"/>
                </a:lnTo>
                <a:lnTo>
                  <a:pt x="8692" y="199985"/>
                </a:lnTo>
                <a:lnTo>
                  <a:pt x="7673" y="199231"/>
                </a:lnTo>
                <a:lnTo>
                  <a:pt x="6681" y="198398"/>
                </a:lnTo>
                <a:lnTo>
                  <a:pt x="5715" y="197485"/>
                </a:lnTo>
                <a:lnTo>
                  <a:pt x="4802" y="196519"/>
                </a:lnTo>
                <a:lnTo>
                  <a:pt x="3969" y="195527"/>
                </a:lnTo>
                <a:lnTo>
                  <a:pt x="3215" y="194508"/>
                </a:lnTo>
                <a:lnTo>
                  <a:pt x="2540" y="193463"/>
                </a:lnTo>
                <a:lnTo>
                  <a:pt x="1945" y="192392"/>
                </a:lnTo>
                <a:lnTo>
                  <a:pt x="1429" y="191294"/>
                </a:lnTo>
                <a:lnTo>
                  <a:pt x="992" y="190169"/>
                </a:lnTo>
                <a:lnTo>
                  <a:pt x="635" y="189018"/>
                </a:lnTo>
                <a:lnTo>
                  <a:pt x="357" y="187841"/>
                </a:lnTo>
                <a:lnTo>
                  <a:pt x="159" y="186637"/>
                </a:lnTo>
                <a:lnTo>
                  <a:pt x="40" y="185407"/>
                </a:lnTo>
                <a:lnTo>
                  <a:pt x="0" y="1841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234950" y="0"/>
                </a:lnTo>
                <a:lnTo>
                  <a:pt x="236207" y="40"/>
                </a:lnTo>
                <a:lnTo>
                  <a:pt x="237437" y="159"/>
                </a:lnTo>
                <a:lnTo>
                  <a:pt x="238641" y="357"/>
                </a:lnTo>
                <a:lnTo>
                  <a:pt x="239818" y="635"/>
                </a:lnTo>
                <a:lnTo>
                  <a:pt x="240969" y="992"/>
                </a:lnTo>
                <a:lnTo>
                  <a:pt x="242094" y="1429"/>
                </a:lnTo>
                <a:lnTo>
                  <a:pt x="243192" y="1945"/>
                </a:lnTo>
                <a:lnTo>
                  <a:pt x="244263" y="2540"/>
                </a:lnTo>
                <a:lnTo>
                  <a:pt x="245308" y="3215"/>
                </a:lnTo>
                <a:lnTo>
                  <a:pt x="246327" y="3969"/>
                </a:lnTo>
                <a:lnTo>
                  <a:pt x="247319" y="4802"/>
                </a:lnTo>
                <a:lnTo>
                  <a:pt x="248285" y="5715"/>
                </a:lnTo>
                <a:lnTo>
                  <a:pt x="249198" y="6681"/>
                </a:lnTo>
                <a:lnTo>
                  <a:pt x="250031" y="7673"/>
                </a:lnTo>
                <a:lnTo>
                  <a:pt x="250785" y="8692"/>
                </a:lnTo>
                <a:lnTo>
                  <a:pt x="251460" y="9737"/>
                </a:lnTo>
                <a:lnTo>
                  <a:pt x="252055" y="10808"/>
                </a:lnTo>
                <a:lnTo>
                  <a:pt x="252571" y="11906"/>
                </a:lnTo>
                <a:lnTo>
                  <a:pt x="253008" y="13031"/>
                </a:lnTo>
                <a:lnTo>
                  <a:pt x="253365" y="14182"/>
                </a:lnTo>
                <a:lnTo>
                  <a:pt x="253643" y="15359"/>
                </a:lnTo>
                <a:lnTo>
                  <a:pt x="253841" y="16563"/>
                </a:lnTo>
                <a:lnTo>
                  <a:pt x="253960" y="17793"/>
                </a:lnTo>
                <a:lnTo>
                  <a:pt x="254000" y="19050"/>
                </a:lnTo>
                <a:lnTo>
                  <a:pt x="254000" y="184150"/>
                </a:lnTo>
                <a:lnTo>
                  <a:pt x="253960" y="185407"/>
                </a:lnTo>
                <a:lnTo>
                  <a:pt x="253841" y="186637"/>
                </a:lnTo>
                <a:lnTo>
                  <a:pt x="253643" y="187841"/>
                </a:lnTo>
                <a:lnTo>
                  <a:pt x="253365" y="189018"/>
                </a:lnTo>
                <a:lnTo>
                  <a:pt x="253008" y="190169"/>
                </a:lnTo>
                <a:lnTo>
                  <a:pt x="252571" y="191294"/>
                </a:lnTo>
                <a:lnTo>
                  <a:pt x="252055" y="192392"/>
                </a:lnTo>
                <a:lnTo>
                  <a:pt x="251460" y="193463"/>
                </a:lnTo>
                <a:lnTo>
                  <a:pt x="250785" y="194508"/>
                </a:lnTo>
                <a:lnTo>
                  <a:pt x="250031" y="195527"/>
                </a:lnTo>
                <a:lnTo>
                  <a:pt x="249198" y="196519"/>
                </a:lnTo>
                <a:lnTo>
                  <a:pt x="248285" y="197485"/>
                </a:lnTo>
                <a:lnTo>
                  <a:pt x="247319" y="198398"/>
                </a:lnTo>
                <a:lnTo>
                  <a:pt x="246327" y="199231"/>
                </a:lnTo>
                <a:lnTo>
                  <a:pt x="245308" y="199985"/>
                </a:lnTo>
                <a:lnTo>
                  <a:pt x="244263" y="200660"/>
                </a:lnTo>
                <a:lnTo>
                  <a:pt x="243192" y="201255"/>
                </a:lnTo>
                <a:lnTo>
                  <a:pt x="242094" y="201771"/>
                </a:lnTo>
                <a:lnTo>
                  <a:pt x="240969" y="202208"/>
                </a:lnTo>
                <a:lnTo>
                  <a:pt x="239818" y="202565"/>
                </a:lnTo>
                <a:lnTo>
                  <a:pt x="238641" y="202843"/>
                </a:lnTo>
                <a:lnTo>
                  <a:pt x="237437" y="203041"/>
                </a:lnTo>
                <a:lnTo>
                  <a:pt x="236207" y="203160"/>
                </a:lnTo>
                <a:lnTo>
                  <a:pt x="234950" y="203200"/>
                </a:lnTo>
                <a:lnTo>
                  <a:pt x="19050" y="203200"/>
                </a:lnTo>
                <a:close/>
                <a:moveTo>
                  <a:pt x="19050" y="184150"/>
                </a:moveTo>
                <a:lnTo>
                  <a:pt x="165418" y="184150"/>
                </a:lnTo>
                <a:lnTo>
                  <a:pt x="165418" y="132398"/>
                </a:lnTo>
                <a:lnTo>
                  <a:pt x="19050" y="132398"/>
                </a:lnTo>
                <a:lnTo>
                  <a:pt x="19050" y="184150"/>
                </a:lnTo>
                <a:close/>
                <a:moveTo>
                  <a:pt x="184468" y="184150"/>
                </a:moveTo>
                <a:lnTo>
                  <a:pt x="234950" y="184150"/>
                </a:lnTo>
                <a:lnTo>
                  <a:pt x="234950" y="61595"/>
                </a:lnTo>
                <a:lnTo>
                  <a:pt x="184468" y="61595"/>
                </a:lnTo>
                <a:lnTo>
                  <a:pt x="184468" y="184150"/>
                </a:lnTo>
                <a:close/>
                <a:moveTo>
                  <a:pt x="19050" y="113348"/>
                </a:moveTo>
                <a:lnTo>
                  <a:pt x="165418" y="113348"/>
                </a:lnTo>
                <a:lnTo>
                  <a:pt x="165418" y="61595"/>
                </a:lnTo>
                <a:lnTo>
                  <a:pt x="19050" y="61595"/>
                </a:lnTo>
                <a:lnTo>
                  <a:pt x="19050" y="113348"/>
                </a:lnTo>
                <a:close/>
              </a:path>
            </a:pathLst>
          </a:cu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블록 kdms.ddl"/>
          <p:cNvSpPr/>
          <p:nvPr/>
        </p:nvSpPr>
        <p:spPr>
          <a:xfrm>
            <a:off x="2209800" y="2362200"/>
            <a:ext cx="1417320" cy="10363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3716">
            <a:solidFill>
              <a:srgbClr val="8EC3EC"/>
            </a:solidFill>
          </a:ln>
        </p:spPr>
        <p:txBody>
          <a:bodyPr rtlCol="0" anchor="t" lIns="45720" tIns="4114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kdms.ddl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대상 DDL 생성·적용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19" name="아이콘 schema"/>
          <p:cNvSpPr/>
          <p:nvPr/>
        </p:nvSpPr>
        <p:spPr>
          <a:xfrm>
            <a:off x="2816860" y="2435860"/>
            <a:ext cx="215900" cy="279400"/>
          </a:xfrm>
          <a:custGeom>
            <a:avLst/>
            <a:gdLst/>
            <a:ahLst/>
            <a:cxnLst/>
            <a:rect l="l" t="t" r="r" b="b"/>
            <a:pathLst>
              <a:path w="215900" h="279400">
                <a:moveTo>
                  <a:pt x="0" y="279400"/>
                </a:moveTo>
                <a:lnTo>
                  <a:pt x="0" y="209550"/>
                </a:lnTo>
                <a:lnTo>
                  <a:pt x="31750" y="209550"/>
                </a:lnTo>
                <a:lnTo>
                  <a:pt x="31750" y="174625"/>
                </a:lnTo>
                <a:lnTo>
                  <a:pt x="0" y="174625"/>
                </a:lnTo>
                <a:lnTo>
                  <a:pt x="0" y="104775"/>
                </a:lnTo>
                <a:lnTo>
                  <a:pt x="31750" y="104775"/>
                </a:lnTo>
                <a:lnTo>
                  <a:pt x="31750" y="69850"/>
                </a:lnTo>
                <a:lnTo>
                  <a:pt x="0" y="69850"/>
                </a:lnTo>
                <a:lnTo>
                  <a:pt x="0" y="0"/>
                </a:lnTo>
                <a:lnTo>
                  <a:pt x="82550" y="0"/>
                </a:lnTo>
                <a:lnTo>
                  <a:pt x="82550" y="69850"/>
                </a:lnTo>
                <a:lnTo>
                  <a:pt x="50800" y="69850"/>
                </a:lnTo>
                <a:lnTo>
                  <a:pt x="50800" y="104775"/>
                </a:lnTo>
                <a:lnTo>
                  <a:pt x="82550" y="104775"/>
                </a:lnTo>
                <a:lnTo>
                  <a:pt x="82550" y="130175"/>
                </a:lnTo>
                <a:lnTo>
                  <a:pt x="133350" y="130175"/>
                </a:lnTo>
                <a:lnTo>
                  <a:pt x="133350" y="104775"/>
                </a:lnTo>
                <a:lnTo>
                  <a:pt x="215900" y="104775"/>
                </a:lnTo>
                <a:lnTo>
                  <a:pt x="215900" y="174625"/>
                </a:lnTo>
                <a:lnTo>
                  <a:pt x="133350" y="174625"/>
                </a:lnTo>
                <a:lnTo>
                  <a:pt x="133350" y="149225"/>
                </a:lnTo>
                <a:lnTo>
                  <a:pt x="82550" y="149225"/>
                </a:lnTo>
                <a:lnTo>
                  <a:pt x="82550" y="174625"/>
                </a:lnTo>
                <a:lnTo>
                  <a:pt x="50800" y="174625"/>
                </a:lnTo>
                <a:lnTo>
                  <a:pt x="50800" y="209550"/>
                </a:lnTo>
                <a:lnTo>
                  <a:pt x="82550" y="209550"/>
                </a:lnTo>
                <a:lnTo>
                  <a:pt x="82550" y="279400"/>
                </a:lnTo>
                <a:lnTo>
                  <a:pt x="0" y="279400"/>
                </a:lnTo>
                <a:close/>
                <a:moveTo>
                  <a:pt x="19050" y="260350"/>
                </a:moveTo>
                <a:lnTo>
                  <a:pt x="63500" y="260350"/>
                </a:lnTo>
                <a:lnTo>
                  <a:pt x="63500" y="228600"/>
                </a:lnTo>
                <a:lnTo>
                  <a:pt x="19050" y="228600"/>
                </a:lnTo>
                <a:lnTo>
                  <a:pt x="19050" y="260350"/>
                </a:lnTo>
                <a:close/>
                <a:moveTo>
                  <a:pt x="19050" y="155575"/>
                </a:moveTo>
                <a:lnTo>
                  <a:pt x="63500" y="155575"/>
                </a:lnTo>
                <a:lnTo>
                  <a:pt x="63500" y="123825"/>
                </a:lnTo>
                <a:lnTo>
                  <a:pt x="19050" y="123825"/>
                </a:lnTo>
                <a:lnTo>
                  <a:pt x="19050" y="155575"/>
                </a:lnTo>
                <a:close/>
                <a:moveTo>
                  <a:pt x="152400" y="155575"/>
                </a:moveTo>
                <a:lnTo>
                  <a:pt x="196850" y="155575"/>
                </a:lnTo>
                <a:lnTo>
                  <a:pt x="196850" y="123825"/>
                </a:lnTo>
                <a:lnTo>
                  <a:pt x="152400" y="123825"/>
                </a:lnTo>
                <a:lnTo>
                  <a:pt x="152400" y="155575"/>
                </a:lnTo>
                <a:close/>
                <a:moveTo>
                  <a:pt x="19050" y="50800"/>
                </a:moveTo>
                <a:lnTo>
                  <a:pt x="63500" y="50800"/>
                </a:lnTo>
                <a:lnTo>
                  <a:pt x="63500" y="19050"/>
                </a:lnTo>
                <a:lnTo>
                  <a:pt x="19050" y="19050"/>
                </a:lnTo>
                <a:lnTo>
                  <a:pt x="19050" y="50800"/>
                </a:lnTo>
                <a:close/>
              </a:path>
            </a:pathLst>
          </a:cu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블록 kdms.load"/>
          <p:cNvSpPr/>
          <p:nvPr/>
        </p:nvSpPr>
        <p:spPr>
          <a:xfrm>
            <a:off x="3749040" y="2362200"/>
            <a:ext cx="1417320" cy="10363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3716">
            <a:solidFill>
              <a:srgbClr val="8EC3EC"/>
            </a:solidFill>
          </a:ln>
        </p:spPr>
        <p:txBody>
          <a:bodyPr rtlCol="0" anchor="t" lIns="45720" tIns="4114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kdms.load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구간 분할 · COPY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21" name="아이콘 database_upload"/>
          <p:cNvSpPr/>
          <p:nvPr/>
        </p:nvSpPr>
        <p:spPr>
          <a:xfrm>
            <a:off x="4343400" y="246126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2555" y="228600"/>
                </a:moveTo>
                <a:lnTo>
                  <a:pt x="122555" y="228441"/>
                </a:lnTo>
                <a:lnTo>
                  <a:pt x="122555" y="228600"/>
                </a:lnTo>
                <a:lnTo>
                  <a:pt x="120739" y="228637"/>
                </a:lnTo>
                <a:lnTo>
                  <a:pt x="118785" y="228644"/>
                </a:lnTo>
                <a:lnTo>
                  <a:pt x="116691" y="228620"/>
                </a:lnTo>
                <a:lnTo>
                  <a:pt x="114459" y="228565"/>
                </a:lnTo>
                <a:lnTo>
                  <a:pt x="112087" y="228479"/>
                </a:lnTo>
                <a:lnTo>
                  <a:pt x="109577" y="228362"/>
                </a:lnTo>
                <a:lnTo>
                  <a:pt x="106928" y="228214"/>
                </a:lnTo>
                <a:lnTo>
                  <a:pt x="104140" y="228036"/>
                </a:lnTo>
                <a:lnTo>
                  <a:pt x="101213" y="227826"/>
                </a:lnTo>
                <a:lnTo>
                  <a:pt x="98147" y="227586"/>
                </a:lnTo>
                <a:lnTo>
                  <a:pt x="94942" y="227315"/>
                </a:lnTo>
                <a:lnTo>
                  <a:pt x="91599" y="227012"/>
                </a:lnTo>
                <a:lnTo>
                  <a:pt x="88187" y="226670"/>
                </a:lnTo>
                <a:lnTo>
                  <a:pt x="84777" y="226276"/>
                </a:lnTo>
                <a:lnTo>
                  <a:pt x="81369" y="225832"/>
                </a:lnTo>
                <a:lnTo>
                  <a:pt x="77964" y="225337"/>
                </a:lnTo>
                <a:lnTo>
                  <a:pt x="74561" y="224791"/>
                </a:lnTo>
                <a:lnTo>
                  <a:pt x="71160" y="224195"/>
                </a:lnTo>
                <a:lnTo>
                  <a:pt x="67761" y="223548"/>
                </a:lnTo>
                <a:lnTo>
                  <a:pt x="64364" y="222850"/>
                </a:lnTo>
                <a:lnTo>
                  <a:pt x="60970" y="222101"/>
                </a:lnTo>
                <a:lnTo>
                  <a:pt x="57578" y="221302"/>
                </a:lnTo>
                <a:lnTo>
                  <a:pt x="54188" y="220452"/>
                </a:lnTo>
                <a:lnTo>
                  <a:pt x="50800" y="219551"/>
                </a:lnTo>
                <a:lnTo>
                  <a:pt x="47449" y="218594"/>
                </a:lnTo>
                <a:lnTo>
                  <a:pt x="44168" y="217576"/>
                </a:lnTo>
                <a:lnTo>
                  <a:pt x="40958" y="216495"/>
                </a:lnTo>
                <a:lnTo>
                  <a:pt x="37818" y="215353"/>
                </a:lnTo>
                <a:lnTo>
                  <a:pt x="34749" y="214149"/>
                </a:lnTo>
                <a:lnTo>
                  <a:pt x="31750" y="212884"/>
                </a:lnTo>
                <a:lnTo>
                  <a:pt x="28822" y="211556"/>
                </a:lnTo>
                <a:lnTo>
                  <a:pt x="25964" y="210167"/>
                </a:lnTo>
                <a:lnTo>
                  <a:pt x="23178" y="208717"/>
                </a:lnTo>
                <a:lnTo>
                  <a:pt x="20461" y="207204"/>
                </a:lnTo>
                <a:lnTo>
                  <a:pt x="17815" y="205630"/>
                </a:lnTo>
                <a:lnTo>
                  <a:pt x="15240" y="203994"/>
                </a:lnTo>
                <a:lnTo>
                  <a:pt x="12806" y="202284"/>
                </a:lnTo>
                <a:lnTo>
                  <a:pt x="10583" y="200488"/>
                </a:lnTo>
                <a:lnTo>
                  <a:pt x="8572" y="198606"/>
                </a:lnTo>
                <a:lnTo>
                  <a:pt x="6773" y="196638"/>
                </a:lnTo>
                <a:lnTo>
                  <a:pt x="5186" y="194585"/>
                </a:lnTo>
                <a:lnTo>
                  <a:pt x="3810" y="192445"/>
                </a:lnTo>
                <a:lnTo>
                  <a:pt x="2646" y="190219"/>
                </a:lnTo>
                <a:lnTo>
                  <a:pt x="1693" y="187907"/>
                </a:lnTo>
                <a:lnTo>
                  <a:pt x="952" y="185509"/>
                </a:lnTo>
                <a:lnTo>
                  <a:pt x="423" y="183026"/>
                </a:lnTo>
                <a:lnTo>
                  <a:pt x="106" y="180456"/>
                </a:lnTo>
                <a:lnTo>
                  <a:pt x="0" y="177800"/>
                </a:lnTo>
                <a:lnTo>
                  <a:pt x="106" y="180456"/>
                </a:lnTo>
                <a:lnTo>
                  <a:pt x="423" y="183026"/>
                </a:lnTo>
                <a:lnTo>
                  <a:pt x="952" y="185509"/>
                </a:lnTo>
                <a:lnTo>
                  <a:pt x="1693" y="187907"/>
                </a:lnTo>
                <a:lnTo>
                  <a:pt x="2646" y="190219"/>
                </a:lnTo>
                <a:lnTo>
                  <a:pt x="3810" y="192445"/>
                </a:lnTo>
                <a:lnTo>
                  <a:pt x="5186" y="194585"/>
                </a:lnTo>
                <a:lnTo>
                  <a:pt x="6773" y="196638"/>
                </a:lnTo>
                <a:lnTo>
                  <a:pt x="8572" y="198606"/>
                </a:lnTo>
                <a:lnTo>
                  <a:pt x="10583" y="200488"/>
                </a:lnTo>
                <a:lnTo>
                  <a:pt x="12806" y="202284"/>
                </a:lnTo>
                <a:lnTo>
                  <a:pt x="15240" y="203994"/>
                </a:lnTo>
                <a:lnTo>
                  <a:pt x="17815" y="205630"/>
                </a:lnTo>
                <a:lnTo>
                  <a:pt x="20461" y="207204"/>
                </a:lnTo>
                <a:lnTo>
                  <a:pt x="23178" y="208717"/>
                </a:lnTo>
                <a:lnTo>
                  <a:pt x="25964" y="210167"/>
                </a:lnTo>
                <a:lnTo>
                  <a:pt x="28822" y="211556"/>
                </a:lnTo>
                <a:lnTo>
                  <a:pt x="31750" y="212884"/>
                </a:lnTo>
                <a:lnTo>
                  <a:pt x="34749" y="214149"/>
                </a:lnTo>
                <a:lnTo>
                  <a:pt x="37818" y="215353"/>
                </a:lnTo>
                <a:lnTo>
                  <a:pt x="40958" y="216495"/>
                </a:lnTo>
                <a:lnTo>
                  <a:pt x="44168" y="217576"/>
                </a:lnTo>
                <a:lnTo>
                  <a:pt x="47449" y="218594"/>
                </a:lnTo>
                <a:lnTo>
                  <a:pt x="50800" y="219551"/>
                </a:lnTo>
                <a:lnTo>
                  <a:pt x="54188" y="220452"/>
                </a:lnTo>
                <a:lnTo>
                  <a:pt x="57578" y="221302"/>
                </a:lnTo>
                <a:lnTo>
                  <a:pt x="60970" y="222101"/>
                </a:lnTo>
                <a:lnTo>
                  <a:pt x="64364" y="222850"/>
                </a:lnTo>
                <a:lnTo>
                  <a:pt x="67761" y="223548"/>
                </a:lnTo>
                <a:lnTo>
                  <a:pt x="71160" y="224195"/>
                </a:lnTo>
                <a:lnTo>
                  <a:pt x="74561" y="224791"/>
                </a:lnTo>
                <a:lnTo>
                  <a:pt x="77964" y="225337"/>
                </a:lnTo>
                <a:lnTo>
                  <a:pt x="81369" y="225832"/>
                </a:lnTo>
                <a:lnTo>
                  <a:pt x="84777" y="226276"/>
                </a:lnTo>
                <a:lnTo>
                  <a:pt x="88187" y="226670"/>
                </a:lnTo>
                <a:lnTo>
                  <a:pt x="91599" y="227012"/>
                </a:lnTo>
                <a:lnTo>
                  <a:pt x="94942" y="227315"/>
                </a:lnTo>
                <a:lnTo>
                  <a:pt x="98147" y="227586"/>
                </a:lnTo>
                <a:lnTo>
                  <a:pt x="101213" y="227826"/>
                </a:lnTo>
                <a:lnTo>
                  <a:pt x="104140" y="228036"/>
                </a:lnTo>
                <a:lnTo>
                  <a:pt x="106928" y="228214"/>
                </a:lnTo>
                <a:lnTo>
                  <a:pt x="109577" y="228362"/>
                </a:lnTo>
                <a:lnTo>
                  <a:pt x="112087" y="228479"/>
                </a:lnTo>
                <a:lnTo>
                  <a:pt x="114459" y="228565"/>
                </a:lnTo>
                <a:lnTo>
                  <a:pt x="116691" y="228620"/>
                </a:lnTo>
                <a:lnTo>
                  <a:pt x="118785" y="228644"/>
                </a:lnTo>
                <a:lnTo>
                  <a:pt x="120739" y="228637"/>
                </a:lnTo>
                <a:lnTo>
                  <a:pt x="122555" y="228600"/>
                </a:lnTo>
                <a:close/>
                <a:moveTo>
                  <a:pt x="113982" y="160655"/>
                </a:moveTo>
                <a:lnTo>
                  <a:pt x="113982" y="160338"/>
                </a:lnTo>
                <a:lnTo>
                  <a:pt x="113982" y="160655"/>
                </a:lnTo>
                <a:lnTo>
                  <a:pt x="111251" y="160645"/>
                </a:lnTo>
                <a:lnTo>
                  <a:pt x="108559" y="160615"/>
                </a:lnTo>
                <a:lnTo>
                  <a:pt x="105906" y="160566"/>
                </a:lnTo>
                <a:lnTo>
                  <a:pt x="103293" y="160496"/>
                </a:lnTo>
                <a:lnTo>
                  <a:pt x="100720" y="160407"/>
                </a:lnTo>
                <a:lnTo>
                  <a:pt x="98187" y="160298"/>
                </a:lnTo>
                <a:lnTo>
                  <a:pt x="95693" y="160169"/>
                </a:lnTo>
                <a:lnTo>
                  <a:pt x="93239" y="160020"/>
                </a:lnTo>
                <a:lnTo>
                  <a:pt x="90825" y="159851"/>
                </a:lnTo>
                <a:lnTo>
                  <a:pt x="88450" y="159663"/>
                </a:lnTo>
                <a:lnTo>
                  <a:pt x="86115" y="159454"/>
                </a:lnTo>
                <a:lnTo>
                  <a:pt x="83820" y="159226"/>
                </a:lnTo>
                <a:lnTo>
                  <a:pt x="81560" y="158978"/>
                </a:lnTo>
                <a:lnTo>
                  <a:pt x="79331" y="158710"/>
                </a:lnTo>
                <a:lnTo>
                  <a:pt x="77133" y="158423"/>
                </a:lnTo>
                <a:lnTo>
                  <a:pt x="74965" y="158115"/>
                </a:lnTo>
                <a:lnTo>
                  <a:pt x="72829" y="157788"/>
                </a:lnTo>
                <a:lnTo>
                  <a:pt x="70723" y="157440"/>
                </a:lnTo>
                <a:lnTo>
                  <a:pt x="68648" y="157073"/>
                </a:lnTo>
                <a:lnTo>
                  <a:pt x="66604" y="156686"/>
                </a:lnTo>
                <a:lnTo>
                  <a:pt x="64591" y="156279"/>
                </a:lnTo>
                <a:lnTo>
                  <a:pt x="62609" y="155853"/>
                </a:lnTo>
                <a:lnTo>
                  <a:pt x="60658" y="155406"/>
                </a:lnTo>
                <a:lnTo>
                  <a:pt x="58738" y="154940"/>
                </a:lnTo>
                <a:lnTo>
                  <a:pt x="56844" y="154456"/>
                </a:lnTo>
                <a:lnTo>
                  <a:pt x="54972" y="153957"/>
                </a:lnTo>
                <a:lnTo>
                  <a:pt x="53122" y="153442"/>
                </a:lnTo>
                <a:lnTo>
                  <a:pt x="51294" y="152912"/>
                </a:lnTo>
                <a:lnTo>
                  <a:pt x="49488" y="152366"/>
                </a:lnTo>
                <a:lnTo>
                  <a:pt x="47704" y="151805"/>
                </a:lnTo>
                <a:lnTo>
                  <a:pt x="45943" y="151228"/>
                </a:lnTo>
                <a:lnTo>
                  <a:pt x="44203" y="150636"/>
                </a:lnTo>
                <a:lnTo>
                  <a:pt x="42485" y="150029"/>
                </a:lnTo>
                <a:lnTo>
                  <a:pt x="40790" y="149406"/>
                </a:lnTo>
                <a:lnTo>
                  <a:pt x="39116" y="148767"/>
                </a:lnTo>
                <a:lnTo>
                  <a:pt x="37465" y="148114"/>
                </a:lnTo>
                <a:lnTo>
                  <a:pt x="35833" y="147445"/>
                </a:lnTo>
                <a:lnTo>
                  <a:pt x="34219" y="146760"/>
                </a:lnTo>
                <a:lnTo>
                  <a:pt x="32623" y="146060"/>
                </a:lnTo>
                <a:lnTo>
                  <a:pt x="31044" y="145344"/>
                </a:lnTo>
                <a:lnTo>
                  <a:pt x="29483" y="144614"/>
                </a:lnTo>
                <a:lnTo>
                  <a:pt x="27940" y="143867"/>
                </a:lnTo>
                <a:lnTo>
                  <a:pt x="26414" y="143105"/>
                </a:lnTo>
                <a:lnTo>
                  <a:pt x="24906" y="142328"/>
                </a:lnTo>
                <a:lnTo>
                  <a:pt x="23416" y="141536"/>
                </a:lnTo>
                <a:lnTo>
                  <a:pt x="21943" y="140727"/>
                </a:lnTo>
                <a:lnTo>
                  <a:pt x="20488" y="139904"/>
                </a:lnTo>
                <a:lnTo>
                  <a:pt x="19050" y="139065"/>
                </a:lnTo>
                <a:lnTo>
                  <a:pt x="20488" y="139904"/>
                </a:lnTo>
                <a:lnTo>
                  <a:pt x="21943" y="140727"/>
                </a:lnTo>
                <a:lnTo>
                  <a:pt x="23416" y="141536"/>
                </a:lnTo>
                <a:lnTo>
                  <a:pt x="24906" y="142328"/>
                </a:lnTo>
                <a:lnTo>
                  <a:pt x="26414" y="143105"/>
                </a:lnTo>
                <a:lnTo>
                  <a:pt x="27940" y="143867"/>
                </a:lnTo>
                <a:lnTo>
                  <a:pt x="29483" y="144614"/>
                </a:lnTo>
                <a:lnTo>
                  <a:pt x="31044" y="145344"/>
                </a:lnTo>
                <a:lnTo>
                  <a:pt x="32623" y="146060"/>
                </a:lnTo>
                <a:lnTo>
                  <a:pt x="34219" y="146760"/>
                </a:lnTo>
                <a:lnTo>
                  <a:pt x="35833" y="147445"/>
                </a:lnTo>
                <a:lnTo>
                  <a:pt x="37465" y="148114"/>
                </a:lnTo>
                <a:lnTo>
                  <a:pt x="39116" y="148767"/>
                </a:lnTo>
                <a:lnTo>
                  <a:pt x="40790" y="149406"/>
                </a:lnTo>
                <a:lnTo>
                  <a:pt x="42485" y="150029"/>
                </a:lnTo>
                <a:lnTo>
                  <a:pt x="44203" y="150636"/>
                </a:lnTo>
                <a:lnTo>
                  <a:pt x="45943" y="151228"/>
                </a:lnTo>
                <a:lnTo>
                  <a:pt x="47704" y="151805"/>
                </a:lnTo>
                <a:lnTo>
                  <a:pt x="49488" y="152366"/>
                </a:lnTo>
                <a:lnTo>
                  <a:pt x="51294" y="152912"/>
                </a:lnTo>
                <a:lnTo>
                  <a:pt x="53122" y="153442"/>
                </a:lnTo>
                <a:lnTo>
                  <a:pt x="54972" y="153957"/>
                </a:lnTo>
                <a:lnTo>
                  <a:pt x="56844" y="154456"/>
                </a:lnTo>
                <a:lnTo>
                  <a:pt x="58738" y="154940"/>
                </a:lnTo>
                <a:lnTo>
                  <a:pt x="60658" y="155406"/>
                </a:lnTo>
                <a:lnTo>
                  <a:pt x="62609" y="155853"/>
                </a:lnTo>
                <a:lnTo>
                  <a:pt x="64591" y="156279"/>
                </a:lnTo>
                <a:lnTo>
                  <a:pt x="66604" y="156686"/>
                </a:lnTo>
                <a:lnTo>
                  <a:pt x="68648" y="157073"/>
                </a:lnTo>
                <a:lnTo>
                  <a:pt x="70723" y="157440"/>
                </a:lnTo>
                <a:lnTo>
                  <a:pt x="72829" y="157788"/>
                </a:lnTo>
                <a:lnTo>
                  <a:pt x="74965" y="158115"/>
                </a:lnTo>
                <a:lnTo>
                  <a:pt x="77133" y="158423"/>
                </a:lnTo>
                <a:lnTo>
                  <a:pt x="79331" y="158710"/>
                </a:lnTo>
                <a:lnTo>
                  <a:pt x="81560" y="158978"/>
                </a:lnTo>
                <a:lnTo>
                  <a:pt x="83820" y="159226"/>
                </a:lnTo>
                <a:lnTo>
                  <a:pt x="86115" y="159454"/>
                </a:lnTo>
                <a:lnTo>
                  <a:pt x="88450" y="159663"/>
                </a:lnTo>
                <a:lnTo>
                  <a:pt x="90825" y="159851"/>
                </a:lnTo>
                <a:lnTo>
                  <a:pt x="93239" y="160020"/>
                </a:lnTo>
                <a:lnTo>
                  <a:pt x="95693" y="160169"/>
                </a:lnTo>
                <a:lnTo>
                  <a:pt x="98187" y="160298"/>
                </a:lnTo>
                <a:lnTo>
                  <a:pt x="100720" y="160407"/>
                </a:lnTo>
                <a:lnTo>
                  <a:pt x="103293" y="160496"/>
                </a:lnTo>
                <a:lnTo>
                  <a:pt x="105906" y="160566"/>
                </a:lnTo>
                <a:lnTo>
                  <a:pt x="108559" y="160615"/>
                </a:lnTo>
                <a:lnTo>
                  <a:pt x="111251" y="160645"/>
                </a:lnTo>
                <a:lnTo>
                  <a:pt x="113982" y="160655"/>
                </a:lnTo>
                <a:close/>
                <a:moveTo>
                  <a:pt x="114300" y="73660"/>
                </a:moveTo>
                <a:lnTo>
                  <a:pt x="118861" y="73602"/>
                </a:lnTo>
                <a:lnTo>
                  <a:pt x="123441" y="73426"/>
                </a:lnTo>
                <a:lnTo>
                  <a:pt x="128042" y="73134"/>
                </a:lnTo>
                <a:lnTo>
                  <a:pt x="132662" y="72725"/>
                </a:lnTo>
                <a:lnTo>
                  <a:pt x="137302" y="72199"/>
                </a:lnTo>
                <a:lnTo>
                  <a:pt x="141962" y="71557"/>
                </a:lnTo>
                <a:lnTo>
                  <a:pt x="146642" y="70797"/>
                </a:lnTo>
                <a:lnTo>
                  <a:pt x="151342" y="69921"/>
                </a:lnTo>
                <a:lnTo>
                  <a:pt x="156061" y="68927"/>
                </a:lnTo>
                <a:lnTo>
                  <a:pt x="160801" y="67817"/>
                </a:lnTo>
                <a:lnTo>
                  <a:pt x="165560" y="66590"/>
                </a:lnTo>
                <a:lnTo>
                  <a:pt x="170339" y="65246"/>
                </a:lnTo>
                <a:lnTo>
                  <a:pt x="174985" y="63830"/>
                </a:lnTo>
                <a:lnTo>
                  <a:pt x="179348" y="62384"/>
                </a:lnTo>
                <a:lnTo>
                  <a:pt x="183426" y="60910"/>
                </a:lnTo>
                <a:lnTo>
                  <a:pt x="187219" y="59408"/>
                </a:lnTo>
                <a:lnTo>
                  <a:pt x="190728" y="57877"/>
                </a:lnTo>
                <a:lnTo>
                  <a:pt x="193953" y="56317"/>
                </a:lnTo>
                <a:lnTo>
                  <a:pt x="196893" y="54728"/>
                </a:lnTo>
                <a:lnTo>
                  <a:pt x="199549" y="53111"/>
                </a:lnTo>
                <a:lnTo>
                  <a:pt x="201920" y="51465"/>
                </a:lnTo>
                <a:lnTo>
                  <a:pt x="204007" y="49790"/>
                </a:lnTo>
                <a:lnTo>
                  <a:pt x="205809" y="48087"/>
                </a:lnTo>
                <a:lnTo>
                  <a:pt x="207328" y="46355"/>
                </a:lnTo>
                <a:lnTo>
                  <a:pt x="205759" y="44673"/>
                </a:lnTo>
                <a:lnTo>
                  <a:pt x="203910" y="43012"/>
                </a:lnTo>
                <a:lnTo>
                  <a:pt x="201781" y="41374"/>
                </a:lnTo>
                <a:lnTo>
                  <a:pt x="199372" y="39758"/>
                </a:lnTo>
                <a:lnTo>
                  <a:pt x="196684" y="38164"/>
                </a:lnTo>
                <a:lnTo>
                  <a:pt x="193715" y="36592"/>
                </a:lnTo>
                <a:lnTo>
                  <a:pt x="190466" y="35042"/>
                </a:lnTo>
                <a:lnTo>
                  <a:pt x="186937" y="33514"/>
                </a:lnTo>
                <a:lnTo>
                  <a:pt x="183128" y="32008"/>
                </a:lnTo>
                <a:lnTo>
                  <a:pt x="179039" y="30524"/>
                </a:lnTo>
                <a:lnTo>
                  <a:pt x="174670" y="29062"/>
                </a:lnTo>
                <a:lnTo>
                  <a:pt x="170021" y="27622"/>
                </a:lnTo>
                <a:lnTo>
                  <a:pt x="165244" y="26253"/>
                </a:lnTo>
                <a:lnTo>
                  <a:pt x="160492" y="25003"/>
                </a:lnTo>
                <a:lnTo>
                  <a:pt x="155764" y="23872"/>
                </a:lnTo>
                <a:lnTo>
                  <a:pt x="151059" y="22860"/>
                </a:lnTo>
                <a:lnTo>
                  <a:pt x="146380" y="21967"/>
                </a:lnTo>
                <a:lnTo>
                  <a:pt x="141724" y="21193"/>
                </a:lnTo>
                <a:lnTo>
                  <a:pt x="137093" y="20538"/>
                </a:lnTo>
                <a:lnTo>
                  <a:pt x="132486" y="20002"/>
                </a:lnTo>
                <a:lnTo>
                  <a:pt x="127903" y="19586"/>
                </a:lnTo>
                <a:lnTo>
                  <a:pt x="123344" y="19288"/>
                </a:lnTo>
                <a:lnTo>
                  <a:pt x="118810" y="19110"/>
                </a:lnTo>
                <a:lnTo>
                  <a:pt x="114300" y="19050"/>
                </a:lnTo>
                <a:lnTo>
                  <a:pt x="109641" y="19107"/>
                </a:lnTo>
                <a:lnTo>
                  <a:pt x="104978" y="19279"/>
                </a:lnTo>
                <a:lnTo>
                  <a:pt x="100310" y="19566"/>
                </a:lnTo>
                <a:lnTo>
                  <a:pt x="95638" y="19967"/>
                </a:lnTo>
                <a:lnTo>
                  <a:pt x="90962" y="20483"/>
                </a:lnTo>
                <a:lnTo>
                  <a:pt x="86281" y="21114"/>
                </a:lnTo>
                <a:lnTo>
                  <a:pt x="81595" y="21859"/>
                </a:lnTo>
                <a:lnTo>
                  <a:pt x="76906" y="22719"/>
                </a:lnTo>
                <a:lnTo>
                  <a:pt x="72211" y="23693"/>
                </a:lnTo>
                <a:lnTo>
                  <a:pt x="67513" y="24783"/>
                </a:lnTo>
                <a:lnTo>
                  <a:pt x="62810" y="25986"/>
                </a:lnTo>
                <a:lnTo>
                  <a:pt x="58102" y="27305"/>
                </a:lnTo>
                <a:lnTo>
                  <a:pt x="53527" y="28698"/>
                </a:lnTo>
                <a:lnTo>
                  <a:pt x="49221" y="30127"/>
                </a:lnTo>
                <a:lnTo>
                  <a:pt x="45184" y="31591"/>
                </a:lnTo>
                <a:lnTo>
                  <a:pt x="41416" y="33091"/>
                </a:lnTo>
                <a:lnTo>
                  <a:pt x="37917" y="34625"/>
                </a:lnTo>
                <a:lnTo>
                  <a:pt x="34687" y="36195"/>
                </a:lnTo>
                <a:lnTo>
                  <a:pt x="31726" y="37800"/>
                </a:lnTo>
                <a:lnTo>
                  <a:pt x="29034" y="39441"/>
                </a:lnTo>
                <a:lnTo>
                  <a:pt x="26610" y="41116"/>
                </a:lnTo>
                <a:lnTo>
                  <a:pt x="24456" y="42827"/>
                </a:lnTo>
                <a:lnTo>
                  <a:pt x="22571" y="44573"/>
                </a:lnTo>
                <a:lnTo>
                  <a:pt x="20955" y="46355"/>
                </a:lnTo>
                <a:lnTo>
                  <a:pt x="22569" y="48186"/>
                </a:lnTo>
                <a:lnTo>
                  <a:pt x="24448" y="49975"/>
                </a:lnTo>
                <a:lnTo>
                  <a:pt x="26591" y="51723"/>
                </a:lnTo>
                <a:lnTo>
                  <a:pt x="28998" y="53428"/>
                </a:lnTo>
                <a:lnTo>
                  <a:pt x="31671" y="55092"/>
                </a:lnTo>
                <a:lnTo>
                  <a:pt x="34608" y="56713"/>
                </a:lnTo>
                <a:lnTo>
                  <a:pt x="37809" y="58293"/>
                </a:lnTo>
                <a:lnTo>
                  <a:pt x="41275" y="59831"/>
                </a:lnTo>
                <a:lnTo>
                  <a:pt x="45006" y="61327"/>
                </a:lnTo>
                <a:lnTo>
                  <a:pt x="49001" y="62781"/>
                </a:lnTo>
                <a:lnTo>
                  <a:pt x="53261" y="64193"/>
                </a:lnTo>
                <a:lnTo>
                  <a:pt x="57785" y="65564"/>
                </a:lnTo>
                <a:lnTo>
                  <a:pt x="62446" y="66857"/>
                </a:lnTo>
                <a:lnTo>
                  <a:pt x="67116" y="68038"/>
                </a:lnTo>
                <a:lnTo>
                  <a:pt x="71795" y="69106"/>
                </a:lnTo>
                <a:lnTo>
                  <a:pt x="76482" y="70062"/>
                </a:lnTo>
                <a:lnTo>
                  <a:pt x="81179" y="70905"/>
                </a:lnTo>
                <a:lnTo>
                  <a:pt x="85884" y="71636"/>
                </a:lnTo>
                <a:lnTo>
                  <a:pt x="90598" y="72254"/>
                </a:lnTo>
                <a:lnTo>
                  <a:pt x="95321" y="72760"/>
                </a:lnTo>
                <a:lnTo>
                  <a:pt x="100052" y="73154"/>
                </a:lnTo>
                <a:lnTo>
                  <a:pt x="104793" y="73435"/>
                </a:lnTo>
                <a:lnTo>
                  <a:pt x="109542" y="73604"/>
                </a:lnTo>
                <a:lnTo>
                  <a:pt x="114300" y="73660"/>
                </a:lnTo>
                <a:close/>
                <a:moveTo>
                  <a:pt x="188912" y="229870"/>
                </a:moveTo>
                <a:lnTo>
                  <a:pt x="198438" y="229870"/>
                </a:lnTo>
                <a:lnTo>
                  <a:pt x="198438" y="175578"/>
                </a:lnTo>
                <a:lnTo>
                  <a:pt x="222885" y="200025"/>
                </a:lnTo>
                <a:lnTo>
                  <a:pt x="229552" y="193358"/>
                </a:lnTo>
                <a:lnTo>
                  <a:pt x="193675" y="157480"/>
                </a:lnTo>
                <a:lnTo>
                  <a:pt x="157798" y="193358"/>
                </a:lnTo>
                <a:lnTo>
                  <a:pt x="164465" y="200025"/>
                </a:lnTo>
                <a:lnTo>
                  <a:pt x="188912" y="175578"/>
                </a:lnTo>
                <a:lnTo>
                  <a:pt x="188912" y="229870"/>
                </a:lnTo>
                <a:close/>
                <a:moveTo>
                  <a:pt x="151130" y="236379"/>
                </a:moveTo>
                <a:lnTo>
                  <a:pt x="148290" y="233392"/>
                </a:lnTo>
                <a:lnTo>
                  <a:pt x="145697" y="230307"/>
                </a:lnTo>
                <a:lnTo>
                  <a:pt x="143351" y="227122"/>
                </a:lnTo>
                <a:lnTo>
                  <a:pt x="141252" y="223838"/>
                </a:lnTo>
                <a:lnTo>
                  <a:pt x="139400" y="220454"/>
                </a:lnTo>
                <a:lnTo>
                  <a:pt x="137795" y="216972"/>
                </a:lnTo>
                <a:lnTo>
                  <a:pt x="136437" y="213390"/>
                </a:lnTo>
                <a:lnTo>
                  <a:pt x="135326" y="209709"/>
                </a:lnTo>
                <a:lnTo>
                  <a:pt x="134461" y="205929"/>
                </a:lnTo>
                <a:lnTo>
                  <a:pt x="133844" y="202049"/>
                </a:lnTo>
                <a:lnTo>
                  <a:pt x="133473" y="198070"/>
                </a:lnTo>
                <a:lnTo>
                  <a:pt x="133350" y="193992"/>
                </a:lnTo>
                <a:lnTo>
                  <a:pt x="133473" y="189863"/>
                </a:lnTo>
                <a:lnTo>
                  <a:pt x="133844" y="185835"/>
                </a:lnTo>
                <a:lnTo>
                  <a:pt x="134461" y="181908"/>
                </a:lnTo>
                <a:lnTo>
                  <a:pt x="135326" y="178082"/>
                </a:lnTo>
                <a:lnTo>
                  <a:pt x="136437" y="174358"/>
                </a:lnTo>
                <a:lnTo>
                  <a:pt x="137795" y="170736"/>
                </a:lnTo>
                <a:lnTo>
                  <a:pt x="139400" y="167214"/>
                </a:lnTo>
                <a:lnTo>
                  <a:pt x="141252" y="163795"/>
                </a:lnTo>
                <a:lnTo>
                  <a:pt x="143351" y="160476"/>
                </a:lnTo>
                <a:lnTo>
                  <a:pt x="145697" y="157260"/>
                </a:lnTo>
                <a:lnTo>
                  <a:pt x="148290" y="154144"/>
                </a:lnTo>
                <a:lnTo>
                  <a:pt x="151130" y="151130"/>
                </a:lnTo>
                <a:lnTo>
                  <a:pt x="154142" y="148290"/>
                </a:lnTo>
                <a:lnTo>
                  <a:pt x="157251" y="145697"/>
                </a:lnTo>
                <a:lnTo>
                  <a:pt x="160457" y="143351"/>
                </a:lnTo>
                <a:lnTo>
                  <a:pt x="163759" y="141252"/>
                </a:lnTo>
                <a:lnTo>
                  <a:pt x="167159" y="139400"/>
                </a:lnTo>
                <a:lnTo>
                  <a:pt x="170656" y="137795"/>
                </a:lnTo>
                <a:lnTo>
                  <a:pt x="174250" y="136437"/>
                </a:lnTo>
                <a:lnTo>
                  <a:pt x="177941" y="135326"/>
                </a:lnTo>
                <a:lnTo>
                  <a:pt x="181729" y="134461"/>
                </a:lnTo>
                <a:lnTo>
                  <a:pt x="185614" y="133844"/>
                </a:lnTo>
                <a:lnTo>
                  <a:pt x="189596" y="133473"/>
                </a:lnTo>
                <a:lnTo>
                  <a:pt x="193675" y="133350"/>
                </a:lnTo>
                <a:lnTo>
                  <a:pt x="197754" y="133473"/>
                </a:lnTo>
                <a:lnTo>
                  <a:pt x="201736" y="133844"/>
                </a:lnTo>
                <a:lnTo>
                  <a:pt x="205621" y="134461"/>
                </a:lnTo>
                <a:lnTo>
                  <a:pt x="209409" y="135326"/>
                </a:lnTo>
                <a:lnTo>
                  <a:pt x="213100" y="136437"/>
                </a:lnTo>
                <a:lnTo>
                  <a:pt x="216694" y="137795"/>
                </a:lnTo>
                <a:lnTo>
                  <a:pt x="220191" y="139400"/>
                </a:lnTo>
                <a:lnTo>
                  <a:pt x="223591" y="141252"/>
                </a:lnTo>
                <a:lnTo>
                  <a:pt x="226893" y="143351"/>
                </a:lnTo>
                <a:lnTo>
                  <a:pt x="230099" y="145697"/>
                </a:lnTo>
                <a:lnTo>
                  <a:pt x="233208" y="148290"/>
                </a:lnTo>
                <a:lnTo>
                  <a:pt x="236220" y="151130"/>
                </a:lnTo>
                <a:lnTo>
                  <a:pt x="239060" y="154144"/>
                </a:lnTo>
                <a:lnTo>
                  <a:pt x="241653" y="157260"/>
                </a:lnTo>
                <a:lnTo>
                  <a:pt x="243999" y="160476"/>
                </a:lnTo>
                <a:lnTo>
                  <a:pt x="246098" y="163795"/>
                </a:lnTo>
                <a:lnTo>
                  <a:pt x="247950" y="167214"/>
                </a:lnTo>
                <a:lnTo>
                  <a:pt x="249555" y="170736"/>
                </a:lnTo>
                <a:lnTo>
                  <a:pt x="250913" y="174358"/>
                </a:lnTo>
                <a:lnTo>
                  <a:pt x="252024" y="178082"/>
                </a:lnTo>
                <a:lnTo>
                  <a:pt x="252889" y="181908"/>
                </a:lnTo>
                <a:lnTo>
                  <a:pt x="253506" y="185835"/>
                </a:lnTo>
                <a:lnTo>
                  <a:pt x="253877" y="189863"/>
                </a:lnTo>
                <a:lnTo>
                  <a:pt x="254000" y="193992"/>
                </a:lnTo>
                <a:lnTo>
                  <a:pt x="253877" y="198070"/>
                </a:lnTo>
                <a:lnTo>
                  <a:pt x="253506" y="202049"/>
                </a:lnTo>
                <a:lnTo>
                  <a:pt x="252889" y="205929"/>
                </a:lnTo>
                <a:lnTo>
                  <a:pt x="252024" y="209709"/>
                </a:lnTo>
                <a:lnTo>
                  <a:pt x="250913" y="213390"/>
                </a:lnTo>
                <a:lnTo>
                  <a:pt x="249555" y="216972"/>
                </a:lnTo>
                <a:lnTo>
                  <a:pt x="247950" y="220454"/>
                </a:lnTo>
                <a:lnTo>
                  <a:pt x="246098" y="223838"/>
                </a:lnTo>
                <a:lnTo>
                  <a:pt x="243999" y="227122"/>
                </a:lnTo>
                <a:lnTo>
                  <a:pt x="241653" y="230307"/>
                </a:lnTo>
                <a:lnTo>
                  <a:pt x="239060" y="233392"/>
                </a:lnTo>
                <a:lnTo>
                  <a:pt x="236220" y="236379"/>
                </a:lnTo>
                <a:lnTo>
                  <a:pt x="233208" y="239193"/>
                </a:lnTo>
                <a:lnTo>
                  <a:pt x="230099" y="241763"/>
                </a:lnTo>
                <a:lnTo>
                  <a:pt x="226893" y="244088"/>
                </a:lnTo>
                <a:lnTo>
                  <a:pt x="223591" y="246168"/>
                </a:lnTo>
                <a:lnTo>
                  <a:pt x="220191" y="248004"/>
                </a:lnTo>
                <a:lnTo>
                  <a:pt x="216694" y="249595"/>
                </a:lnTo>
                <a:lnTo>
                  <a:pt x="213100" y="250941"/>
                </a:lnTo>
                <a:lnTo>
                  <a:pt x="209409" y="252042"/>
                </a:lnTo>
                <a:lnTo>
                  <a:pt x="205621" y="252899"/>
                </a:lnTo>
                <a:lnTo>
                  <a:pt x="201736" y="253511"/>
                </a:lnTo>
                <a:lnTo>
                  <a:pt x="197754" y="253878"/>
                </a:lnTo>
                <a:lnTo>
                  <a:pt x="193675" y="254000"/>
                </a:lnTo>
                <a:lnTo>
                  <a:pt x="189596" y="253878"/>
                </a:lnTo>
                <a:lnTo>
                  <a:pt x="185614" y="253511"/>
                </a:lnTo>
                <a:lnTo>
                  <a:pt x="181729" y="252899"/>
                </a:lnTo>
                <a:lnTo>
                  <a:pt x="177941" y="252042"/>
                </a:lnTo>
                <a:lnTo>
                  <a:pt x="174250" y="250941"/>
                </a:lnTo>
                <a:lnTo>
                  <a:pt x="170656" y="249595"/>
                </a:lnTo>
                <a:lnTo>
                  <a:pt x="167159" y="248004"/>
                </a:lnTo>
                <a:lnTo>
                  <a:pt x="163759" y="246168"/>
                </a:lnTo>
                <a:lnTo>
                  <a:pt x="160457" y="244088"/>
                </a:lnTo>
                <a:lnTo>
                  <a:pt x="157251" y="241763"/>
                </a:lnTo>
                <a:lnTo>
                  <a:pt x="154142" y="239193"/>
                </a:lnTo>
                <a:lnTo>
                  <a:pt x="151130" y="236379"/>
                </a:lnTo>
                <a:close/>
                <a:moveTo>
                  <a:pt x="115888" y="209550"/>
                </a:moveTo>
                <a:lnTo>
                  <a:pt x="116052" y="210394"/>
                </a:lnTo>
                <a:lnTo>
                  <a:pt x="116227" y="211235"/>
                </a:lnTo>
                <a:lnTo>
                  <a:pt x="116413" y="212070"/>
                </a:lnTo>
                <a:lnTo>
                  <a:pt x="116611" y="212901"/>
                </a:lnTo>
                <a:lnTo>
                  <a:pt x="116819" y="213728"/>
                </a:lnTo>
                <a:lnTo>
                  <a:pt x="117038" y="214551"/>
                </a:lnTo>
                <a:lnTo>
                  <a:pt x="117269" y="215369"/>
                </a:lnTo>
                <a:lnTo>
                  <a:pt x="117510" y="216182"/>
                </a:lnTo>
                <a:lnTo>
                  <a:pt x="117763" y="216991"/>
                </a:lnTo>
                <a:lnTo>
                  <a:pt x="118026" y="217796"/>
                </a:lnTo>
                <a:lnTo>
                  <a:pt x="118301" y="218597"/>
                </a:lnTo>
                <a:lnTo>
                  <a:pt x="118586" y="219392"/>
                </a:lnTo>
                <a:lnTo>
                  <a:pt x="118881" y="220184"/>
                </a:lnTo>
                <a:lnTo>
                  <a:pt x="119182" y="220971"/>
                </a:lnTo>
                <a:lnTo>
                  <a:pt x="119489" y="221754"/>
                </a:lnTo>
                <a:lnTo>
                  <a:pt x="119803" y="222532"/>
                </a:lnTo>
                <a:lnTo>
                  <a:pt x="120124" y="223306"/>
                </a:lnTo>
                <a:lnTo>
                  <a:pt x="120452" y="224076"/>
                </a:lnTo>
                <a:lnTo>
                  <a:pt x="120786" y="224841"/>
                </a:lnTo>
                <a:lnTo>
                  <a:pt x="121126" y="225601"/>
                </a:lnTo>
                <a:lnTo>
                  <a:pt x="121474" y="226358"/>
                </a:lnTo>
                <a:lnTo>
                  <a:pt x="121827" y="227110"/>
                </a:lnTo>
                <a:lnTo>
                  <a:pt x="122188" y="227857"/>
                </a:lnTo>
                <a:lnTo>
                  <a:pt x="122555" y="228600"/>
                </a:lnTo>
                <a:lnTo>
                  <a:pt x="120739" y="228637"/>
                </a:lnTo>
                <a:lnTo>
                  <a:pt x="118785" y="228644"/>
                </a:lnTo>
                <a:lnTo>
                  <a:pt x="116691" y="228620"/>
                </a:lnTo>
                <a:lnTo>
                  <a:pt x="114459" y="228565"/>
                </a:lnTo>
                <a:lnTo>
                  <a:pt x="112087" y="228479"/>
                </a:lnTo>
                <a:lnTo>
                  <a:pt x="109577" y="228362"/>
                </a:lnTo>
                <a:lnTo>
                  <a:pt x="106928" y="228214"/>
                </a:lnTo>
                <a:lnTo>
                  <a:pt x="104140" y="228036"/>
                </a:lnTo>
                <a:lnTo>
                  <a:pt x="101213" y="227826"/>
                </a:lnTo>
                <a:lnTo>
                  <a:pt x="98147" y="227586"/>
                </a:lnTo>
                <a:lnTo>
                  <a:pt x="94942" y="227315"/>
                </a:lnTo>
                <a:lnTo>
                  <a:pt x="91599" y="227012"/>
                </a:lnTo>
                <a:lnTo>
                  <a:pt x="88187" y="226670"/>
                </a:lnTo>
                <a:lnTo>
                  <a:pt x="84777" y="226276"/>
                </a:lnTo>
                <a:lnTo>
                  <a:pt x="81369" y="225832"/>
                </a:lnTo>
                <a:lnTo>
                  <a:pt x="77964" y="225337"/>
                </a:lnTo>
                <a:lnTo>
                  <a:pt x="74561" y="224791"/>
                </a:lnTo>
                <a:lnTo>
                  <a:pt x="71160" y="224195"/>
                </a:lnTo>
                <a:lnTo>
                  <a:pt x="67761" y="223548"/>
                </a:lnTo>
                <a:lnTo>
                  <a:pt x="64364" y="222850"/>
                </a:lnTo>
                <a:lnTo>
                  <a:pt x="60970" y="222101"/>
                </a:lnTo>
                <a:lnTo>
                  <a:pt x="57578" y="221302"/>
                </a:lnTo>
                <a:lnTo>
                  <a:pt x="54188" y="220452"/>
                </a:lnTo>
                <a:lnTo>
                  <a:pt x="50800" y="219551"/>
                </a:lnTo>
                <a:lnTo>
                  <a:pt x="47449" y="218594"/>
                </a:lnTo>
                <a:lnTo>
                  <a:pt x="44168" y="217576"/>
                </a:lnTo>
                <a:lnTo>
                  <a:pt x="40958" y="216495"/>
                </a:lnTo>
                <a:lnTo>
                  <a:pt x="37818" y="215353"/>
                </a:lnTo>
                <a:lnTo>
                  <a:pt x="34749" y="214149"/>
                </a:lnTo>
                <a:lnTo>
                  <a:pt x="31750" y="212884"/>
                </a:lnTo>
                <a:lnTo>
                  <a:pt x="28822" y="211556"/>
                </a:lnTo>
                <a:lnTo>
                  <a:pt x="25964" y="210167"/>
                </a:lnTo>
                <a:lnTo>
                  <a:pt x="23178" y="208717"/>
                </a:lnTo>
                <a:lnTo>
                  <a:pt x="20461" y="207204"/>
                </a:lnTo>
                <a:lnTo>
                  <a:pt x="17815" y="205630"/>
                </a:lnTo>
                <a:lnTo>
                  <a:pt x="15240" y="203994"/>
                </a:lnTo>
                <a:lnTo>
                  <a:pt x="12806" y="202284"/>
                </a:lnTo>
                <a:lnTo>
                  <a:pt x="10583" y="200488"/>
                </a:lnTo>
                <a:lnTo>
                  <a:pt x="8572" y="198606"/>
                </a:lnTo>
                <a:lnTo>
                  <a:pt x="6773" y="196638"/>
                </a:lnTo>
                <a:lnTo>
                  <a:pt x="5186" y="194585"/>
                </a:lnTo>
                <a:lnTo>
                  <a:pt x="3810" y="192445"/>
                </a:lnTo>
                <a:lnTo>
                  <a:pt x="2646" y="190219"/>
                </a:lnTo>
                <a:lnTo>
                  <a:pt x="1693" y="187907"/>
                </a:lnTo>
                <a:lnTo>
                  <a:pt x="952" y="185509"/>
                </a:lnTo>
                <a:lnTo>
                  <a:pt x="423" y="183026"/>
                </a:lnTo>
                <a:lnTo>
                  <a:pt x="106" y="180456"/>
                </a:lnTo>
                <a:lnTo>
                  <a:pt x="0" y="177800"/>
                </a:lnTo>
                <a:lnTo>
                  <a:pt x="0" y="50800"/>
                </a:lnTo>
                <a:lnTo>
                  <a:pt x="233" y="47349"/>
                </a:lnTo>
                <a:lnTo>
                  <a:pt x="930" y="43983"/>
                </a:lnTo>
                <a:lnTo>
                  <a:pt x="2094" y="40700"/>
                </a:lnTo>
                <a:lnTo>
                  <a:pt x="3722" y="37500"/>
                </a:lnTo>
                <a:lnTo>
                  <a:pt x="5815" y="34385"/>
                </a:lnTo>
                <a:lnTo>
                  <a:pt x="8374" y="31353"/>
                </a:lnTo>
                <a:lnTo>
                  <a:pt x="11398" y="28405"/>
                </a:lnTo>
                <a:lnTo>
                  <a:pt x="14887" y="25541"/>
                </a:lnTo>
                <a:lnTo>
                  <a:pt x="18842" y="22761"/>
                </a:lnTo>
                <a:lnTo>
                  <a:pt x="23261" y="20064"/>
                </a:lnTo>
                <a:lnTo>
                  <a:pt x="28146" y="17451"/>
                </a:lnTo>
                <a:lnTo>
                  <a:pt x="33496" y="14922"/>
                </a:lnTo>
                <a:lnTo>
                  <a:pt x="39175" y="12539"/>
                </a:lnTo>
                <a:lnTo>
                  <a:pt x="45045" y="10363"/>
                </a:lnTo>
                <a:lnTo>
                  <a:pt x="51108" y="8394"/>
                </a:lnTo>
                <a:lnTo>
                  <a:pt x="57362" y="6632"/>
                </a:lnTo>
                <a:lnTo>
                  <a:pt x="63808" y="5078"/>
                </a:lnTo>
                <a:lnTo>
                  <a:pt x="70445" y="3731"/>
                </a:lnTo>
                <a:lnTo>
                  <a:pt x="77275" y="2591"/>
                </a:lnTo>
                <a:lnTo>
                  <a:pt x="84296" y="1658"/>
                </a:lnTo>
                <a:lnTo>
                  <a:pt x="91509" y="933"/>
                </a:lnTo>
                <a:lnTo>
                  <a:pt x="98914" y="415"/>
                </a:lnTo>
                <a:lnTo>
                  <a:pt x="106511" y="104"/>
                </a:lnTo>
                <a:lnTo>
                  <a:pt x="114300" y="0"/>
                </a:lnTo>
                <a:lnTo>
                  <a:pt x="122089" y="104"/>
                </a:lnTo>
                <a:lnTo>
                  <a:pt x="129686" y="415"/>
                </a:lnTo>
                <a:lnTo>
                  <a:pt x="137091" y="933"/>
                </a:lnTo>
                <a:lnTo>
                  <a:pt x="144304" y="1658"/>
                </a:lnTo>
                <a:lnTo>
                  <a:pt x="151325" y="2591"/>
                </a:lnTo>
                <a:lnTo>
                  <a:pt x="158155" y="3731"/>
                </a:lnTo>
                <a:lnTo>
                  <a:pt x="164792" y="5078"/>
                </a:lnTo>
                <a:lnTo>
                  <a:pt x="171238" y="6632"/>
                </a:lnTo>
                <a:lnTo>
                  <a:pt x="177492" y="8394"/>
                </a:lnTo>
                <a:lnTo>
                  <a:pt x="183555" y="10363"/>
                </a:lnTo>
                <a:lnTo>
                  <a:pt x="189425" y="12539"/>
                </a:lnTo>
                <a:lnTo>
                  <a:pt x="195104" y="14922"/>
                </a:lnTo>
                <a:lnTo>
                  <a:pt x="200454" y="17451"/>
                </a:lnTo>
                <a:lnTo>
                  <a:pt x="205339" y="20064"/>
                </a:lnTo>
                <a:lnTo>
                  <a:pt x="209758" y="22761"/>
                </a:lnTo>
                <a:lnTo>
                  <a:pt x="213713" y="25541"/>
                </a:lnTo>
                <a:lnTo>
                  <a:pt x="217202" y="28405"/>
                </a:lnTo>
                <a:lnTo>
                  <a:pt x="220226" y="31353"/>
                </a:lnTo>
                <a:lnTo>
                  <a:pt x="222785" y="34385"/>
                </a:lnTo>
                <a:lnTo>
                  <a:pt x="224878" y="37500"/>
                </a:lnTo>
                <a:lnTo>
                  <a:pt x="226506" y="40700"/>
                </a:lnTo>
                <a:lnTo>
                  <a:pt x="227670" y="43983"/>
                </a:lnTo>
                <a:lnTo>
                  <a:pt x="228367" y="47349"/>
                </a:lnTo>
                <a:lnTo>
                  <a:pt x="228600" y="50800"/>
                </a:lnTo>
                <a:lnTo>
                  <a:pt x="228600" y="122555"/>
                </a:lnTo>
                <a:lnTo>
                  <a:pt x="227857" y="122188"/>
                </a:lnTo>
                <a:lnTo>
                  <a:pt x="227110" y="121827"/>
                </a:lnTo>
                <a:lnTo>
                  <a:pt x="226358" y="121474"/>
                </a:lnTo>
                <a:lnTo>
                  <a:pt x="225601" y="121126"/>
                </a:lnTo>
                <a:lnTo>
                  <a:pt x="224841" y="120786"/>
                </a:lnTo>
                <a:lnTo>
                  <a:pt x="224076" y="120452"/>
                </a:lnTo>
                <a:lnTo>
                  <a:pt x="223306" y="120124"/>
                </a:lnTo>
                <a:lnTo>
                  <a:pt x="222532" y="119803"/>
                </a:lnTo>
                <a:lnTo>
                  <a:pt x="221754" y="119489"/>
                </a:lnTo>
                <a:lnTo>
                  <a:pt x="220971" y="119182"/>
                </a:lnTo>
                <a:lnTo>
                  <a:pt x="220184" y="118881"/>
                </a:lnTo>
                <a:lnTo>
                  <a:pt x="219392" y="118586"/>
                </a:lnTo>
                <a:lnTo>
                  <a:pt x="218597" y="118301"/>
                </a:lnTo>
                <a:lnTo>
                  <a:pt x="217796" y="118026"/>
                </a:lnTo>
                <a:lnTo>
                  <a:pt x="216991" y="117763"/>
                </a:lnTo>
                <a:lnTo>
                  <a:pt x="216182" y="117510"/>
                </a:lnTo>
                <a:lnTo>
                  <a:pt x="215369" y="117269"/>
                </a:lnTo>
                <a:lnTo>
                  <a:pt x="214551" y="117038"/>
                </a:lnTo>
                <a:lnTo>
                  <a:pt x="213728" y="116819"/>
                </a:lnTo>
                <a:lnTo>
                  <a:pt x="212901" y="116611"/>
                </a:lnTo>
                <a:lnTo>
                  <a:pt x="212070" y="116413"/>
                </a:lnTo>
                <a:lnTo>
                  <a:pt x="211235" y="116227"/>
                </a:lnTo>
                <a:lnTo>
                  <a:pt x="210394" y="116052"/>
                </a:lnTo>
                <a:lnTo>
                  <a:pt x="209550" y="115888"/>
                </a:lnTo>
                <a:lnTo>
                  <a:pt x="209550" y="70485"/>
                </a:lnTo>
                <a:lnTo>
                  <a:pt x="206384" y="72199"/>
                </a:lnTo>
                <a:lnTo>
                  <a:pt x="203129" y="73850"/>
                </a:lnTo>
                <a:lnTo>
                  <a:pt x="199787" y="75436"/>
                </a:lnTo>
                <a:lnTo>
                  <a:pt x="196356" y="76958"/>
                </a:lnTo>
                <a:lnTo>
                  <a:pt x="192837" y="78417"/>
                </a:lnTo>
                <a:lnTo>
                  <a:pt x="189230" y="79812"/>
                </a:lnTo>
                <a:lnTo>
                  <a:pt x="185535" y="81142"/>
                </a:lnTo>
                <a:lnTo>
                  <a:pt x="181751" y="82409"/>
                </a:lnTo>
                <a:lnTo>
                  <a:pt x="177879" y="83612"/>
                </a:lnTo>
                <a:lnTo>
                  <a:pt x="173919" y="84750"/>
                </a:lnTo>
                <a:lnTo>
                  <a:pt x="169871" y="85825"/>
                </a:lnTo>
                <a:lnTo>
                  <a:pt x="165735" y="86836"/>
                </a:lnTo>
                <a:lnTo>
                  <a:pt x="161544" y="87774"/>
                </a:lnTo>
                <a:lnTo>
                  <a:pt x="157330" y="88631"/>
                </a:lnTo>
                <a:lnTo>
                  <a:pt x="153095" y="89406"/>
                </a:lnTo>
                <a:lnTo>
                  <a:pt x="148837" y="90099"/>
                </a:lnTo>
                <a:lnTo>
                  <a:pt x="144557" y="90711"/>
                </a:lnTo>
                <a:lnTo>
                  <a:pt x="140256" y="91242"/>
                </a:lnTo>
                <a:lnTo>
                  <a:pt x="135932" y="91690"/>
                </a:lnTo>
                <a:lnTo>
                  <a:pt x="131586" y="92057"/>
                </a:lnTo>
                <a:lnTo>
                  <a:pt x="127218" y="92343"/>
                </a:lnTo>
                <a:lnTo>
                  <a:pt x="122828" y="92547"/>
                </a:lnTo>
                <a:lnTo>
                  <a:pt x="118416" y="92669"/>
                </a:lnTo>
                <a:lnTo>
                  <a:pt x="113982" y="92710"/>
                </a:lnTo>
                <a:lnTo>
                  <a:pt x="109497" y="92669"/>
                </a:lnTo>
                <a:lnTo>
                  <a:pt x="105035" y="92547"/>
                </a:lnTo>
                <a:lnTo>
                  <a:pt x="100598" y="92343"/>
                </a:lnTo>
                <a:lnTo>
                  <a:pt x="96185" y="92057"/>
                </a:lnTo>
                <a:lnTo>
                  <a:pt x="91796" y="91690"/>
                </a:lnTo>
                <a:lnTo>
                  <a:pt x="87432" y="91242"/>
                </a:lnTo>
                <a:lnTo>
                  <a:pt x="83091" y="90711"/>
                </a:lnTo>
                <a:lnTo>
                  <a:pt x="78775" y="90099"/>
                </a:lnTo>
                <a:lnTo>
                  <a:pt x="74484" y="89406"/>
                </a:lnTo>
                <a:lnTo>
                  <a:pt x="70216" y="88631"/>
                </a:lnTo>
                <a:lnTo>
                  <a:pt x="65973" y="87774"/>
                </a:lnTo>
                <a:lnTo>
                  <a:pt x="61754" y="86836"/>
                </a:lnTo>
                <a:lnTo>
                  <a:pt x="57601" y="85825"/>
                </a:lnTo>
                <a:lnTo>
                  <a:pt x="53556" y="84750"/>
                </a:lnTo>
                <a:lnTo>
                  <a:pt x="49619" y="83612"/>
                </a:lnTo>
                <a:lnTo>
                  <a:pt x="45791" y="82409"/>
                </a:lnTo>
                <a:lnTo>
                  <a:pt x="42070" y="81142"/>
                </a:lnTo>
                <a:lnTo>
                  <a:pt x="38457" y="79812"/>
                </a:lnTo>
                <a:lnTo>
                  <a:pt x="34953" y="78417"/>
                </a:lnTo>
                <a:lnTo>
                  <a:pt x="31556" y="76958"/>
                </a:lnTo>
                <a:lnTo>
                  <a:pt x="28267" y="75436"/>
                </a:lnTo>
                <a:lnTo>
                  <a:pt x="25087" y="73850"/>
                </a:lnTo>
                <a:lnTo>
                  <a:pt x="22014" y="72199"/>
                </a:lnTo>
                <a:lnTo>
                  <a:pt x="19050" y="70485"/>
                </a:lnTo>
                <a:lnTo>
                  <a:pt x="19050" y="119698"/>
                </a:lnTo>
                <a:lnTo>
                  <a:pt x="21963" y="121361"/>
                </a:lnTo>
                <a:lnTo>
                  <a:pt x="24985" y="122965"/>
                </a:lnTo>
                <a:lnTo>
                  <a:pt x="28119" y="124510"/>
                </a:lnTo>
                <a:lnTo>
                  <a:pt x="31362" y="125995"/>
                </a:lnTo>
                <a:lnTo>
                  <a:pt x="34716" y="127420"/>
                </a:lnTo>
                <a:lnTo>
                  <a:pt x="38179" y="128786"/>
                </a:lnTo>
                <a:lnTo>
                  <a:pt x="41753" y="130092"/>
                </a:lnTo>
                <a:lnTo>
                  <a:pt x="45438" y="131339"/>
                </a:lnTo>
                <a:lnTo>
                  <a:pt x="49232" y="132526"/>
                </a:lnTo>
                <a:lnTo>
                  <a:pt x="53137" y="133654"/>
                </a:lnTo>
                <a:lnTo>
                  <a:pt x="57152" y="134723"/>
                </a:lnTo>
                <a:lnTo>
                  <a:pt x="61278" y="135731"/>
                </a:lnTo>
                <a:lnTo>
                  <a:pt x="65476" y="136669"/>
                </a:lnTo>
                <a:lnTo>
                  <a:pt x="69709" y="137526"/>
                </a:lnTo>
                <a:lnTo>
                  <a:pt x="73978" y="138301"/>
                </a:lnTo>
                <a:lnTo>
                  <a:pt x="78281" y="138994"/>
                </a:lnTo>
                <a:lnTo>
                  <a:pt x="82621" y="139606"/>
                </a:lnTo>
                <a:lnTo>
                  <a:pt x="86995" y="140137"/>
                </a:lnTo>
                <a:lnTo>
                  <a:pt x="91405" y="140585"/>
                </a:lnTo>
                <a:lnTo>
                  <a:pt x="95850" y="140952"/>
                </a:lnTo>
                <a:lnTo>
                  <a:pt x="100330" y="141238"/>
                </a:lnTo>
                <a:lnTo>
                  <a:pt x="104846" y="141442"/>
                </a:lnTo>
                <a:lnTo>
                  <a:pt x="109396" y="141564"/>
                </a:lnTo>
                <a:lnTo>
                  <a:pt x="113982" y="141605"/>
                </a:lnTo>
                <a:lnTo>
                  <a:pt x="114880" y="141604"/>
                </a:lnTo>
                <a:lnTo>
                  <a:pt x="115773" y="141601"/>
                </a:lnTo>
                <a:lnTo>
                  <a:pt x="116661" y="141595"/>
                </a:lnTo>
                <a:lnTo>
                  <a:pt x="117546" y="141587"/>
                </a:lnTo>
                <a:lnTo>
                  <a:pt x="118425" y="141577"/>
                </a:lnTo>
                <a:lnTo>
                  <a:pt x="119301" y="141565"/>
                </a:lnTo>
                <a:lnTo>
                  <a:pt x="120172" y="141551"/>
                </a:lnTo>
                <a:lnTo>
                  <a:pt x="121038" y="141534"/>
                </a:lnTo>
                <a:lnTo>
                  <a:pt x="121900" y="141516"/>
                </a:lnTo>
                <a:lnTo>
                  <a:pt x="122758" y="141495"/>
                </a:lnTo>
                <a:lnTo>
                  <a:pt x="123611" y="141472"/>
                </a:lnTo>
                <a:lnTo>
                  <a:pt x="124460" y="141446"/>
                </a:lnTo>
                <a:lnTo>
                  <a:pt x="125309" y="141416"/>
                </a:lnTo>
                <a:lnTo>
                  <a:pt x="126162" y="141380"/>
                </a:lnTo>
                <a:lnTo>
                  <a:pt x="127020" y="141337"/>
                </a:lnTo>
                <a:lnTo>
                  <a:pt x="127882" y="141288"/>
                </a:lnTo>
                <a:lnTo>
                  <a:pt x="128748" y="141231"/>
                </a:lnTo>
                <a:lnTo>
                  <a:pt x="129619" y="141168"/>
                </a:lnTo>
                <a:lnTo>
                  <a:pt x="130495" y="141099"/>
                </a:lnTo>
                <a:lnTo>
                  <a:pt x="131374" y="141023"/>
                </a:lnTo>
                <a:lnTo>
                  <a:pt x="132259" y="140940"/>
                </a:lnTo>
                <a:lnTo>
                  <a:pt x="133147" y="140851"/>
                </a:lnTo>
                <a:lnTo>
                  <a:pt x="134040" y="140755"/>
                </a:lnTo>
                <a:lnTo>
                  <a:pt x="134938" y="140652"/>
                </a:lnTo>
                <a:lnTo>
                  <a:pt x="134256" y="141398"/>
                </a:lnTo>
                <a:lnTo>
                  <a:pt x="133588" y="142152"/>
                </a:lnTo>
                <a:lnTo>
                  <a:pt x="132933" y="142915"/>
                </a:lnTo>
                <a:lnTo>
                  <a:pt x="132292" y="143686"/>
                </a:lnTo>
                <a:lnTo>
                  <a:pt x="131663" y="144467"/>
                </a:lnTo>
                <a:lnTo>
                  <a:pt x="131048" y="145256"/>
                </a:lnTo>
                <a:lnTo>
                  <a:pt x="130446" y="146054"/>
                </a:lnTo>
                <a:lnTo>
                  <a:pt x="129858" y="146861"/>
                </a:lnTo>
                <a:lnTo>
                  <a:pt x="129282" y="147677"/>
                </a:lnTo>
                <a:lnTo>
                  <a:pt x="128720" y="148502"/>
                </a:lnTo>
                <a:lnTo>
                  <a:pt x="128171" y="149335"/>
                </a:lnTo>
                <a:lnTo>
                  <a:pt x="127635" y="150178"/>
                </a:lnTo>
                <a:lnTo>
                  <a:pt x="127110" y="151026"/>
                </a:lnTo>
                <a:lnTo>
                  <a:pt x="126594" y="151880"/>
                </a:lnTo>
                <a:lnTo>
                  <a:pt x="126087" y="152737"/>
                </a:lnTo>
                <a:lnTo>
                  <a:pt x="125589" y="153599"/>
                </a:lnTo>
                <a:lnTo>
                  <a:pt x="125099" y="154466"/>
                </a:lnTo>
                <a:lnTo>
                  <a:pt x="124619" y="155337"/>
                </a:lnTo>
                <a:lnTo>
                  <a:pt x="124147" y="156212"/>
                </a:lnTo>
                <a:lnTo>
                  <a:pt x="123684" y="157092"/>
                </a:lnTo>
                <a:lnTo>
                  <a:pt x="123230" y="157976"/>
                </a:lnTo>
                <a:lnTo>
                  <a:pt x="122784" y="158865"/>
                </a:lnTo>
                <a:lnTo>
                  <a:pt x="122348" y="159758"/>
                </a:lnTo>
                <a:lnTo>
                  <a:pt x="121920" y="160655"/>
                </a:lnTo>
                <a:lnTo>
                  <a:pt x="113982" y="160655"/>
                </a:lnTo>
                <a:lnTo>
                  <a:pt x="108505" y="160615"/>
                </a:lnTo>
                <a:lnTo>
                  <a:pt x="103183" y="160496"/>
                </a:lnTo>
                <a:lnTo>
                  <a:pt x="98018" y="160298"/>
                </a:lnTo>
                <a:lnTo>
                  <a:pt x="93010" y="160020"/>
                </a:lnTo>
                <a:lnTo>
                  <a:pt x="88158" y="159663"/>
                </a:lnTo>
                <a:lnTo>
                  <a:pt x="83463" y="159226"/>
                </a:lnTo>
                <a:lnTo>
                  <a:pt x="78924" y="158710"/>
                </a:lnTo>
                <a:lnTo>
                  <a:pt x="74542" y="158115"/>
                </a:lnTo>
                <a:lnTo>
                  <a:pt x="70316" y="157440"/>
                </a:lnTo>
                <a:lnTo>
                  <a:pt x="66247" y="156686"/>
                </a:lnTo>
                <a:lnTo>
                  <a:pt x="62335" y="155853"/>
                </a:lnTo>
                <a:lnTo>
                  <a:pt x="58579" y="154940"/>
                </a:lnTo>
                <a:lnTo>
                  <a:pt x="54933" y="153957"/>
                </a:lnTo>
                <a:lnTo>
                  <a:pt x="51351" y="152912"/>
                </a:lnTo>
                <a:lnTo>
                  <a:pt x="47833" y="151805"/>
                </a:lnTo>
                <a:lnTo>
                  <a:pt x="44379" y="150636"/>
                </a:lnTo>
                <a:lnTo>
                  <a:pt x="40989" y="149406"/>
                </a:lnTo>
                <a:lnTo>
                  <a:pt x="37663" y="148114"/>
                </a:lnTo>
                <a:lnTo>
                  <a:pt x="34401" y="146760"/>
                </a:lnTo>
                <a:lnTo>
                  <a:pt x="31203" y="145344"/>
                </a:lnTo>
                <a:lnTo>
                  <a:pt x="28069" y="143867"/>
                </a:lnTo>
                <a:lnTo>
                  <a:pt x="24999" y="142328"/>
                </a:lnTo>
                <a:lnTo>
                  <a:pt x="21992" y="140727"/>
                </a:lnTo>
                <a:lnTo>
                  <a:pt x="19050" y="139065"/>
                </a:lnTo>
                <a:lnTo>
                  <a:pt x="19050" y="179070"/>
                </a:lnTo>
                <a:lnTo>
                  <a:pt x="19370" y="179971"/>
                </a:lnTo>
                <a:lnTo>
                  <a:pt x="19800" y="180874"/>
                </a:lnTo>
                <a:lnTo>
                  <a:pt x="20340" y="181779"/>
                </a:lnTo>
                <a:lnTo>
                  <a:pt x="20990" y="182686"/>
                </a:lnTo>
                <a:lnTo>
                  <a:pt x="21751" y="183595"/>
                </a:lnTo>
                <a:lnTo>
                  <a:pt x="22622" y="184507"/>
                </a:lnTo>
                <a:lnTo>
                  <a:pt x="23603" y="185421"/>
                </a:lnTo>
                <a:lnTo>
                  <a:pt x="24694" y="186337"/>
                </a:lnTo>
                <a:lnTo>
                  <a:pt x="25896" y="187256"/>
                </a:lnTo>
                <a:lnTo>
                  <a:pt x="27208" y="188176"/>
                </a:lnTo>
                <a:lnTo>
                  <a:pt x="28630" y="189099"/>
                </a:lnTo>
                <a:lnTo>
                  <a:pt x="30162" y="190024"/>
                </a:lnTo>
                <a:lnTo>
                  <a:pt x="31780" y="190941"/>
                </a:lnTo>
                <a:lnTo>
                  <a:pt x="33457" y="191841"/>
                </a:lnTo>
                <a:lnTo>
                  <a:pt x="35193" y="192722"/>
                </a:lnTo>
                <a:lnTo>
                  <a:pt x="36989" y="193587"/>
                </a:lnTo>
                <a:lnTo>
                  <a:pt x="38844" y="194433"/>
                </a:lnTo>
                <a:lnTo>
                  <a:pt x="40759" y="195262"/>
                </a:lnTo>
                <a:lnTo>
                  <a:pt x="42734" y="196074"/>
                </a:lnTo>
                <a:lnTo>
                  <a:pt x="44768" y="196868"/>
                </a:lnTo>
                <a:lnTo>
                  <a:pt x="46861" y="197644"/>
                </a:lnTo>
                <a:lnTo>
                  <a:pt x="49014" y="198402"/>
                </a:lnTo>
                <a:lnTo>
                  <a:pt x="51227" y="199143"/>
                </a:lnTo>
                <a:lnTo>
                  <a:pt x="53499" y="199866"/>
                </a:lnTo>
                <a:lnTo>
                  <a:pt x="55819" y="200570"/>
                </a:lnTo>
                <a:lnTo>
                  <a:pt x="58177" y="201251"/>
                </a:lnTo>
                <a:lnTo>
                  <a:pt x="60573" y="201910"/>
                </a:lnTo>
                <a:lnTo>
                  <a:pt x="63006" y="202547"/>
                </a:lnTo>
                <a:lnTo>
                  <a:pt x="65477" y="203163"/>
                </a:lnTo>
                <a:lnTo>
                  <a:pt x="67985" y="203756"/>
                </a:lnTo>
                <a:lnTo>
                  <a:pt x="70530" y="204327"/>
                </a:lnTo>
                <a:lnTo>
                  <a:pt x="73113" y="204876"/>
                </a:lnTo>
                <a:lnTo>
                  <a:pt x="75734" y="205403"/>
                </a:lnTo>
                <a:lnTo>
                  <a:pt x="78392" y="205908"/>
                </a:lnTo>
                <a:lnTo>
                  <a:pt x="81087" y="206390"/>
                </a:lnTo>
                <a:lnTo>
                  <a:pt x="83820" y="206851"/>
                </a:lnTo>
                <a:lnTo>
                  <a:pt x="86565" y="207282"/>
                </a:lnTo>
                <a:lnTo>
                  <a:pt x="89297" y="207676"/>
                </a:lnTo>
                <a:lnTo>
                  <a:pt x="92015" y="208032"/>
                </a:lnTo>
                <a:lnTo>
                  <a:pt x="94721" y="208351"/>
                </a:lnTo>
                <a:lnTo>
                  <a:pt x="97413" y="208632"/>
                </a:lnTo>
                <a:lnTo>
                  <a:pt x="100092" y="208875"/>
                </a:lnTo>
                <a:lnTo>
                  <a:pt x="102758" y="209081"/>
                </a:lnTo>
                <a:lnTo>
                  <a:pt x="105410" y="209250"/>
                </a:lnTo>
                <a:lnTo>
                  <a:pt x="108049" y="209381"/>
                </a:lnTo>
                <a:lnTo>
                  <a:pt x="110675" y="209475"/>
                </a:lnTo>
                <a:lnTo>
                  <a:pt x="113288" y="209531"/>
                </a:lnTo>
                <a:lnTo>
                  <a:pt x="115888" y="209550"/>
                </a:lnTo>
                <a:close/>
              </a:path>
            </a:pathLst>
          </a:cu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블록 kdms.verify"/>
          <p:cNvSpPr/>
          <p:nvPr/>
        </p:nvSpPr>
        <p:spPr>
          <a:xfrm>
            <a:off x="5288280" y="2362200"/>
            <a:ext cx="1417320" cy="10363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3716">
            <a:solidFill>
              <a:srgbClr val="8EC3EC"/>
            </a:solidFill>
          </a:ln>
        </p:spPr>
        <p:txBody>
          <a:bodyPr rtlCol="0" anchor="t" lIns="45720" tIns="4114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kdms.verify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건수 · 합계 · 해시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23" name="아이콘 fact_check"/>
          <p:cNvSpPr/>
          <p:nvPr/>
        </p:nvSpPr>
        <p:spPr>
          <a:xfrm>
            <a:off x="5867400" y="2461260"/>
            <a:ext cx="259080" cy="228600"/>
          </a:xfrm>
          <a:custGeom>
            <a:avLst/>
            <a:gdLst/>
            <a:ahLst/>
            <a:cxnLst/>
            <a:rect l="l" t="t" r="r" b="b"/>
            <a:pathLst>
              <a:path w="259080" h="228600">
                <a:moveTo>
                  <a:pt x="19050" y="228600"/>
                </a:moveTo>
                <a:lnTo>
                  <a:pt x="17793" y="228560"/>
                </a:lnTo>
                <a:lnTo>
                  <a:pt x="16563" y="228441"/>
                </a:lnTo>
                <a:lnTo>
                  <a:pt x="15359" y="228243"/>
                </a:lnTo>
                <a:lnTo>
                  <a:pt x="14182" y="227965"/>
                </a:lnTo>
                <a:lnTo>
                  <a:pt x="13031" y="227608"/>
                </a:lnTo>
                <a:lnTo>
                  <a:pt x="11906" y="227171"/>
                </a:lnTo>
                <a:lnTo>
                  <a:pt x="10808" y="226655"/>
                </a:lnTo>
                <a:lnTo>
                  <a:pt x="9737" y="226060"/>
                </a:lnTo>
                <a:lnTo>
                  <a:pt x="8692" y="225385"/>
                </a:lnTo>
                <a:lnTo>
                  <a:pt x="7673" y="224631"/>
                </a:lnTo>
                <a:lnTo>
                  <a:pt x="6681" y="223798"/>
                </a:lnTo>
                <a:lnTo>
                  <a:pt x="5715" y="222885"/>
                </a:lnTo>
                <a:lnTo>
                  <a:pt x="4802" y="221919"/>
                </a:lnTo>
                <a:lnTo>
                  <a:pt x="3969" y="220927"/>
                </a:lnTo>
                <a:lnTo>
                  <a:pt x="3215" y="219908"/>
                </a:lnTo>
                <a:lnTo>
                  <a:pt x="2540" y="218863"/>
                </a:lnTo>
                <a:lnTo>
                  <a:pt x="1945" y="217792"/>
                </a:lnTo>
                <a:lnTo>
                  <a:pt x="1429" y="216694"/>
                </a:lnTo>
                <a:lnTo>
                  <a:pt x="992" y="215569"/>
                </a:lnTo>
                <a:lnTo>
                  <a:pt x="635" y="214418"/>
                </a:lnTo>
                <a:lnTo>
                  <a:pt x="357" y="213241"/>
                </a:lnTo>
                <a:lnTo>
                  <a:pt x="159" y="212037"/>
                </a:lnTo>
                <a:lnTo>
                  <a:pt x="40" y="210807"/>
                </a:lnTo>
                <a:lnTo>
                  <a:pt x="0" y="2095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240030" y="0"/>
                </a:lnTo>
                <a:lnTo>
                  <a:pt x="241287" y="40"/>
                </a:lnTo>
                <a:lnTo>
                  <a:pt x="242517" y="159"/>
                </a:lnTo>
                <a:lnTo>
                  <a:pt x="243721" y="357"/>
                </a:lnTo>
                <a:lnTo>
                  <a:pt x="244898" y="635"/>
                </a:lnTo>
                <a:lnTo>
                  <a:pt x="246049" y="992"/>
                </a:lnTo>
                <a:lnTo>
                  <a:pt x="247174" y="1429"/>
                </a:lnTo>
                <a:lnTo>
                  <a:pt x="248272" y="1945"/>
                </a:lnTo>
                <a:lnTo>
                  <a:pt x="249343" y="2540"/>
                </a:lnTo>
                <a:lnTo>
                  <a:pt x="250388" y="3215"/>
                </a:lnTo>
                <a:lnTo>
                  <a:pt x="251407" y="3969"/>
                </a:lnTo>
                <a:lnTo>
                  <a:pt x="252399" y="4802"/>
                </a:lnTo>
                <a:lnTo>
                  <a:pt x="253365" y="5715"/>
                </a:lnTo>
                <a:lnTo>
                  <a:pt x="254278" y="6681"/>
                </a:lnTo>
                <a:lnTo>
                  <a:pt x="255111" y="7673"/>
                </a:lnTo>
                <a:lnTo>
                  <a:pt x="255865" y="8692"/>
                </a:lnTo>
                <a:lnTo>
                  <a:pt x="256540" y="9737"/>
                </a:lnTo>
                <a:lnTo>
                  <a:pt x="257135" y="10808"/>
                </a:lnTo>
                <a:lnTo>
                  <a:pt x="257651" y="11906"/>
                </a:lnTo>
                <a:lnTo>
                  <a:pt x="258088" y="13031"/>
                </a:lnTo>
                <a:lnTo>
                  <a:pt x="258445" y="14182"/>
                </a:lnTo>
                <a:lnTo>
                  <a:pt x="258723" y="15359"/>
                </a:lnTo>
                <a:lnTo>
                  <a:pt x="258921" y="16563"/>
                </a:lnTo>
                <a:lnTo>
                  <a:pt x="259040" y="17793"/>
                </a:lnTo>
                <a:lnTo>
                  <a:pt x="259080" y="19050"/>
                </a:lnTo>
                <a:lnTo>
                  <a:pt x="259080" y="209550"/>
                </a:lnTo>
                <a:lnTo>
                  <a:pt x="259040" y="210807"/>
                </a:lnTo>
                <a:lnTo>
                  <a:pt x="258921" y="212037"/>
                </a:lnTo>
                <a:lnTo>
                  <a:pt x="258723" y="213241"/>
                </a:lnTo>
                <a:lnTo>
                  <a:pt x="258445" y="214418"/>
                </a:lnTo>
                <a:lnTo>
                  <a:pt x="258088" y="215569"/>
                </a:lnTo>
                <a:lnTo>
                  <a:pt x="257651" y="216694"/>
                </a:lnTo>
                <a:lnTo>
                  <a:pt x="257135" y="217792"/>
                </a:lnTo>
                <a:lnTo>
                  <a:pt x="256540" y="218863"/>
                </a:lnTo>
                <a:lnTo>
                  <a:pt x="255865" y="219908"/>
                </a:lnTo>
                <a:lnTo>
                  <a:pt x="255111" y="220927"/>
                </a:lnTo>
                <a:lnTo>
                  <a:pt x="254278" y="221919"/>
                </a:lnTo>
                <a:lnTo>
                  <a:pt x="253365" y="222885"/>
                </a:lnTo>
                <a:lnTo>
                  <a:pt x="252399" y="223798"/>
                </a:lnTo>
                <a:lnTo>
                  <a:pt x="251407" y="224631"/>
                </a:lnTo>
                <a:lnTo>
                  <a:pt x="250388" y="225385"/>
                </a:lnTo>
                <a:lnTo>
                  <a:pt x="249343" y="226060"/>
                </a:lnTo>
                <a:lnTo>
                  <a:pt x="248272" y="226655"/>
                </a:lnTo>
                <a:lnTo>
                  <a:pt x="247174" y="227171"/>
                </a:lnTo>
                <a:lnTo>
                  <a:pt x="246049" y="227608"/>
                </a:lnTo>
                <a:lnTo>
                  <a:pt x="244898" y="227965"/>
                </a:lnTo>
                <a:lnTo>
                  <a:pt x="243721" y="228243"/>
                </a:lnTo>
                <a:lnTo>
                  <a:pt x="242517" y="228441"/>
                </a:lnTo>
                <a:lnTo>
                  <a:pt x="241287" y="228560"/>
                </a:lnTo>
                <a:lnTo>
                  <a:pt x="240030" y="228600"/>
                </a:lnTo>
                <a:lnTo>
                  <a:pt x="19050" y="228600"/>
                </a:lnTo>
                <a:close/>
                <a:moveTo>
                  <a:pt x="19050" y="209550"/>
                </a:moveTo>
                <a:lnTo>
                  <a:pt x="240030" y="209550"/>
                </a:lnTo>
                <a:lnTo>
                  <a:pt x="240030" y="19050"/>
                </a:lnTo>
                <a:lnTo>
                  <a:pt x="19050" y="19050"/>
                </a:lnTo>
                <a:lnTo>
                  <a:pt x="19050" y="209550"/>
                </a:lnTo>
                <a:close/>
                <a:moveTo>
                  <a:pt x="40640" y="177800"/>
                </a:moveTo>
                <a:lnTo>
                  <a:pt x="104140" y="177800"/>
                </a:lnTo>
                <a:lnTo>
                  <a:pt x="104140" y="152400"/>
                </a:lnTo>
                <a:lnTo>
                  <a:pt x="40640" y="152400"/>
                </a:lnTo>
                <a:lnTo>
                  <a:pt x="40640" y="177800"/>
                </a:lnTo>
                <a:close/>
                <a:moveTo>
                  <a:pt x="161925" y="152400"/>
                </a:moveTo>
                <a:lnTo>
                  <a:pt x="224790" y="89535"/>
                </a:lnTo>
                <a:lnTo>
                  <a:pt x="206692" y="71438"/>
                </a:lnTo>
                <a:lnTo>
                  <a:pt x="161925" y="116522"/>
                </a:lnTo>
                <a:lnTo>
                  <a:pt x="143828" y="98425"/>
                </a:lnTo>
                <a:lnTo>
                  <a:pt x="126048" y="116522"/>
                </a:lnTo>
                <a:lnTo>
                  <a:pt x="161925" y="152400"/>
                </a:lnTo>
                <a:close/>
                <a:moveTo>
                  <a:pt x="40640" y="127000"/>
                </a:moveTo>
                <a:lnTo>
                  <a:pt x="104140" y="127000"/>
                </a:lnTo>
                <a:lnTo>
                  <a:pt x="104140" y="101600"/>
                </a:lnTo>
                <a:lnTo>
                  <a:pt x="40640" y="101600"/>
                </a:lnTo>
                <a:lnTo>
                  <a:pt x="40640" y="127000"/>
                </a:lnTo>
                <a:close/>
                <a:moveTo>
                  <a:pt x="40640" y="76200"/>
                </a:moveTo>
                <a:lnTo>
                  <a:pt x="104140" y="76200"/>
                </a:lnTo>
                <a:lnTo>
                  <a:pt x="104140" y="50800"/>
                </a:lnTo>
                <a:lnTo>
                  <a:pt x="40640" y="50800"/>
                </a:lnTo>
                <a:lnTo>
                  <a:pt x="40640" y="76200"/>
                </a:lnTo>
                <a:close/>
                <a:moveTo>
                  <a:pt x="19050" y="209550"/>
                </a:moveTo>
                <a:lnTo>
                  <a:pt x="19050" y="19050"/>
                </a:lnTo>
                <a:lnTo>
                  <a:pt x="19050" y="209550"/>
                </a:lnTo>
                <a:close/>
              </a:path>
            </a:pathLst>
          </a:cu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블록 kdms.cdc"/>
          <p:cNvSpPr/>
          <p:nvPr/>
        </p:nvSpPr>
        <p:spPr>
          <a:xfrm>
            <a:off x="6827520" y="2362200"/>
            <a:ext cx="1417320" cy="1036320"/>
          </a:xfrm>
          <a:prstGeom prst="roundRect">
            <a:avLst>
              <a:gd name="adj" fmla="val 8823"/>
            </a:avLst>
          </a:prstGeom>
          <a:solidFill>
            <a:srgbClr val="0B2545"/>
          </a:solidFill>
          <a:ln w="18288">
            <a:solidFill>
              <a:srgbClr val="0B2545"/>
            </a:solidFill>
          </a:ln>
        </p:spPr>
        <p:txBody>
          <a:bodyPr rtlCol="0" anchor="t" lIns="45720" tIns="4114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kdms.cdc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Debezium Embedded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25" name="아이콘 sync"/>
          <p:cNvSpPr/>
          <p:nvPr/>
        </p:nvSpPr>
        <p:spPr>
          <a:xfrm>
            <a:off x="7434580" y="247396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222" y="203200"/>
                </a:moveTo>
                <a:lnTo>
                  <a:pt x="2222" y="184150"/>
                </a:lnTo>
                <a:lnTo>
                  <a:pt x="43498" y="184150"/>
                </a:lnTo>
                <a:lnTo>
                  <a:pt x="38735" y="180340"/>
                </a:lnTo>
                <a:lnTo>
                  <a:pt x="35426" y="177621"/>
                </a:lnTo>
                <a:lnTo>
                  <a:pt x="32270" y="174863"/>
                </a:lnTo>
                <a:lnTo>
                  <a:pt x="29270" y="172065"/>
                </a:lnTo>
                <a:lnTo>
                  <a:pt x="26423" y="169228"/>
                </a:lnTo>
                <a:lnTo>
                  <a:pt x="23731" y="166350"/>
                </a:lnTo>
                <a:lnTo>
                  <a:pt x="21193" y="163433"/>
                </a:lnTo>
                <a:lnTo>
                  <a:pt x="18810" y="160476"/>
                </a:lnTo>
                <a:lnTo>
                  <a:pt x="16581" y="157480"/>
                </a:lnTo>
                <a:lnTo>
                  <a:pt x="14506" y="154444"/>
                </a:lnTo>
                <a:lnTo>
                  <a:pt x="12585" y="151368"/>
                </a:lnTo>
                <a:lnTo>
                  <a:pt x="10819" y="148253"/>
                </a:lnTo>
                <a:lnTo>
                  <a:pt x="9208" y="145098"/>
                </a:lnTo>
                <a:lnTo>
                  <a:pt x="7737" y="141892"/>
                </a:lnTo>
                <a:lnTo>
                  <a:pt x="6394" y="138624"/>
                </a:lnTo>
                <a:lnTo>
                  <a:pt x="5179" y="135295"/>
                </a:lnTo>
                <a:lnTo>
                  <a:pt x="4092" y="131904"/>
                </a:lnTo>
                <a:lnTo>
                  <a:pt x="3133" y="128451"/>
                </a:lnTo>
                <a:lnTo>
                  <a:pt x="2302" y="124936"/>
                </a:lnTo>
                <a:lnTo>
                  <a:pt x="1599" y="121360"/>
                </a:lnTo>
                <a:lnTo>
                  <a:pt x="1023" y="117722"/>
                </a:lnTo>
                <a:lnTo>
                  <a:pt x="575" y="114022"/>
                </a:lnTo>
                <a:lnTo>
                  <a:pt x="256" y="110261"/>
                </a:lnTo>
                <a:lnTo>
                  <a:pt x="64" y="106437"/>
                </a:lnTo>
                <a:lnTo>
                  <a:pt x="0" y="102552"/>
                </a:lnTo>
                <a:lnTo>
                  <a:pt x="138" y="96991"/>
                </a:lnTo>
                <a:lnTo>
                  <a:pt x="551" y="91524"/>
                </a:lnTo>
                <a:lnTo>
                  <a:pt x="1240" y="86152"/>
                </a:lnTo>
                <a:lnTo>
                  <a:pt x="2205" y="80874"/>
                </a:lnTo>
                <a:lnTo>
                  <a:pt x="3445" y="75692"/>
                </a:lnTo>
                <a:lnTo>
                  <a:pt x="4961" y="70604"/>
                </a:lnTo>
                <a:lnTo>
                  <a:pt x="6752" y="65611"/>
                </a:lnTo>
                <a:lnTo>
                  <a:pt x="8819" y="60713"/>
                </a:lnTo>
                <a:lnTo>
                  <a:pt x="11162" y="55910"/>
                </a:lnTo>
                <a:lnTo>
                  <a:pt x="13780" y="51201"/>
                </a:lnTo>
                <a:lnTo>
                  <a:pt x="16674" y="46588"/>
                </a:lnTo>
                <a:lnTo>
                  <a:pt x="19844" y="42069"/>
                </a:lnTo>
                <a:lnTo>
                  <a:pt x="23238" y="37713"/>
                </a:lnTo>
                <a:lnTo>
                  <a:pt x="26807" y="33589"/>
                </a:lnTo>
                <a:lnTo>
                  <a:pt x="30549" y="29696"/>
                </a:lnTo>
                <a:lnTo>
                  <a:pt x="34466" y="26035"/>
                </a:lnTo>
                <a:lnTo>
                  <a:pt x="38558" y="22605"/>
                </a:lnTo>
                <a:lnTo>
                  <a:pt x="42823" y="19407"/>
                </a:lnTo>
                <a:lnTo>
                  <a:pt x="47262" y="16441"/>
                </a:lnTo>
                <a:lnTo>
                  <a:pt x="51876" y="13705"/>
                </a:lnTo>
                <a:lnTo>
                  <a:pt x="56664" y="11202"/>
                </a:lnTo>
                <a:lnTo>
                  <a:pt x="61626" y="8930"/>
                </a:lnTo>
                <a:lnTo>
                  <a:pt x="66762" y="6889"/>
                </a:lnTo>
                <a:lnTo>
                  <a:pt x="72072" y="5080"/>
                </a:lnTo>
                <a:lnTo>
                  <a:pt x="72072" y="24765"/>
                </a:lnTo>
                <a:lnTo>
                  <a:pt x="68168" y="26384"/>
                </a:lnTo>
                <a:lnTo>
                  <a:pt x="64391" y="28174"/>
                </a:lnTo>
                <a:lnTo>
                  <a:pt x="60742" y="30133"/>
                </a:lnTo>
                <a:lnTo>
                  <a:pt x="57221" y="32262"/>
                </a:lnTo>
                <a:lnTo>
                  <a:pt x="53827" y="34560"/>
                </a:lnTo>
                <a:lnTo>
                  <a:pt x="50562" y="37028"/>
                </a:lnTo>
                <a:lnTo>
                  <a:pt x="47424" y="39667"/>
                </a:lnTo>
                <a:lnTo>
                  <a:pt x="44415" y="42474"/>
                </a:lnTo>
                <a:lnTo>
                  <a:pt x="41533" y="45452"/>
                </a:lnTo>
                <a:lnTo>
                  <a:pt x="38779" y="48600"/>
                </a:lnTo>
                <a:lnTo>
                  <a:pt x="36153" y="51917"/>
                </a:lnTo>
                <a:lnTo>
                  <a:pt x="33655" y="55404"/>
                </a:lnTo>
                <a:lnTo>
                  <a:pt x="31322" y="59005"/>
                </a:lnTo>
                <a:lnTo>
                  <a:pt x="29192" y="62667"/>
                </a:lnTo>
                <a:lnTo>
                  <a:pt x="27265" y="66387"/>
                </a:lnTo>
                <a:lnTo>
                  <a:pt x="25541" y="70168"/>
                </a:lnTo>
                <a:lnTo>
                  <a:pt x="24020" y="74007"/>
                </a:lnTo>
                <a:lnTo>
                  <a:pt x="22701" y="77907"/>
                </a:lnTo>
                <a:lnTo>
                  <a:pt x="21586" y="81865"/>
                </a:lnTo>
                <a:lnTo>
                  <a:pt x="20673" y="85884"/>
                </a:lnTo>
                <a:lnTo>
                  <a:pt x="19963" y="89962"/>
                </a:lnTo>
                <a:lnTo>
                  <a:pt x="19456" y="94099"/>
                </a:lnTo>
                <a:lnTo>
                  <a:pt x="19151" y="98296"/>
                </a:lnTo>
                <a:lnTo>
                  <a:pt x="19050" y="102552"/>
                </a:lnTo>
                <a:lnTo>
                  <a:pt x="19102" y="105850"/>
                </a:lnTo>
                <a:lnTo>
                  <a:pt x="19257" y="109074"/>
                </a:lnTo>
                <a:lnTo>
                  <a:pt x="19516" y="112226"/>
                </a:lnTo>
                <a:lnTo>
                  <a:pt x="19879" y="115305"/>
                </a:lnTo>
                <a:lnTo>
                  <a:pt x="20345" y="118312"/>
                </a:lnTo>
                <a:lnTo>
                  <a:pt x="20915" y="121245"/>
                </a:lnTo>
                <a:lnTo>
                  <a:pt x="21589" y="124106"/>
                </a:lnTo>
                <a:lnTo>
                  <a:pt x="22366" y="126894"/>
                </a:lnTo>
                <a:lnTo>
                  <a:pt x="23247" y="129609"/>
                </a:lnTo>
                <a:lnTo>
                  <a:pt x="24231" y="132252"/>
                </a:lnTo>
                <a:lnTo>
                  <a:pt x="25320" y="134822"/>
                </a:lnTo>
                <a:lnTo>
                  <a:pt x="26511" y="137319"/>
                </a:lnTo>
                <a:lnTo>
                  <a:pt x="27791" y="139752"/>
                </a:lnTo>
                <a:lnTo>
                  <a:pt x="29144" y="142130"/>
                </a:lnTo>
                <a:lnTo>
                  <a:pt x="30569" y="144453"/>
                </a:lnTo>
                <a:lnTo>
                  <a:pt x="32068" y="146720"/>
                </a:lnTo>
                <a:lnTo>
                  <a:pt x="33638" y="148933"/>
                </a:lnTo>
                <a:lnTo>
                  <a:pt x="35282" y="151090"/>
                </a:lnTo>
                <a:lnTo>
                  <a:pt x="36999" y="153193"/>
                </a:lnTo>
                <a:lnTo>
                  <a:pt x="38788" y="155240"/>
                </a:lnTo>
                <a:lnTo>
                  <a:pt x="40650" y="157232"/>
                </a:lnTo>
                <a:lnTo>
                  <a:pt x="42585" y="159169"/>
                </a:lnTo>
                <a:lnTo>
                  <a:pt x="44592" y="161051"/>
                </a:lnTo>
                <a:lnTo>
                  <a:pt x="46672" y="162878"/>
                </a:lnTo>
                <a:lnTo>
                  <a:pt x="56198" y="169545"/>
                </a:lnTo>
                <a:lnTo>
                  <a:pt x="56198" y="130175"/>
                </a:lnTo>
                <a:lnTo>
                  <a:pt x="75248" y="130175"/>
                </a:lnTo>
                <a:lnTo>
                  <a:pt x="75248" y="203200"/>
                </a:lnTo>
                <a:lnTo>
                  <a:pt x="2222" y="203200"/>
                </a:lnTo>
                <a:close/>
                <a:moveTo>
                  <a:pt x="131445" y="198438"/>
                </a:moveTo>
                <a:lnTo>
                  <a:pt x="131445" y="178435"/>
                </a:lnTo>
                <a:lnTo>
                  <a:pt x="135398" y="176816"/>
                </a:lnTo>
                <a:lnTo>
                  <a:pt x="139215" y="175026"/>
                </a:lnTo>
                <a:lnTo>
                  <a:pt x="142895" y="173067"/>
                </a:lnTo>
                <a:lnTo>
                  <a:pt x="146438" y="170938"/>
                </a:lnTo>
                <a:lnTo>
                  <a:pt x="149845" y="168640"/>
                </a:lnTo>
                <a:lnTo>
                  <a:pt x="153114" y="166172"/>
                </a:lnTo>
                <a:lnTo>
                  <a:pt x="156247" y="163533"/>
                </a:lnTo>
                <a:lnTo>
                  <a:pt x="159244" y="160726"/>
                </a:lnTo>
                <a:lnTo>
                  <a:pt x="162104" y="157748"/>
                </a:lnTo>
                <a:lnTo>
                  <a:pt x="164827" y="154600"/>
                </a:lnTo>
                <a:lnTo>
                  <a:pt x="167413" y="151283"/>
                </a:lnTo>
                <a:lnTo>
                  <a:pt x="169862" y="147796"/>
                </a:lnTo>
                <a:lnTo>
                  <a:pt x="172145" y="144195"/>
                </a:lnTo>
                <a:lnTo>
                  <a:pt x="174228" y="140533"/>
                </a:lnTo>
                <a:lnTo>
                  <a:pt x="176113" y="136813"/>
                </a:lnTo>
                <a:lnTo>
                  <a:pt x="177800" y="133032"/>
                </a:lnTo>
                <a:lnTo>
                  <a:pt x="179288" y="129193"/>
                </a:lnTo>
                <a:lnTo>
                  <a:pt x="180578" y="125293"/>
                </a:lnTo>
                <a:lnTo>
                  <a:pt x="181670" y="121335"/>
                </a:lnTo>
                <a:lnTo>
                  <a:pt x="182562" y="117316"/>
                </a:lnTo>
                <a:lnTo>
                  <a:pt x="183257" y="113238"/>
                </a:lnTo>
                <a:lnTo>
                  <a:pt x="183753" y="109101"/>
                </a:lnTo>
                <a:lnTo>
                  <a:pt x="184051" y="104904"/>
                </a:lnTo>
                <a:lnTo>
                  <a:pt x="184150" y="100648"/>
                </a:lnTo>
                <a:lnTo>
                  <a:pt x="184098" y="98104"/>
                </a:lnTo>
                <a:lnTo>
                  <a:pt x="183943" y="95554"/>
                </a:lnTo>
                <a:lnTo>
                  <a:pt x="183684" y="92998"/>
                </a:lnTo>
                <a:lnTo>
                  <a:pt x="183321" y="90435"/>
                </a:lnTo>
                <a:lnTo>
                  <a:pt x="182855" y="87865"/>
                </a:lnTo>
                <a:lnTo>
                  <a:pt x="182285" y="85288"/>
                </a:lnTo>
                <a:lnTo>
                  <a:pt x="181611" y="82705"/>
                </a:lnTo>
                <a:lnTo>
                  <a:pt x="180834" y="80116"/>
                </a:lnTo>
                <a:lnTo>
                  <a:pt x="179953" y="77520"/>
                </a:lnTo>
                <a:lnTo>
                  <a:pt x="178969" y="74917"/>
                </a:lnTo>
                <a:lnTo>
                  <a:pt x="177880" y="72307"/>
                </a:lnTo>
                <a:lnTo>
                  <a:pt x="176689" y="69691"/>
                </a:lnTo>
                <a:lnTo>
                  <a:pt x="175413" y="67097"/>
                </a:lnTo>
                <a:lnTo>
                  <a:pt x="174074" y="64554"/>
                </a:lnTo>
                <a:lnTo>
                  <a:pt x="172670" y="62061"/>
                </a:lnTo>
                <a:lnTo>
                  <a:pt x="171203" y="59619"/>
                </a:lnTo>
                <a:lnTo>
                  <a:pt x="169672" y="57228"/>
                </a:lnTo>
                <a:lnTo>
                  <a:pt x="168077" y="54888"/>
                </a:lnTo>
                <a:lnTo>
                  <a:pt x="166417" y="52598"/>
                </a:lnTo>
                <a:lnTo>
                  <a:pt x="164694" y="50359"/>
                </a:lnTo>
                <a:lnTo>
                  <a:pt x="162907" y="48171"/>
                </a:lnTo>
                <a:lnTo>
                  <a:pt x="161056" y="46033"/>
                </a:lnTo>
                <a:lnTo>
                  <a:pt x="159141" y="43946"/>
                </a:lnTo>
                <a:lnTo>
                  <a:pt x="157162" y="41910"/>
                </a:lnTo>
                <a:lnTo>
                  <a:pt x="147955" y="33655"/>
                </a:lnTo>
                <a:lnTo>
                  <a:pt x="147955" y="73025"/>
                </a:lnTo>
                <a:lnTo>
                  <a:pt x="128905" y="73025"/>
                </a:lnTo>
                <a:lnTo>
                  <a:pt x="128905" y="0"/>
                </a:lnTo>
                <a:lnTo>
                  <a:pt x="201930" y="0"/>
                </a:lnTo>
                <a:lnTo>
                  <a:pt x="201930" y="19050"/>
                </a:lnTo>
                <a:lnTo>
                  <a:pt x="160338" y="19050"/>
                </a:lnTo>
                <a:lnTo>
                  <a:pt x="165100" y="23495"/>
                </a:lnTo>
                <a:lnTo>
                  <a:pt x="168209" y="26476"/>
                </a:lnTo>
                <a:lnTo>
                  <a:pt x="171185" y="29492"/>
                </a:lnTo>
                <a:lnTo>
                  <a:pt x="174030" y="32544"/>
                </a:lnTo>
                <a:lnTo>
                  <a:pt x="176742" y="35631"/>
                </a:lnTo>
                <a:lnTo>
                  <a:pt x="179321" y="38753"/>
                </a:lnTo>
                <a:lnTo>
                  <a:pt x="181769" y="41910"/>
                </a:lnTo>
                <a:lnTo>
                  <a:pt x="184084" y="45103"/>
                </a:lnTo>
                <a:lnTo>
                  <a:pt x="186267" y="48331"/>
                </a:lnTo>
                <a:lnTo>
                  <a:pt x="188317" y="51594"/>
                </a:lnTo>
                <a:lnTo>
                  <a:pt x="190235" y="54892"/>
                </a:lnTo>
                <a:lnTo>
                  <a:pt x="192021" y="58226"/>
                </a:lnTo>
                <a:lnTo>
                  <a:pt x="193675" y="61595"/>
                </a:lnTo>
                <a:lnTo>
                  <a:pt x="195196" y="64971"/>
                </a:lnTo>
                <a:lnTo>
                  <a:pt x="196585" y="68324"/>
                </a:lnTo>
                <a:lnTo>
                  <a:pt x="197842" y="71656"/>
                </a:lnTo>
                <a:lnTo>
                  <a:pt x="198967" y="74965"/>
                </a:lnTo>
                <a:lnTo>
                  <a:pt x="199959" y="78253"/>
                </a:lnTo>
                <a:lnTo>
                  <a:pt x="200819" y="81518"/>
                </a:lnTo>
                <a:lnTo>
                  <a:pt x="201546" y="84761"/>
                </a:lnTo>
                <a:lnTo>
                  <a:pt x="202142" y="87983"/>
                </a:lnTo>
                <a:lnTo>
                  <a:pt x="202605" y="91182"/>
                </a:lnTo>
                <a:lnTo>
                  <a:pt x="202935" y="94359"/>
                </a:lnTo>
                <a:lnTo>
                  <a:pt x="203134" y="97514"/>
                </a:lnTo>
                <a:lnTo>
                  <a:pt x="203200" y="100648"/>
                </a:lnTo>
                <a:lnTo>
                  <a:pt x="203063" y="106210"/>
                </a:lnTo>
                <a:lnTo>
                  <a:pt x="202653" y="111681"/>
                </a:lnTo>
                <a:lnTo>
                  <a:pt x="201970" y="117058"/>
                </a:lnTo>
                <a:lnTo>
                  <a:pt x="201013" y="122343"/>
                </a:lnTo>
                <a:lnTo>
                  <a:pt x="199782" y="127536"/>
                </a:lnTo>
                <a:lnTo>
                  <a:pt x="198279" y="132636"/>
                </a:lnTo>
                <a:lnTo>
                  <a:pt x="196502" y="137643"/>
                </a:lnTo>
                <a:lnTo>
                  <a:pt x="194451" y="142558"/>
                </a:lnTo>
                <a:lnTo>
                  <a:pt x="192127" y="147380"/>
                </a:lnTo>
                <a:lnTo>
                  <a:pt x="189530" y="152109"/>
                </a:lnTo>
                <a:lnTo>
                  <a:pt x="186659" y="156746"/>
                </a:lnTo>
                <a:lnTo>
                  <a:pt x="183515" y="161290"/>
                </a:lnTo>
                <a:lnTo>
                  <a:pt x="180146" y="165671"/>
                </a:lnTo>
                <a:lnTo>
                  <a:pt x="176601" y="169818"/>
                </a:lnTo>
                <a:lnTo>
                  <a:pt x="172879" y="173732"/>
                </a:lnTo>
                <a:lnTo>
                  <a:pt x="168981" y="177412"/>
                </a:lnTo>
                <a:lnTo>
                  <a:pt x="164906" y="180858"/>
                </a:lnTo>
                <a:lnTo>
                  <a:pt x="160655" y="184071"/>
                </a:lnTo>
                <a:lnTo>
                  <a:pt x="156228" y="187049"/>
                </a:lnTo>
                <a:lnTo>
                  <a:pt x="151624" y="189794"/>
                </a:lnTo>
                <a:lnTo>
                  <a:pt x="146844" y="192306"/>
                </a:lnTo>
                <a:lnTo>
                  <a:pt x="141887" y="194583"/>
                </a:lnTo>
                <a:lnTo>
                  <a:pt x="136754" y="196627"/>
                </a:lnTo>
                <a:lnTo>
                  <a:pt x="131445" y="1984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블록 kdms.apply"/>
          <p:cNvSpPr/>
          <p:nvPr/>
        </p:nvSpPr>
        <p:spPr>
          <a:xfrm>
            <a:off x="8702040" y="2362200"/>
            <a:ext cx="1417320" cy="1036320"/>
          </a:xfrm>
          <a:prstGeom prst="roundRect">
            <a:avLst>
              <a:gd name="adj" fmla="val 8823"/>
            </a:avLst>
          </a:prstGeom>
          <a:solidFill>
            <a:srgbClr val="0B2545"/>
          </a:solidFill>
          <a:ln w="18288">
            <a:solidFill>
              <a:srgbClr val="0B2545"/>
            </a:solidFill>
          </a:ln>
        </p:spPr>
        <p:txBody>
          <a:bodyPr rtlCol="0" anchor="t" lIns="45720" tIns="4114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kdms.apply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LSN 순서 멱등 반영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27" name="아이콘 published_with_changes"/>
          <p:cNvSpPr/>
          <p:nvPr/>
        </p:nvSpPr>
        <p:spPr>
          <a:xfrm>
            <a:off x="9286875" y="2449195"/>
            <a:ext cx="247650" cy="252730"/>
          </a:xfrm>
          <a:custGeom>
            <a:avLst/>
            <a:gdLst/>
            <a:ahLst/>
            <a:cxnLst/>
            <a:rect l="l" t="t" r="r" b="b"/>
            <a:pathLst>
              <a:path w="247650" h="252730">
                <a:moveTo>
                  <a:pt x="107950" y="252730"/>
                </a:moveTo>
                <a:lnTo>
                  <a:pt x="104161" y="252199"/>
                </a:lnTo>
                <a:lnTo>
                  <a:pt x="100414" y="251557"/>
                </a:lnTo>
                <a:lnTo>
                  <a:pt x="96709" y="250805"/>
                </a:lnTo>
                <a:lnTo>
                  <a:pt x="93045" y="249943"/>
                </a:lnTo>
                <a:lnTo>
                  <a:pt x="89424" y="248971"/>
                </a:lnTo>
                <a:lnTo>
                  <a:pt x="85844" y="247888"/>
                </a:lnTo>
                <a:lnTo>
                  <a:pt x="82306" y="246695"/>
                </a:lnTo>
                <a:lnTo>
                  <a:pt x="78811" y="245392"/>
                </a:lnTo>
                <a:lnTo>
                  <a:pt x="75357" y="243979"/>
                </a:lnTo>
                <a:lnTo>
                  <a:pt x="71945" y="242455"/>
                </a:lnTo>
                <a:lnTo>
                  <a:pt x="68574" y="240822"/>
                </a:lnTo>
                <a:lnTo>
                  <a:pt x="65246" y="239077"/>
                </a:lnTo>
                <a:lnTo>
                  <a:pt x="61976" y="237238"/>
                </a:lnTo>
                <a:lnTo>
                  <a:pt x="58782" y="235316"/>
                </a:lnTo>
                <a:lnTo>
                  <a:pt x="55662" y="233313"/>
                </a:lnTo>
                <a:lnTo>
                  <a:pt x="52617" y="231228"/>
                </a:lnTo>
                <a:lnTo>
                  <a:pt x="49647" y="229062"/>
                </a:lnTo>
                <a:lnTo>
                  <a:pt x="46752" y="226814"/>
                </a:lnTo>
                <a:lnTo>
                  <a:pt x="43932" y="224485"/>
                </a:lnTo>
                <a:lnTo>
                  <a:pt x="41187" y="222074"/>
                </a:lnTo>
                <a:lnTo>
                  <a:pt x="38517" y="219581"/>
                </a:lnTo>
                <a:lnTo>
                  <a:pt x="35922" y="217007"/>
                </a:lnTo>
                <a:lnTo>
                  <a:pt x="33401" y="214351"/>
                </a:lnTo>
                <a:lnTo>
                  <a:pt x="30956" y="211614"/>
                </a:lnTo>
                <a:lnTo>
                  <a:pt x="28592" y="208800"/>
                </a:lnTo>
                <a:lnTo>
                  <a:pt x="26313" y="205916"/>
                </a:lnTo>
                <a:lnTo>
                  <a:pt x="24120" y="202962"/>
                </a:lnTo>
                <a:lnTo>
                  <a:pt x="22013" y="199937"/>
                </a:lnTo>
                <a:lnTo>
                  <a:pt x="19993" y="196841"/>
                </a:lnTo>
                <a:lnTo>
                  <a:pt x="18058" y="193675"/>
                </a:lnTo>
                <a:lnTo>
                  <a:pt x="16209" y="190438"/>
                </a:lnTo>
                <a:lnTo>
                  <a:pt x="14446" y="187131"/>
                </a:lnTo>
                <a:lnTo>
                  <a:pt x="12769" y="183753"/>
                </a:lnTo>
                <a:lnTo>
                  <a:pt x="11179" y="180305"/>
                </a:lnTo>
                <a:lnTo>
                  <a:pt x="9674" y="176786"/>
                </a:lnTo>
                <a:lnTo>
                  <a:pt x="8255" y="173196"/>
                </a:lnTo>
                <a:lnTo>
                  <a:pt x="6936" y="169548"/>
                </a:lnTo>
                <a:lnTo>
                  <a:pt x="5733" y="165854"/>
                </a:lnTo>
                <a:lnTo>
                  <a:pt x="4643" y="162114"/>
                </a:lnTo>
                <a:lnTo>
                  <a:pt x="3669" y="158327"/>
                </a:lnTo>
                <a:lnTo>
                  <a:pt x="2809" y="154494"/>
                </a:lnTo>
                <a:lnTo>
                  <a:pt x="2064" y="150614"/>
                </a:lnTo>
                <a:lnTo>
                  <a:pt x="1433" y="146688"/>
                </a:lnTo>
                <a:lnTo>
                  <a:pt x="917" y="142716"/>
                </a:lnTo>
                <a:lnTo>
                  <a:pt x="516" y="138698"/>
                </a:lnTo>
                <a:lnTo>
                  <a:pt x="229" y="134633"/>
                </a:lnTo>
                <a:lnTo>
                  <a:pt x="57" y="130522"/>
                </a:lnTo>
                <a:lnTo>
                  <a:pt x="0" y="126365"/>
                </a:lnTo>
                <a:lnTo>
                  <a:pt x="92" y="121726"/>
                </a:lnTo>
                <a:lnTo>
                  <a:pt x="366" y="117122"/>
                </a:lnTo>
                <a:lnTo>
                  <a:pt x="824" y="112554"/>
                </a:lnTo>
                <a:lnTo>
                  <a:pt x="1464" y="108021"/>
                </a:lnTo>
                <a:lnTo>
                  <a:pt x="2288" y="103523"/>
                </a:lnTo>
                <a:lnTo>
                  <a:pt x="3294" y="99060"/>
                </a:lnTo>
                <a:lnTo>
                  <a:pt x="4484" y="94633"/>
                </a:lnTo>
                <a:lnTo>
                  <a:pt x="5856" y="90241"/>
                </a:lnTo>
                <a:lnTo>
                  <a:pt x="7412" y="85884"/>
                </a:lnTo>
                <a:lnTo>
                  <a:pt x="9150" y="81562"/>
                </a:lnTo>
                <a:lnTo>
                  <a:pt x="11072" y="77276"/>
                </a:lnTo>
                <a:lnTo>
                  <a:pt x="13176" y="73025"/>
                </a:lnTo>
                <a:lnTo>
                  <a:pt x="15435" y="68831"/>
                </a:lnTo>
                <a:lnTo>
                  <a:pt x="17820" y="64717"/>
                </a:lnTo>
                <a:lnTo>
                  <a:pt x="20330" y="60682"/>
                </a:lnTo>
                <a:lnTo>
                  <a:pt x="22966" y="56727"/>
                </a:lnTo>
                <a:lnTo>
                  <a:pt x="25727" y="52851"/>
                </a:lnTo>
                <a:lnTo>
                  <a:pt x="28615" y="49054"/>
                </a:lnTo>
                <a:lnTo>
                  <a:pt x="31628" y="45336"/>
                </a:lnTo>
                <a:lnTo>
                  <a:pt x="34766" y="41698"/>
                </a:lnTo>
                <a:lnTo>
                  <a:pt x="38031" y="38140"/>
                </a:lnTo>
                <a:lnTo>
                  <a:pt x="41421" y="34660"/>
                </a:lnTo>
                <a:lnTo>
                  <a:pt x="44936" y="31261"/>
                </a:lnTo>
                <a:lnTo>
                  <a:pt x="48577" y="27940"/>
                </a:lnTo>
                <a:lnTo>
                  <a:pt x="9843" y="27940"/>
                </a:lnTo>
                <a:lnTo>
                  <a:pt x="9843" y="8890"/>
                </a:lnTo>
                <a:lnTo>
                  <a:pt x="82550" y="8890"/>
                </a:lnTo>
                <a:lnTo>
                  <a:pt x="82550" y="81597"/>
                </a:lnTo>
                <a:lnTo>
                  <a:pt x="63500" y="81597"/>
                </a:lnTo>
                <a:lnTo>
                  <a:pt x="63500" y="40640"/>
                </a:lnTo>
                <a:lnTo>
                  <a:pt x="60171" y="43382"/>
                </a:lnTo>
                <a:lnTo>
                  <a:pt x="56956" y="46209"/>
                </a:lnTo>
                <a:lnTo>
                  <a:pt x="53856" y="49123"/>
                </a:lnTo>
                <a:lnTo>
                  <a:pt x="50871" y="52123"/>
                </a:lnTo>
                <a:lnTo>
                  <a:pt x="48000" y="55209"/>
                </a:lnTo>
                <a:lnTo>
                  <a:pt x="45244" y="58380"/>
                </a:lnTo>
                <a:lnTo>
                  <a:pt x="42602" y="61638"/>
                </a:lnTo>
                <a:lnTo>
                  <a:pt x="40076" y="64982"/>
                </a:lnTo>
                <a:lnTo>
                  <a:pt x="37663" y="68411"/>
                </a:lnTo>
                <a:lnTo>
                  <a:pt x="35366" y="71927"/>
                </a:lnTo>
                <a:lnTo>
                  <a:pt x="33183" y="75529"/>
                </a:lnTo>
                <a:lnTo>
                  <a:pt x="31115" y="79216"/>
                </a:lnTo>
                <a:lnTo>
                  <a:pt x="29188" y="82963"/>
                </a:lnTo>
                <a:lnTo>
                  <a:pt x="27428" y="86744"/>
                </a:lnTo>
                <a:lnTo>
                  <a:pt x="25837" y="90557"/>
                </a:lnTo>
                <a:lnTo>
                  <a:pt x="24412" y="94403"/>
                </a:lnTo>
                <a:lnTo>
                  <a:pt x="23155" y="98283"/>
                </a:lnTo>
                <a:lnTo>
                  <a:pt x="22066" y="102195"/>
                </a:lnTo>
                <a:lnTo>
                  <a:pt x="21145" y="106141"/>
                </a:lnTo>
                <a:lnTo>
                  <a:pt x="20391" y="110120"/>
                </a:lnTo>
                <a:lnTo>
                  <a:pt x="19804" y="114131"/>
                </a:lnTo>
                <a:lnTo>
                  <a:pt x="19385" y="118176"/>
                </a:lnTo>
                <a:lnTo>
                  <a:pt x="19134" y="122254"/>
                </a:lnTo>
                <a:lnTo>
                  <a:pt x="19050" y="126365"/>
                </a:lnTo>
                <a:lnTo>
                  <a:pt x="19226" y="133265"/>
                </a:lnTo>
                <a:lnTo>
                  <a:pt x="19756" y="139995"/>
                </a:lnTo>
                <a:lnTo>
                  <a:pt x="20637" y="146556"/>
                </a:lnTo>
                <a:lnTo>
                  <a:pt x="21872" y="152947"/>
                </a:lnTo>
                <a:lnTo>
                  <a:pt x="23460" y="159168"/>
                </a:lnTo>
                <a:lnTo>
                  <a:pt x="25400" y="165219"/>
                </a:lnTo>
                <a:lnTo>
                  <a:pt x="27693" y="171101"/>
                </a:lnTo>
                <a:lnTo>
                  <a:pt x="30339" y="176812"/>
                </a:lnTo>
                <a:lnTo>
                  <a:pt x="33337" y="182354"/>
                </a:lnTo>
                <a:lnTo>
                  <a:pt x="36689" y="187726"/>
                </a:lnTo>
                <a:lnTo>
                  <a:pt x="40393" y="192929"/>
                </a:lnTo>
                <a:lnTo>
                  <a:pt x="44450" y="197961"/>
                </a:lnTo>
                <a:lnTo>
                  <a:pt x="48772" y="202742"/>
                </a:lnTo>
                <a:lnTo>
                  <a:pt x="53269" y="207191"/>
                </a:lnTo>
                <a:lnTo>
                  <a:pt x="57944" y="211306"/>
                </a:lnTo>
                <a:lnTo>
                  <a:pt x="62794" y="215089"/>
                </a:lnTo>
                <a:lnTo>
                  <a:pt x="67822" y="218538"/>
                </a:lnTo>
                <a:lnTo>
                  <a:pt x="73025" y="221655"/>
                </a:lnTo>
                <a:lnTo>
                  <a:pt x="78405" y="224438"/>
                </a:lnTo>
                <a:lnTo>
                  <a:pt x="83961" y="226889"/>
                </a:lnTo>
                <a:lnTo>
                  <a:pt x="89694" y="229007"/>
                </a:lnTo>
                <a:lnTo>
                  <a:pt x="95603" y="230792"/>
                </a:lnTo>
                <a:lnTo>
                  <a:pt x="101688" y="232244"/>
                </a:lnTo>
                <a:lnTo>
                  <a:pt x="107950" y="233363"/>
                </a:lnTo>
                <a:lnTo>
                  <a:pt x="107950" y="252730"/>
                </a:lnTo>
                <a:close/>
                <a:moveTo>
                  <a:pt x="105727" y="180340"/>
                </a:moveTo>
                <a:lnTo>
                  <a:pt x="56515" y="131127"/>
                </a:lnTo>
                <a:lnTo>
                  <a:pt x="69850" y="117793"/>
                </a:lnTo>
                <a:lnTo>
                  <a:pt x="105727" y="153670"/>
                </a:lnTo>
                <a:lnTo>
                  <a:pt x="177800" y="81597"/>
                </a:lnTo>
                <a:lnTo>
                  <a:pt x="191135" y="94933"/>
                </a:lnTo>
                <a:lnTo>
                  <a:pt x="105727" y="180340"/>
                </a:lnTo>
                <a:close/>
                <a:moveTo>
                  <a:pt x="165100" y="243840"/>
                </a:moveTo>
                <a:lnTo>
                  <a:pt x="165100" y="171133"/>
                </a:lnTo>
                <a:lnTo>
                  <a:pt x="184150" y="171133"/>
                </a:lnTo>
                <a:lnTo>
                  <a:pt x="184150" y="212090"/>
                </a:lnTo>
                <a:lnTo>
                  <a:pt x="187479" y="209299"/>
                </a:lnTo>
                <a:lnTo>
                  <a:pt x="190694" y="206428"/>
                </a:lnTo>
                <a:lnTo>
                  <a:pt x="193794" y="203478"/>
                </a:lnTo>
                <a:lnTo>
                  <a:pt x="196779" y="200448"/>
                </a:lnTo>
                <a:lnTo>
                  <a:pt x="199650" y="197339"/>
                </a:lnTo>
                <a:lnTo>
                  <a:pt x="202406" y="194151"/>
                </a:lnTo>
                <a:lnTo>
                  <a:pt x="205048" y="190884"/>
                </a:lnTo>
                <a:lnTo>
                  <a:pt x="207574" y="187537"/>
                </a:lnTo>
                <a:lnTo>
                  <a:pt x="209987" y="184110"/>
                </a:lnTo>
                <a:lnTo>
                  <a:pt x="212284" y="180605"/>
                </a:lnTo>
                <a:lnTo>
                  <a:pt x="214467" y="177019"/>
                </a:lnTo>
                <a:lnTo>
                  <a:pt x="216535" y="173355"/>
                </a:lnTo>
                <a:lnTo>
                  <a:pt x="218462" y="169633"/>
                </a:lnTo>
                <a:lnTo>
                  <a:pt x="220222" y="165876"/>
                </a:lnTo>
                <a:lnTo>
                  <a:pt x="221813" y="162084"/>
                </a:lnTo>
                <a:lnTo>
                  <a:pt x="223238" y="158256"/>
                </a:lnTo>
                <a:lnTo>
                  <a:pt x="224495" y="154393"/>
                </a:lnTo>
                <a:lnTo>
                  <a:pt x="225584" y="150495"/>
                </a:lnTo>
                <a:lnTo>
                  <a:pt x="226505" y="146562"/>
                </a:lnTo>
                <a:lnTo>
                  <a:pt x="227259" y="142593"/>
                </a:lnTo>
                <a:lnTo>
                  <a:pt x="227846" y="138589"/>
                </a:lnTo>
                <a:lnTo>
                  <a:pt x="228265" y="134549"/>
                </a:lnTo>
                <a:lnTo>
                  <a:pt x="228516" y="130475"/>
                </a:lnTo>
                <a:lnTo>
                  <a:pt x="228600" y="126365"/>
                </a:lnTo>
                <a:lnTo>
                  <a:pt x="228424" y="119465"/>
                </a:lnTo>
                <a:lnTo>
                  <a:pt x="227894" y="112735"/>
                </a:lnTo>
                <a:lnTo>
                  <a:pt x="227013" y="106174"/>
                </a:lnTo>
                <a:lnTo>
                  <a:pt x="225778" y="99783"/>
                </a:lnTo>
                <a:lnTo>
                  <a:pt x="224190" y="93562"/>
                </a:lnTo>
                <a:lnTo>
                  <a:pt x="222250" y="87511"/>
                </a:lnTo>
                <a:lnTo>
                  <a:pt x="219957" y="81629"/>
                </a:lnTo>
                <a:lnTo>
                  <a:pt x="217311" y="75918"/>
                </a:lnTo>
                <a:lnTo>
                  <a:pt x="214313" y="70376"/>
                </a:lnTo>
                <a:lnTo>
                  <a:pt x="210961" y="65004"/>
                </a:lnTo>
                <a:lnTo>
                  <a:pt x="207257" y="59801"/>
                </a:lnTo>
                <a:lnTo>
                  <a:pt x="203200" y="54769"/>
                </a:lnTo>
                <a:lnTo>
                  <a:pt x="198878" y="49988"/>
                </a:lnTo>
                <a:lnTo>
                  <a:pt x="194381" y="45539"/>
                </a:lnTo>
                <a:lnTo>
                  <a:pt x="189706" y="41424"/>
                </a:lnTo>
                <a:lnTo>
                  <a:pt x="184856" y="37641"/>
                </a:lnTo>
                <a:lnTo>
                  <a:pt x="179828" y="34192"/>
                </a:lnTo>
                <a:lnTo>
                  <a:pt x="174625" y="31075"/>
                </a:lnTo>
                <a:lnTo>
                  <a:pt x="169245" y="28292"/>
                </a:lnTo>
                <a:lnTo>
                  <a:pt x="163689" y="25841"/>
                </a:lnTo>
                <a:lnTo>
                  <a:pt x="157956" y="23723"/>
                </a:lnTo>
                <a:lnTo>
                  <a:pt x="152047" y="21938"/>
                </a:lnTo>
                <a:lnTo>
                  <a:pt x="145962" y="20486"/>
                </a:lnTo>
                <a:lnTo>
                  <a:pt x="139700" y="19367"/>
                </a:lnTo>
                <a:lnTo>
                  <a:pt x="139700" y="0"/>
                </a:lnTo>
                <a:lnTo>
                  <a:pt x="147318" y="1158"/>
                </a:lnTo>
                <a:lnTo>
                  <a:pt x="154720" y="2725"/>
                </a:lnTo>
                <a:lnTo>
                  <a:pt x="161905" y="4703"/>
                </a:lnTo>
                <a:lnTo>
                  <a:pt x="168875" y="7091"/>
                </a:lnTo>
                <a:lnTo>
                  <a:pt x="175628" y="9889"/>
                </a:lnTo>
                <a:lnTo>
                  <a:pt x="182166" y="13097"/>
                </a:lnTo>
                <a:lnTo>
                  <a:pt x="188487" y="16715"/>
                </a:lnTo>
                <a:lnTo>
                  <a:pt x="194592" y="20743"/>
                </a:lnTo>
                <a:lnTo>
                  <a:pt x="200481" y="25182"/>
                </a:lnTo>
                <a:lnTo>
                  <a:pt x="206155" y="30030"/>
                </a:lnTo>
                <a:lnTo>
                  <a:pt x="211612" y="35289"/>
                </a:lnTo>
                <a:lnTo>
                  <a:pt x="216853" y="40957"/>
                </a:lnTo>
                <a:lnTo>
                  <a:pt x="221772" y="46935"/>
                </a:lnTo>
                <a:lnTo>
                  <a:pt x="226263" y="53120"/>
                </a:lnTo>
                <a:lnTo>
                  <a:pt x="230326" y="59511"/>
                </a:lnTo>
                <a:lnTo>
                  <a:pt x="233962" y="66111"/>
                </a:lnTo>
                <a:lnTo>
                  <a:pt x="237170" y="72917"/>
                </a:lnTo>
                <a:lnTo>
                  <a:pt x="239951" y="79931"/>
                </a:lnTo>
                <a:lnTo>
                  <a:pt x="242303" y="87152"/>
                </a:lnTo>
                <a:lnTo>
                  <a:pt x="244228" y="94580"/>
                </a:lnTo>
                <a:lnTo>
                  <a:pt x="245725" y="102215"/>
                </a:lnTo>
                <a:lnTo>
                  <a:pt x="246795" y="110058"/>
                </a:lnTo>
                <a:lnTo>
                  <a:pt x="247436" y="118108"/>
                </a:lnTo>
                <a:lnTo>
                  <a:pt x="247650" y="126365"/>
                </a:lnTo>
                <a:lnTo>
                  <a:pt x="247558" y="131004"/>
                </a:lnTo>
                <a:lnTo>
                  <a:pt x="247284" y="135608"/>
                </a:lnTo>
                <a:lnTo>
                  <a:pt x="246826" y="140176"/>
                </a:lnTo>
                <a:lnTo>
                  <a:pt x="246186" y="144709"/>
                </a:lnTo>
                <a:lnTo>
                  <a:pt x="245362" y="149207"/>
                </a:lnTo>
                <a:lnTo>
                  <a:pt x="244356" y="153670"/>
                </a:lnTo>
                <a:lnTo>
                  <a:pt x="243166" y="158097"/>
                </a:lnTo>
                <a:lnTo>
                  <a:pt x="241794" y="162489"/>
                </a:lnTo>
                <a:lnTo>
                  <a:pt x="240238" y="166846"/>
                </a:lnTo>
                <a:lnTo>
                  <a:pt x="238500" y="171168"/>
                </a:lnTo>
                <a:lnTo>
                  <a:pt x="236578" y="175454"/>
                </a:lnTo>
                <a:lnTo>
                  <a:pt x="234474" y="179705"/>
                </a:lnTo>
                <a:lnTo>
                  <a:pt x="232215" y="183899"/>
                </a:lnTo>
                <a:lnTo>
                  <a:pt x="229830" y="188013"/>
                </a:lnTo>
                <a:lnTo>
                  <a:pt x="227320" y="192048"/>
                </a:lnTo>
                <a:lnTo>
                  <a:pt x="224684" y="196003"/>
                </a:lnTo>
                <a:lnTo>
                  <a:pt x="221923" y="199879"/>
                </a:lnTo>
                <a:lnTo>
                  <a:pt x="219035" y="203676"/>
                </a:lnTo>
                <a:lnTo>
                  <a:pt x="216022" y="207394"/>
                </a:lnTo>
                <a:lnTo>
                  <a:pt x="212884" y="211032"/>
                </a:lnTo>
                <a:lnTo>
                  <a:pt x="209619" y="214590"/>
                </a:lnTo>
                <a:lnTo>
                  <a:pt x="206229" y="218070"/>
                </a:lnTo>
                <a:lnTo>
                  <a:pt x="202714" y="221469"/>
                </a:lnTo>
                <a:lnTo>
                  <a:pt x="199073" y="224790"/>
                </a:lnTo>
                <a:lnTo>
                  <a:pt x="237807" y="224790"/>
                </a:lnTo>
                <a:lnTo>
                  <a:pt x="237807" y="243840"/>
                </a:lnTo>
                <a:lnTo>
                  <a:pt x="165100" y="2438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블록 kdms.cutover"/>
          <p:cNvSpPr/>
          <p:nvPr/>
        </p:nvSpPr>
        <p:spPr>
          <a:xfrm>
            <a:off x="10241280" y="2362200"/>
            <a:ext cx="1417320" cy="10363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3716">
            <a:solidFill>
              <a:srgbClr val="8EC3EC"/>
            </a:solidFill>
          </a:ln>
        </p:spPr>
        <p:txBody>
          <a:bodyPr rtlCol="0" anchor="t" lIns="45720" tIns="4114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kdms.cutover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전환 상태 기계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29" name="아이콘 swap_horiz"/>
          <p:cNvSpPr/>
          <p:nvPr/>
        </p:nvSpPr>
        <p:spPr>
          <a:xfrm>
            <a:off x="10822940" y="247396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61278" y="203200"/>
                </a:moveTo>
                <a:lnTo>
                  <a:pt x="0" y="141922"/>
                </a:lnTo>
                <a:lnTo>
                  <a:pt x="61278" y="80645"/>
                </a:lnTo>
                <a:lnTo>
                  <a:pt x="74612" y="93980"/>
                </a:lnTo>
                <a:lnTo>
                  <a:pt x="36195" y="132398"/>
                </a:lnTo>
                <a:lnTo>
                  <a:pt x="136525" y="132398"/>
                </a:lnTo>
                <a:lnTo>
                  <a:pt x="136525" y="151448"/>
                </a:lnTo>
                <a:lnTo>
                  <a:pt x="36195" y="151448"/>
                </a:lnTo>
                <a:lnTo>
                  <a:pt x="74612" y="189865"/>
                </a:lnTo>
                <a:lnTo>
                  <a:pt x="61278" y="203200"/>
                </a:lnTo>
                <a:close/>
                <a:moveTo>
                  <a:pt x="192722" y="122555"/>
                </a:moveTo>
                <a:lnTo>
                  <a:pt x="179388" y="109220"/>
                </a:lnTo>
                <a:lnTo>
                  <a:pt x="217805" y="70802"/>
                </a:lnTo>
                <a:lnTo>
                  <a:pt x="117475" y="70802"/>
                </a:lnTo>
                <a:lnTo>
                  <a:pt x="117475" y="51752"/>
                </a:lnTo>
                <a:lnTo>
                  <a:pt x="217805" y="51752"/>
                </a:lnTo>
                <a:lnTo>
                  <a:pt x="179388" y="13335"/>
                </a:lnTo>
                <a:lnTo>
                  <a:pt x="192722" y="0"/>
                </a:lnTo>
                <a:lnTo>
                  <a:pt x="254000" y="61278"/>
                </a:lnTo>
                <a:lnTo>
                  <a:pt x="192722" y="122555"/>
                </a:lnTo>
                <a:close/>
              </a:path>
            </a:pathLst>
          </a:cu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블록 kdms.catalog"/>
          <p:cNvSpPr/>
          <p:nvPr/>
        </p:nvSpPr>
        <p:spPr>
          <a:xfrm>
            <a:off x="2209800" y="3703320"/>
            <a:ext cx="2247900" cy="10363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3716">
            <a:solidFill>
              <a:srgbClr val="8EC3EC"/>
            </a:solidFill>
          </a:ln>
        </p:spPr>
        <p:txBody>
          <a:bodyPr rtlCol="0" anchor="t" lIns="45720" tIns="4114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kdms.catalog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원천·대상 메타데이터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접속 확인 · 카탈로그</a:t>
            </a:r>
          </a:p>
        </p:txBody>
      </p:sp>
      <p:sp>
        <p:nvSpPr>
          <p:cNvPr id="31" name="아이콘 manage_search"/>
          <p:cNvSpPr/>
          <p:nvPr/>
        </p:nvSpPr>
        <p:spPr>
          <a:xfrm>
            <a:off x="3206750" y="3840480"/>
            <a:ext cx="254000" cy="165100"/>
          </a:xfrm>
          <a:custGeom>
            <a:avLst/>
            <a:gdLst/>
            <a:ahLst/>
            <a:cxnLst/>
            <a:rect l="l" t="t" r="r" b="b"/>
            <a:pathLst>
              <a:path w="254000" h="165100">
                <a:moveTo>
                  <a:pt x="0" y="165100"/>
                </a:moveTo>
                <a:lnTo>
                  <a:pt x="0" y="146050"/>
                </a:lnTo>
                <a:lnTo>
                  <a:pt x="127000" y="146050"/>
                </a:lnTo>
                <a:lnTo>
                  <a:pt x="127000" y="165100"/>
                </a:lnTo>
                <a:lnTo>
                  <a:pt x="0" y="165100"/>
                </a:lnTo>
                <a:close/>
                <a:moveTo>
                  <a:pt x="0" y="98425"/>
                </a:moveTo>
                <a:lnTo>
                  <a:pt x="0" y="79375"/>
                </a:lnTo>
                <a:lnTo>
                  <a:pt x="63500" y="79375"/>
                </a:lnTo>
                <a:lnTo>
                  <a:pt x="63500" y="98425"/>
                </a:lnTo>
                <a:lnTo>
                  <a:pt x="0" y="98425"/>
                </a:lnTo>
                <a:close/>
                <a:moveTo>
                  <a:pt x="0" y="31750"/>
                </a:moveTo>
                <a:lnTo>
                  <a:pt x="0" y="12700"/>
                </a:lnTo>
                <a:lnTo>
                  <a:pt x="63500" y="12700"/>
                </a:lnTo>
                <a:lnTo>
                  <a:pt x="63500" y="31750"/>
                </a:lnTo>
                <a:lnTo>
                  <a:pt x="0" y="31750"/>
                </a:lnTo>
                <a:close/>
                <a:moveTo>
                  <a:pt x="240665" y="165100"/>
                </a:moveTo>
                <a:lnTo>
                  <a:pt x="189865" y="114300"/>
                </a:lnTo>
                <a:lnTo>
                  <a:pt x="188480" y="115336"/>
                </a:lnTo>
                <a:lnTo>
                  <a:pt x="187078" y="116328"/>
                </a:lnTo>
                <a:lnTo>
                  <a:pt x="185658" y="117277"/>
                </a:lnTo>
                <a:lnTo>
                  <a:pt x="184221" y="118181"/>
                </a:lnTo>
                <a:lnTo>
                  <a:pt x="182765" y="119040"/>
                </a:lnTo>
                <a:lnTo>
                  <a:pt x="181292" y="119856"/>
                </a:lnTo>
                <a:lnTo>
                  <a:pt x="179802" y="120628"/>
                </a:lnTo>
                <a:lnTo>
                  <a:pt x="178294" y="121356"/>
                </a:lnTo>
                <a:lnTo>
                  <a:pt x="176768" y="122039"/>
                </a:lnTo>
                <a:lnTo>
                  <a:pt x="175225" y="122678"/>
                </a:lnTo>
                <a:lnTo>
                  <a:pt x="173664" y="123274"/>
                </a:lnTo>
                <a:lnTo>
                  <a:pt x="172085" y="123825"/>
                </a:lnTo>
                <a:lnTo>
                  <a:pt x="170493" y="124332"/>
                </a:lnTo>
                <a:lnTo>
                  <a:pt x="168892" y="124795"/>
                </a:lnTo>
                <a:lnTo>
                  <a:pt x="167283" y="125214"/>
                </a:lnTo>
                <a:lnTo>
                  <a:pt x="165664" y="125589"/>
                </a:lnTo>
                <a:lnTo>
                  <a:pt x="164037" y="125920"/>
                </a:lnTo>
                <a:lnTo>
                  <a:pt x="162401" y="126206"/>
                </a:lnTo>
                <a:lnTo>
                  <a:pt x="160756" y="126449"/>
                </a:lnTo>
                <a:lnTo>
                  <a:pt x="159103" y="126647"/>
                </a:lnTo>
                <a:lnTo>
                  <a:pt x="157440" y="126802"/>
                </a:lnTo>
                <a:lnTo>
                  <a:pt x="155769" y="126912"/>
                </a:lnTo>
                <a:lnTo>
                  <a:pt x="154089" y="126978"/>
                </a:lnTo>
                <a:lnTo>
                  <a:pt x="152400" y="127000"/>
                </a:lnTo>
                <a:lnTo>
                  <a:pt x="148062" y="126871"/>
                </a:lnTo>
                <a:lnTo>
                  <a:pt x="143832" y="126484"/>
                </a:lnTo>
                <a:lnTo>
                  <a:pt x="139710" y="125839"/>
                </a:lnTo>
                <a:lnTo>
                  <a:pt x="135696" y="124936"/>
                </a:lnTo>
                <a:lnTo>
                  <a:pt x="131790" y="123775"/>
                </a:lnTo>
                <a:lnTo>
                  <a:pt x="127992" y="122357"/>
                </a:lnTo>
                <a:lnTo>
                  <a:pt x="124302" y="120680"/>
                </a:lnTo>
                <a:lnTo>
                  <a:pt x="120721" y="118745"/>
                </a:lnTo>
                <a:lnTo>
                  <a:pt x="117247" y="116552"/>
                </a:lnTo>
                <a:lnTo>
                  <a:pt x="113881" y="114102"/>
                </a:lnTo>
                <a:lnTo>
                  <a:pt x="110623" y="111393"/>
                </a:lnTo>
                <a:lnTo>
                  <a:pt x="107474" y="108426"/>
                </a:lnTo>
                <a:lnTo>
                  <a:pt x="104507" y="105277"/>
                </a:lnTo>
                <a:lnTo>
                  <a:pt x="101798" y="102019"/>
                </a:lnTo>
                <a:lnTo>
                  <a:pt x="99348" y="98653"/>
                </a:lnTo>
                <a:lnTo>
                  <a:pt x="97155" y="95179"/>
                </a:lnTo>
                <a:lnTo>
                  <a:pt x="95220" y="91598"/>
                </a:lnTo>
                <a:lnTo>
                  <a:pt x="93543" y="87908"/>
                </a:lnTo>
                <a:lnTo>
                  <a:pt x="92125" y="84110"/>
                </a:lnTo>
                <a:lnTo>
                  <a:pt x="90964" y="80204"/>
                </a:lnTo>
                <a:lnTo>
                  <a:pt x="90061" y="76190"/>
                </a:lnTo>
                <a:lnTo>
                  <a:pt x="89416" y="72068"/>
                </a:lnTo>
                <a:lnTo>
                  <a:pt x="89029" y="67838"/>
                </a:lnTo>
                <a:lnTo>
                  <a:pt x="88900" y="63500"/>
                </a:lnTo>
                <a:lnTo>
                  <a:pt x="89029" y="59162"/>
                </a:lnTo>
                <a:lnTo>
                  <a:pt x="89416" y="54932"/>
                </a:lnTo>
                <a:lnTo>
                  <a:pt x="90061" y="50810"/>
                </a:lnTo>
                <a:lnTo>
                  <a:pt x="90964" y="46796"/>
                </a:lnTo>
                <a:lnTo>
                  <a:pt x="92125" y="42890"/>
                </a:lnTo>
                <a:lnTo>
                  <a:pt x="93543" y="39092"/>
                </a:lnTo>
                <a:lnTo>
                  <a:pt x="95220" y="35402"/>
                </a:lnTo>
                <a:lnTo>
                  <a:pt x="97155" y="31821"/>
                </a:lnTo>
                <a:lnTo>
                  <a:pt x="99348" y="28347"/>
                </a:lnTo>
                <a:lnTo>
                  <a:pt x="101798" y="24981"/>
                </a:lnTo>
                <a:lnTo>
                  <a:pt x="104507" y="21723"/>
                </a:lnTo>
                <a:lnTo>
                  <a:pt x="107474" y="18574"/>
                </a:lnTo>
                <a:lnTo>
                  <a:pt x="110623" y="15607"/>
                </a:lnTo>
                <a:lnTo>
                  <a:pt x="113881" y="12898"/>
                </a:lnTo>
                <a:lnTo>
                  <a:pt x="117247" y="10448"/>
                </a:lnTo>
                <a:lnTo>
                  <a:pt x="120721" y="8255"/>
                </a:lnTo>
                <a:lnTo>
                  <a:pt x="124302" y="6320"/>
                </a:lnTo>
                <a:lnTo>
                  <a:pt x="127992" y="4643"/>
                </a:lnTo>
                <a:lnTo>
                  <a:pt x="131790" y="3225"/>
                </a:lnTo>
                <a:lnTo>
                  <a:pt x="135696" y="2064"/>
                </a:lnTo>
                <a:lnTo>
                  <a:pt x="139710" y="1161"/>
                </a:lnTo>
                <a:lnTo>
                  <a:pt x="143832" y="516"/>
                </a:lnTo>
                <a:lnTo>
                  <a:pt x="148062" y="129"/>
                </a:lnTo>
                <a:lnTo>
                  <a:pt x="152400" y="0"/>
                </a:lnTo>
                <a:lnTo>
                  <a:pt x="156738" y="129"/>
                </a:lnTo>
                <a:lnTo>
                  <a:pt x="160968" y="516"/>
                </a:lnTo>
                <a:lnTo>
                  <a:pt x="165090" y="1161"/>
                </a:lnTo>
                <a:lnTo>
                  <a:pt x="169104" y="2064"/>
                </a:lnTo>
                <a:lnTo>
                  <a:pt x="173010" y="3225"/>
                </a:lnTo>
                <a:lnTo>
                  <a:pt x="176808" y="4643"/>
                </a:lnTo>
                <a:lnTo>
                  <a:pt x="180498" y="6320"/>
                </a:lnTo>
                <a:lnTo>
                  <a:pt x="184079" y="8255"/>
                </a:lnTo>
                <a:lnTo>
                  <a:pt x="187553" y="10448"/>
                </a:lnTo>
                <a:lnTo>
                  <a:pt x="190919" y="12898"/>
                </a:lnTo>
                <a:lnTo>
                  <a:pt x="194177" y="15607"/>
                </a:lnTo>
                <a:lnTo>
                  <a:pt x="197326" y="18574"/>
                </a:lnTo>
                <a:lnTo>
                  <a:pt x="200293" y="21723"/>
                </a:lnTo>
                <a:lnTo>
                  <a:pt x="203002" y="24981"/>
                </a:lnTo>
                <a:lnTo>
                  <a:pt x="205452" y="28347"/>
                </a:lnTo>
                <a:lnTo>
                  <a:pt x="207645" y="31821"/>
                </a:lnTo>
                <a:lnTo>
                  <a:pt x="209580" y="35402"/>
                </a:lnTo>
                <a:lnTo>
                  <a:pt x="211257" y="39092"/>
                </a:lnTo>
                <a:lnTo>
                  <a:pt x="212675" y="42890"/>
                </a:lnTo>
                <a:lnTo>
                  <a:pt x="213836" y="46796"/>
                </a:lnTo>
                <a:lnTo>
                  <a:pt x="214739" y="50810"/>
                </a:lnTo>
                <a:lnTo>
                  <a:pt x="215384" y="54932"/>
                </a:lnTo>
                <a:lnTo>
                  <a:pt x="215771" y="59162"/>
                </a:lnTo>
                <a:lnTo>
                  <a:pt x="215900" y="63500"/>
                </a:lnTo>
                <a:lnTo>
                  <a:pt x="215878" y="65189"/>
                </a:lnTo>
                <a:lnTo>
                  <a:pt x="215812" y="66869"/>
                </a:lnTo>
                <a:lnTo>
                  <a:pt x="215702" y="68540"/>
                </a:lnTo>
                <a:lnTo>
                  <a:pt x="215547" y="70203"/>
                </a:lnTo>
                <a:lnTo>
                  <a:pt x="215349" y="71856"/>
                </a:lnTo>
                <a:lnTo>
                  <a:pt x="215106" y="73501"/>
                </a:lnTo>
                <a:lnTo>
                  <a:pt x="214820" y="75137"/>
                </a:lnTo>
                <a:lnTo>
                  <a:pt x="214489" y="76764"/>
                </a:lnTo>
                <a:lnTo>
                  <a:pt x="214114" y="78383"/>
                </a:lnTo>
                <a:lnTo>
                  <a:pt x="213695" y="79992"/>
                </a:lnTo>
                <a:lnTo>
                  <a:pt x="213232" y="81593"/>
                </a:lnTo>
                <a:lnTo>
                  <a:pt x="212725" y="83185"/>
                </a:lnTo>
                <a:lnTo>
                  <a:pt x="212174" y="84764"/>
                </a:lnTo>
                <a:lnTo>
                  <a:pt x="211578" y="86325"/>
                </a:lnTo>
                <a:lnTo>
                  <a:pt x="210939" y="87868"/>
                </a:lnTo>
                <a:lnTo>
                  <a:pt x="210256" y="89394"/>
                </a:lnTo>
                <a:lnTo>
                  <a:pt x="209528" y="90902"/>
                </a:lnTo>
                <a:lnTo>
                  <a:pt x="208756" y="92392"/>
                </a:lnTo>
                <a:lnTo>
                  <a:pt x="207940" y="93865"/>
                </a:lnTo>
                <a:lnTo>
                  <a:pt x="207081" y="95321"/>
                </a:lnTo>
                <a:lnTo>
                  <a:pt x="206177" y="96758"/>
                </a:lnTo>
                <a:lnTo>
                  <a:pt x="205228" y="98178"/>
                </a:lnTo>
                <a:lnTo>
                  <a:pt x="204236" y="99580"/>
                </a:lnTo>
                <a:lnTo>
                  <a:pt x="203200" y="100965"/>
                </a:lnTo>
                <a:lnTo>
                  <a:pt x="254000" y="151765"/>
                </a:lnTo>
                <a:lnTo>
                  <a:pt x="240665" y="165100"/>
                </a:lnTo>
                <a:close/>
                <a:moveTo>
                  <a:pt x="152324" y="107950"/>
                </a:moveTo>
                <a:lnTo>
                  <a:pt x="155368" y="107860"/>
                </a:lnTo>
                <a:lnTo>
                  <a:pt x="158335" y="107591"/>
                </a:lnTo>
                <a:lnTo>
                  <a:pt x="161227" y="107141"/>
                </a:lnTo>
                <a:lnTo>
                  <a:pt x="164043" y="106512"/>
                </a:lnTo>
                <a:lnTo>
                  <a:pt x="166783" y="105703"/>
                </a:lnTo>
                <a:lnTo>
                  <a:pt x="169447" y="104715"/>
                </a:lnTo>
                <a:lnTo>
                  <a:pt x="172034" y="103546"/>
                </a:lnTo>
                <a:lnTo>
                  <a:pt x="174546" y="102198"/>
                </a:lnTo>
                <a:lnTo>
                  <a:pt x="176982" y="100671"/>
                </a:lnTo>
                <a:lnTo>
                  <a:pt x="179341" y="98963"/>
                </a:lnTo>
                <a:lnTo>
                  <a:pt x="181625" y="97076"/>
                </a:lnTo>
                <a:lnTo>
                  <a:pt x="183832" y="95009"/>
                </a:lnTo>
                <a:lnTo>
                  <a:pt x="185912" y="92813"/>
                </a:lnTo>
                <a:lnTo>
                  <a:pt x="187810" y="90540"/>
                </a:lnTo>
                <a:lnTo>
                  <a:pt x="189528" y="88190"/>
                </a:lnTo>
                <a:lnTo>
                  <a:pt x="191064" y="85763"/>
                </a:lnTo>
                <a:lnTo>
                  <a:pt x="192420" y="83259"/>
                </a:lnTo>
                <a:lnTo>
                  <a:pt x="193596" y="80678"/>
                </a:lnTo>
                <a:lnTo>
                  <a:pt x="194590" y="78020"/>
                </a:lnTo>
                <a:lnTo>
                  <a:pt x="195404" y="75286"/>
                </a:lnTo>
                <a:lnTo>
                  <a:pt x="196036" y="72474"/>
                </a:lnTo>
                <a:lnTo>
                  <a:pt x="196488" y="69585"/>
                </a:lnTo>
                <a:lnTo>
                  <a:pt x="196760" y="66619"/>
                </a:lnTo>
                <a:lnTo>
                  <a:pt x="196850" y="63576"/>
                </a:lnTo>
                <a:lnTo>
                  <a:pt x="196760" y="60532"/>
                </a:lnTo>
                <a:lnTo>
                  <a:pt x="196491" y="57565"/>
                </a:lnTo>
                <a:lnTo>
                  <a:pt x="196041" y="54673"/>
                </a:lnTo>
                <a:lnTo>
                  <a:pt x="195412" y="51857"/>
                </a:lnTo>
                <a:lnTo>
                  <a:pt x="194603" y="49117"/>
                </a:lnTo>
                <a:lnTo>
                  <a:pt x="193615" y="46453"/>
                </a:lnTo>
                <a:lnTo>
                  <a:pt x="192446" y="43866"/>
                </a:lnTo>
                <a:lnTo>
                  <a:pt x="191098" y="41354"/>
                </a:lnTo>
                <a:lnTo>
                  <a:pt x="189571" y="38918"/>
                </a:lnTo>
                <a:lnTo>
                  <a:pt x="187863" y="36559"/>
                </a:lnTo>
                <a:lnTo>
                  <a:pt x="185976" y="34275"/>
                </a:lnTo>
                <a:lnTo>
                  <a:pt x="183909" y="32068"/>
                </a:lnTo>
                <a:lnTo>
                  <a:pt x="181713" y="29988"/>
                </a:lnTo>
                <a:lnTo>
                  <a:pt x="179440" y="28090"/>
                </a:lnTo>
                <a:lnTo>
                  <a:pt x="177090" y="26372"/>
                </a:lnTo>
                <a:lnTo>
                  <a:pt x="174663" y="24836"/>
                </a:lnTo>
                <a:lnTo>
                  <a:pt x="172159" y="23480"/>
                </a:lnTo>
                <a:lnTo>
                  <a:pt x="169578" y="22304"/>
                </a:lnTo>
                <a:lnTo>
                  <a:pt x="166920" y="21310"/>
                </a:lnTo>
                <a:lnTo>
                  <a:pt x="164186" y="20496"/>
                </a:lnTo>
                <a:lnTo>
                  <a:pt x="161374" y="19864"/>
                </a:lnTo>
                <a:lnTo>
                  <a:pt x="158485" y="19412"/>
                </a:lnTo>
                <a:lnTo>
                  <a:pt x="155519" y="19140"/>
                </a:lnTo>
                <a:lnTo>
                  <a:pt x="152476" y="19050"/>
                </a:lnTo>
                <a:lnTo>
                  <a:pt x="149432" y="19140"/>
                </a:lnTo>
                <a:lnTo>
                  <a:pt x="146465" y="19409"/>
                </a:lnTo>
                <a:lnTo>
                  <a:pt x="143573" y="19859"/>
                </a:lnTo>
                <a:lnTo>
                  <a:pt x="140757" y="20488"/>
                </a:lnTo>
                <a:lnTo>
                  <a:pt x="138017" y="21297"/>
                </a:lnTo>
                <a:lnTo>
                  <a:pt x="135353" y="22285"/>
                </a:lnTo>
                <a:lnTo>
                  <a:pt x="132766" y="23454"/>
                </a:lnTo>
                <a:lnTo>
                  <a:pt x="130254" y="24802"/>
                </a:lnTo>
                <a:lnTo>
                  <a:pt x="127818" y="26329"/>
                </a:lnTo>
                <a:lnTo>
                  <a:pt x="125459" y="28037"/>
                </a:lnTo>
                <a:lnTo>
                  <a:pt x="123175" y="29924"/>
                </a:lnTo>
                <a:lnTo>
                  <a:pt x="120968" y="31991"/>
                </a:lnTo>
                <a:lnTo>
                  <a:pt x="118888" y="34187"/>
                </a:lnTo>
                <a:lnTo>
                  <a:pt x="116990" y="36460"/>
                </a:lnTo>
                <a:lnTo>
                  <a:pt x="115272" y="38810"/>
                </a:lnTo>
                <a:lnTo>
                  <a:pt x="113736" y="41237"/>
                </a:lnTo>
                <a:lnTo>
                  <a:pt x="112380" y="43741"/>
                </a:lnTo>
                <a:lnTo>
                  <a:pt x="111204" y="46322"/>
                </a:lnTo>
                <a:lnTo>
                  <a:pt x="110210" y="48980"/>
                </a:lnTo>
                <a:lnTo>
                  <a:pt x="109396" y="51714"/>
                </a:lnTo>
                <a:lnTo>
                  <a:pt x="108764" y="54526"/>
                </a:lnTo>
                <a:lnTo>
                  <a:pt x="108312" y="57415"/>
                </a:lnTo>
                <a:lnTo>
                  <a:pt x="108040" y="60381"/>
                </a:lnTo>
                <a:lnTo>
                  <a:pt x="107950" y="63424"/>
                </a:lnTo>
                <a:lnTo>
                  <a:pt x="108040" y="66468"/>
                </a:lnTo>
                <a:lnTo>
                  <a:pt x="108309" y="69435"/>
                </a:lnTo>
                <a:lnTo>
                  <a:pt x="108759" y="72327"/>
                </a:lnTo>
                <a:lnTo>
                  <a:pt x="109388" y="75143"/>
                </a:lnTo>
                <a:lnTo>
                  <a:pt x="110197" y="77883"/>
                </a:lnTo>
                <a:lnTo>
                  <a:pt x="111185" y="80547"/>
                </a:lnTo>
                <a:lnTo>
                  <a:pt x="112354" y="83134"/>
                </a:lnTo>
                <a:lnTo>
                  <a:pt x="113702" y="85646"/>
                </a:lnTo>
                <a:lnTo>
                  <a:pt x="115229" y="88082"/>
                </a:lnTo>
                <a:lnTo>
                  <a:pt x="116937" y="90441"/>
                </a:lnTo>
                <a:lnTo>
                  <a:pt x="118824" y="92725"/>
                </a:lnTo>
                <a:lnTo>
                  <a:pt x="120891" y="94933"/>
                </a:lnTo>
                <a:lnTo>
                  <a:pt x="123087" y="97012"/>
                </a:lnTo>
                <a:lnTo>
                  <a:pt x="125360" y="98910"/>
                </a:lnTo>
                <a:lnTo>
                  <a:pt x="127710" y="100628"/>
                </a:lnTo>
                <a:lnTo>
                  <a:pt x="130137" y="102164"/>
                </a:lnTo>
                <a:lnTo>
                  <a:pt x="132641" y="103520"/>
                </a:lnTo>
                <a:lnTo>
                  <a:pt x="135222" y="104696"/>
                </a:lnTo>
                <a:lnTo>
                  <a:pt x="137880" y="105690"/>
                </a:lnTo>
                <a:lnTo>
                  <a:pt x="140614" y="106504"/>
                </a:lnTo>
                <a:lnTo>
                  <a:pt x="143426" y="107136"/>
                </a:lnTo>
                <a:lnTo>
                  <a:pt x="146315" y="107588"/>
                </a:lnTo>
                <a:lnTo>
                  <a:pt x="149281" y="107860"/>
                </a:lnTo>
                <a:lnTo>
                  <a:pt x="152324" y="107950"/>
                </a:lnTo>
                <a:close/>
              </a:path>
            </a:pathLst>
          </a:cu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블록 kdms.rules"/>
          <p:cNvSpPr/>
          <p:nvPr/>
        </p:nvSpPr>
        <p:spPr>
          <a:xfrm>
            <a:off x="4610100" y="3703320"/>
            <a:ext cx="2247900" cy="10363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3716">
            <a:solidFill>
              <a:srgbClr val="8EC3EC"/>
            </a:solidFill>
          </a:ln>
        </p:spPr>
        <p:txBody>
          <a:bodyPr rtlCol="0" anchor="t" lIns="45720" tIns="4114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kdms.rules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kdms-rules.yml 읽기·검사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타입·값 변환기 선택</a:t>
            </a:r>
          </a:p>
        </p:txBody>
      </p:sp>
      <p:sp>
        <p:nvSpPr>
          <p:cNvPr id="33" name="아이콘 rule_settings"/>
          <p:cNvSpPr/>
          <p:nvPr/>
        </p:nvSpPr>
        <p:spPr>
          <a:xfrm>
            <a:off x="5622290" y="3815080"/>
            <a:ext cx="249555" cy="241300"/>
          </a:xfrm>
          <a:custGeom>
            <a:avLst/>
            <a:gdLst/>
            <a:ahLst/>
            <a:cxnLst/>
            <a:rect l="l" t="t" r="r" b="b"/>
            <a:pathLst>
              <a:path w="249555" h="241300">
                <a:moveTo>
                  <a:pt x="1270" y="203200"/>
                </a:moveTo>
                <a:lnTo>
                  <a:pt x="1270" y="184150"/>
                </a:lnTo>
                <a:lnTo>
                  <a:pt x="40322" y="184150"/>
                </a:lnTo>
                <a:lnTo>
                  <a:pt x="35878" y="179705"/>
                </a:lnTo>
                <a:lnTo>
                  <a:pt x="32776" y="176527"/>
                </a:lnTo>
                <a:lnTo>
                  <a:pt x="29823" y="173342"/>
                </a:lnTo>
                <a:lnTo>
                  <a:pt x="27017" y="170150"/>
                </a:lnTo>
                <a:lnTo>
                  <a:pt x="24359" y="166952"/>
                </a:lnTo>
                <a:lnTo>
                  <a:pt x="21849" y="163747"/>
                </a:lnTo>
                <a:lnTo>
                  <a:pt x="19487" y="160536"/>
                </a:lnTo>
                <a:lnTo>
                  <a:pt x="17272" y="157318"/>
                </a:lnTo>
                <a:lnTo>
                  <a:pt x="15205" y="154093"/>
                </a:lnTo>
                <a:lnTo>
                  <a:pt x="13285" y="150862"/>
                </a:lnTo>
                <a:lnTo>
                  <a:pt x="11514" y="147624"/>
                </a:lnTo>
                <a:lnTo>
                  <a:pt x="9890" y="144380"/>
                </a:lnTo>
                <a:lnTo>
                  <a:pt x="8414" y="141129"/>
                </a:lnTo>
                <a:lnTo>
                  <a:pt x="7070" y="137880"/>
                </a:lnTo>
                <a:lnTo>
                  <a:pt x="5843" y="134642"/>
                </a:lnTo>
                <a:lnTo>
                  <a:pt x="4733" y="131415"/>
                </a:lnTo>
                <a:lnTo>
                  <a:pt x="3739" y="128199"/>
                </a:lnTo>
                <a:lnTo>
                  <a:pt x="2863" y="124995"/>
                </a:lnTo>
                <a:lnTo>
                  <a:pt x="2103" y="121801"/>
                </a:lnTo>
                <a:lnTo>
                  <a:pt x="1461" y="118618"/>
                </a:lnTo>
                <a:lnTo>
                  <a:pt x="935" y="115447"/>
                </a:lnTo>
                <a:lnTo>
                  <a:pt x="526" y="112286"/>
                </a:lnTo>
                <a:lnTo>
                  <a:pt x="234" y="109136"/>
                </a:lnTo>
                <a:lnTo>
                  <a:pt x="58" y="105998"/>
                </a:lnTo>
                <a:lnTo>
                  <a:pt x="0" y="102870"/>
                </a:lnTo>
                <a:lnTo>
                  <a:pt x="138" y="97153"/>
                </a:lnTo>
                <a:lnTo>
                  <a:pt x="551" y="91537"/>
                </a:lnTo>
                <a:lnTo>
                  <a:pt x="1240" y="86023"/>
                </a:lnTo>
                <a:lnTo>
                  <a:pt x="2205" y="80610"/>
                </a:lnTo>
                <a:lnTo>
                  <a:pt x="3445" y="75298"/>
                </a:lnTo>
                <a:lnTo>
                  <a:pt x="4961" y="70088"/>
                </a:lnTo>
                <a:lnTo>
                  <a:pt x="6752" y="64979"/>
                </a:lnTo>
                <a:lnTo>
                  <a:pt x="8819" y="59972"/>
                </a:lnTo>
                <a:lnTo>
                  <a:pt x="11162" y="55066"/>
                </a:lnTo>
                <a:lnTo>
                  <a:pt x="13780" y="50262"/>
                </a:lnTo>
                <a:lnTo>
                  <a:pt x="16674" y="45559"/>
                </a:lnTo>
                <a:lnTo>
                  <a:pt x="19844" y="40958"/>
                </a:lnTo>
                <a:lnTo>
                  <a:pt x="23238" y="36524"/>
                </a:lnTo>
                <a:lnTo>
                  <a:pt x="26807" y="32323"/>
                </a:lnTo>
                <a:lnTo>
                  <a:pt x="30549" y="28357"/>
                </a:lnTo>
                <a:lnTo>
                  <a:pt x="34466" y="24624"/>
                </a:lnTo>
                <a:lnTo>
                  <a:pt x="38558" y="21125"/>
                </a:lnTo>
                <a:lnTo>
                  <a:pt x="42823" y="17859"/>
                </a:lnTo>
                <a:lnTo>
                  <a:pt x="47262" y="14828"/>
                </a:lnTo>
                <a:lnTo>
                  <a:pt x="51876" y="12030"/>
                </a:lnTo>
                <a:lnTo>
                  <a:pt x="56664" y="9465"/>
                </a:lnTo>
                <a:lnTo>
                  <a:pt x="61626" y="7135"/>
                </a:lnTo>
                <a:lnTo>
                  <a:pt x="66762" y="5038"/>
                </a:lnTo>
                <a:lnTo>
                  <a:pt x="72072" y="3175"/>
                </a:lnTo>
                <a:lnTo>
                  <a:pt x="72072" y="22860"/>
                </a:lnTo>
                <a:lnTo>
                  <a:pt x="68118" y="24533"/>
                </a:lnTo>
                <a:lnTo>
                  <a:pt x="64298" y="26379"/>
                </a:lnTo>
                <a:lnTo>
                  <a:pt x="60613" y="28396"/>
                </a:lnTo>
                <a:lnTo>
                  <a:pt x="57062" y="30586"/>
                </a:lnTo>
                <a:lnTo>
                  <a:pt x="53645" y="32947"/>
                </a:lnTo>
                <a:lnTo>
                  <a:pt x="50363" y="35481"/>
                </a:lnTo>
                <a:lnTo>
                  <a:pt x="47216" y="38186"/>
                </a:lnTo>
                <a:lnTo>
                  <a:pt x="44203" y="41063"/>
                </a:lnTo>
                <a:lnTo>
                  <a:pt x="41325" y="44113"/>
                </a:lnTo>
                <a:lnTo>
                  <a:pt x="38581" y="47334"/>
                </a:lnTo>
                <a:lnTo>
                  <a:pt x="35971" y="50727"/>
                </a:lnTo>
                <a:lnTo>
                  <a:pt x="33496" y="54292"/>
                </a:lnTo>
                <a:lnTo>
                  <a:pt x="31189" y="57977"/>
                </a:lnTo>
                <a:lnTo>
                  <a:pt x="29082" y="61727"/>
                </a:lnTo>
                <a:lnTo>
                  <a:pt x="27176" y="65544"/>
                </a:lnTo>
                <a:lnTo>
                  <a:pt x="25471" y="69427"/>
                </a:lnTo>
                <a:lnTo>
                  <a:pt x="23966" y="73376"/>
                </a:lnTo>
                <a:lnTo>
                  <a:pt x="22662" y="77391"/>
                </a:lnTo>
                <a:lnTo>
                  <a:pt x="21558" y="81472"/>
                </a:lnTo>
                <a:lnTo>
                  <a:pt x="20655" y="85619"/>
                </a:lnTo>
                <a:lnTo>
                  <a:pt x="19953" y="89833"/>
                </a:lnTo>
                <a:lnTo>
                  <a:pt x="19451" y="94112"/>
                </a:lnTo>
                <a:lnTo>
                  <a:pt x="19150" y="98458"/>
                </a:lnTo>
                <a:lnTo>
                  <a:pt x="19050" y="102870"/>
                </a:lnTo>
                <a:lnTo>
                  <a:pt x="19089" y="105610"/>
                </a:lnTo>
                <a:lnTo>
                  <a:pt x="19204" y="108325"/>
                </a:lnTo>
                <a:lnTo>
                  <a:pt x="19397" y="111016"/>
                </a:lnTo>
                <a:lnTo>
                  <a:pt x="19667" y="113683"/>
                </a:lnTo>
                <a:lnTo>
                  <a:pt x="20015" y="116325"/>
                </a:lnTo>
                <a:lnTo>
                  <a:pt x="20439" y="118943"/>
                </a:lnTo>
                <a:lnTo>
                  <a:pt x="20941" y="121537"/>
                </a:lnTo>
                <a:lnTo>
                  <a:pt x="21519" y="124107"/>
                </a:lnTo>
                <a:lnTo>
                  <a:pt x="22175" y="126653"/>
                </a:lnTo>
                <a:lnTo>
                  <a:pt x="22909" y="129174"/>
                </a:lnTo>
                <a:lnTo>
                  <a:pt x="23719" y="131671"/>
                </a:lnTo>
                <a:lnTo>
                  <a:pt x="24606" y="134144"/>
                </a:lnTo>
                <a:lnTo>
                  <a:pt x="25586" y="136586"/>
                </a:lnTo>
                <a:lnTo>
                  <a:pt x="26674" y="138990"/>
                </a:lnTo>
                <a:lnTo>
                  <a:pt x="27871" y="141357"/>
                </a:lnTo>
                <a:lnTo>
                  <a:pt x="29175" y="143686"/>
                </a:lnTo>
                <a:lnTo>
                  <a:pt x="30587" y="145978"/>
                </a:lnTo>
                <a:lnTo>
                  <a:pt x="32107" y="148233"/>
                </a:lnTo>
                <a:lnTo>
                  <a:pt x="33735" y="150450"/>
                </a:lnTo>
                <a:lnTo>
                  <a:pt x="35472" y="152629"/>
                </a:lnTo>
                <a:lnTo>
                  <a:pt x="37316" y="154771"/>
                </a:lnTo>
                <a:lnTo>
                  <a:pt x="39269" y="156876"/>
                </a:lnTo>
                <a:lnTo>
                  <a:pt x="41329" y="158943"/>
                </a:lnTo>
                <a:lnTo>
                  <a:pt x="43498" y="160972"/>
                </a:lnTo>
                <a:lnTo>
                  <a:pt x="53022" y="169545"/>
                </a:lnTo>
                <a:lnTo>
                  <a:pt x="53022" y="132397"/>
                </a:lnTo>
                <a:lnTo>
                  <a:pt x="72072" y="132397"/>
                </a:lnTo>
                <a:lnTo>
                  <a:pt x="72072" y="203200"/>
                </a:lnTo>
                <a:lnTo>
                  <a:pt x="1270" y="203200"/>
                </a:lnTo>
                <a:close/>
                <a:moveTo>
                  <a:pt x="223202" y="97155"/>
                </a:moveTo>
                <a:lnTo>
                  <a:pt x="204152" y="97155"/>
                </a:lnTo>
                <a:lnTo>
                  <a:pt x="204011" y="94473"/>
                </a:lnTo>
                <a:lnTo>
                  <a:pt x="203800" y="91824"/>
                </a:lnTo>
                <a:lnTo>
                  <a:pt x="203518" y="89208"/>
                </a:lnTo>
                <a:lnTo>
                  <a:pt x="203165" y="86625"/>
                </a:lnTo>
                <a:lnTo>
                  <a:pt x="202741" y="84075"/>
                </a:lnTo>
                <a:lnTo>
                  <a:pt x="202248" y="81558"/>
                </a:lnTo>
                <a:lnTo>
                  <a:pt x="201683" y="79074"/>
                </a:lnTo>
                <a:lnTo>
                  <a:pt x="201048" y="76623"/>
                </a:lnTo>
                <a:lnTo>
                  <a:pt x="200342" y="74206"/>
                </a:lnTo>
                <a:lnTo>
                  <a:pt x="199566" y="71821"/>
                </a:lnTo>
                <a:lnTo>
                  <a:pt x="198720" y="69470"/>
                </a:lnTo>
                <a:lnTo>
                  <a:pt x="197802" y="67151"/>
                </a:lnTo>
                <a:lnTo>
                  <a:pt x="196806" y="64868"/>
                </a:lnTo>
                <a:lnTo>
                  <a:pt x="195721" y="62622"/>
                </a:lnTo>
                <a:lnTo>
                  <a:pt x="194548" y="60414"/>
                </a:lnTo>
                <a:lnTo>
                  <a:pt x="193287" y="58244"/>
                </a:lnTo>
                <a:lnTo>
                  <a:pt x="191938" y="56110"/>
                </a:lnTo>
                <a:lnTo>
                  <a:pt x="190500" y="54015"/>
                </a:lnTo>
                <a:lnTo>
                  <a:pt x="188974" y="51956"/>
                </a:lnTo>
                <a:lnTo>
                  <a:pt x="187360" y="49936"/>
                </a:lnTo>
                <a:lnTo>
                  <a:pt x="185658" y="47952"/>
                </a:lnTo>
                <a:lnTo>
                  <a:pt x="183868" y="46007"/>
                </a:lnTo>
                <a:lnTo>
                  <a:pt x="181989" y="44098"/>
                </a:lnTo>
                <a:lnTo>
                  <a:pt x="180022" y="42228"/>
                </a:lnTo>
                <a:lnTo>
                  <a:pt x="170498" y="33655"/>
                </a:lnTo>
                <a:lnTo>
                  <a:pt x="170498" y="70802"/>
                </a:lnTo>
                <a:lnTo>
                  <a:pt x="151448" y="70802"/>
                </a:lnTo>
                <a:lnTo>
                  <a:pt x="151448" y="0"/>
                </a:lnTo>
                <a:lnTo>
                  <a:pt x="222250" y="0"/>
                </a:lnTo>
                <a:lnTo>
                  <a:pt x="222250" y="19050"/>
                </a:lnTo>
                <a:lnTo>
                  <a:pt x="182880" y="19050"/>
                </a:lnTo>
                <a:lnTo>
                  <a:pt x="187642" y="23495"/>
                </a:lnTo>
                <a:lnTo>
                  <a:pt x="190641" y="26416"/>
                </a:lnTo>
                <a:lnTo>
                  <a:pt x="193499" y="29360"/>
                </a:lnTo>
                <a:lnTo>
                  <a:pt x="196215" y="32325"/>
                </a:lnTo>
                <a:lnTo>
                  <a:pt x="198790" y="35313"/>
                </a:lnTo>
                <a:lnTo>
                  <a:pt x="201224" y="38323"/>
                </a:lnTo>
                <a:lnTo>
                  <a:pt x="203518" y="41354"/>
                </a:lnTo>
                <a:lnTo>
                  <a:pt x="205669" y="44408"/>
                </a:lnTo>
                <a:lnTo>
                  <a:pt x="207680" y="47484"/>
                </a:lnTo>
                <a:lnTo>
                  <a:pt x="209550" y="50582"/>
                </a:lnTo>
                <a:lnTo>
                  <a:pt x="211279" y="53702"/>
                </a:lnTo>
                <a:lnTo>
                  <a:pt x="212866" y="56844"/>
                </a:lnTo>
                <a:lnTo>
                  <a:pt x="214312" y="60008"/>
                </a:lnTo>
                <a:lnTo>
                  <a:pt x="215635" y="63176"/>
                </a:lnTo>
                <a:lnTo>
                  <a:pt x="216852" y="66331"/>
                </a:lnTo>
                <a:lnTo>
                  <a:pt x="217964" y="69473"/>
                </a:lnTo>
                <a:lnTo>
                  <a:pt x="218969" y="72602"/>
                </a:lnTo>
                <a:lnTo>
                  <a:pt x="219869" y="75717"/>
                </a:lnTo>
                <a:lnTo>
                  <a:pt x="220662" y="78819"/>
                </a:lnTo>
                <a:lnTo>
                  <a:pt x="221350" y="81908"/>
                </a:lnTo>
                <a:lnTo>
                  <a:pt x="221932" y="84984"/>
                </a:lnTo>
                <a:lnTo>
                  <a:pt x="222409" y="88047"/>
                </a:lnTo>
                <a:lnTo>
                  <a:pt x="222779" y="91096"/>
                </a:lnTo>
                <a:lnTo>
                  <a:pt x="223044" y="94132"/>
                </a:lnTo>
                <a:lnTo>
                  <a:pt x="223202" y="97155"/>
                </a:lnTo>
                <a:close/>
                <a:moveTo>
                  <a:pt x="180340" y="241300"/>
                </a:moveTo>
                <a:lnTo>
                  <a:pt x="178752" y="226060"/>
                </a:lnTo>
                <a:lnTo>
                  <a:pt x="177692" y="225730"/>
                </a:lnTo>
                <a:lnTo>
                  <a:pt x="176627" y="225376"/>
                </a:lnTo>
                <a:lnTo>
                  <a:pt x="175558" y="224998"/>
                </a:lnTo>
                <a:lnTo>
                  <a:pt x="174484" y="224596"/>
                </a:lnTo>
                <a:lnTo>
                  <a:pt x="173406" y="224169"/>
                </a:lnTo>
                <a:lnTo>
                  <a:pt x="172323" y="223718"/>
                </a:lnTo>
                <a:lnTo>
                  <a:pt x="171236" y="223243"/>
                </a:lnTo>
                <a:lnTo>
                  <a:pt x="170145" y="222744"/>
                </a:lnTo>
                <a:lnTo>
                  <a:pt x="169049" y="222220"/>
                </a:lnTo>
                <a:lnTo>
                  <a:pt x="167949" y="221672"/>
                </a:lnTo>
                <a:lnTo>
                  <a:pt x="166844" y="221100"/>
                </a:lnTo>
                <a:lnTo>
                  <a:pt x="165735" y="220504"/>
                </a:lnTo>
                <a:lnTo>
                  <a:pt x="164641" y="219890"/>
                </a:lnTo>
                <a:lnTo>
                  <a:pt x="163583" y="219265"/>
                </a:lnTo>
                <a:lnTo>
                  <a:pt x="162560" y="218629"/>
                </a:lnTo>
                <a:lnTo>
                  <a:pt x="161572" y="217981"/>
                </a:lnTo>
                <a:lnTo>
                  <a:pt x="160620" y="217323"/>
                </a:lnTo>
                <a:lnTo>
                  <a:pt x="159702" y="216654"/>
                </a:lnTo>
                <a:lnTo>
                  <a:pt x="158821" y="215974"/>
                </a:lnTo>
                <a:lnTo>
                  <a:pt x="157974" y="215283"/>
                </a:lnTo>
                <a:lnTo>
                  <a:pt x="157162" y="214580"/>
                </a:lnTo>
                <a:lnTo>
                  <a:pt x="156386" y="213867"/>
                </a:lnTo>
                <a:lnTo>
                  <a:pt x="155646" y="213143"/>
                </a:lnTo>
                <a:lnTo>
                  <a:pt x="154940" y="212407"/>
                </a:lnTo>
                <a:lnTo>
                  <a:pt x="141605" y="218758"/>
                </a:lnTo>
                <a:lnTo>
                  <a:pt x="130492" y="201612"/>
                </a:lnTo>
                <a:lnTo>
                  <a:pt x="142558" y="192088"/>
                </a:lnTo>
                <a:lnTo>
                  <a:pt x="142304" y="190880"/>
                </a:lnTo>
                <a:lnTo>
                  <a:pt x="142072" y="189693"/>
                </a:lnTo>
                <a:lnTo>
                  <a:pt x="141863" y="188526"/>
                </a:lnTo>
                <a:lnTo>
                  <a:pt x="141676" y="187378"/>
                </a:lnTo>
                <a:lnTo>
                  <a:pt x="141510" y="186250"/>
                </a:lnTo>
                <a:lnTo>
                  <a:pt x="141367" y="185142"/>
                </a:lnTo>
                <a:lnTo>
                  <a:pt x="141246" y="184054"/>
                </a:lnTo>
                <a:lnTo>
                  <a:pt x="141146" y="182986"/>
                </a:lnTo>
                <a:lnTo>
                  <a:pt x="141069" y="181937"/>
                </a:lnTo>
                <a:lnTo>
                  <a:pt x="141014" y="180909"/>
                </a:lnTo>
                <a:lnTo>
                  <a:pt x="140981" y="179900"/>
                </a:lnTo>
                <a:lnTo>
                  <a:pt x="140970" y="178911"/>
                </a:lnTo>
                <a:lnTo>
                  <a:pt x="140981" y="177922"/>
                </a:lnTo>
                <a:lnTo>
                  <a:pt x="141014" y="176914"/>
                </a:lnTo>
                <a:lnTo>
                  <a:pt x="141069" y="175885"/>
                </a:lnTo>
                <a:lnTo>
                  <a:pt x="141146" y="174837"/>
                </a:lnTo>
                <a:lnTo>
                  <a:pt x="141246" y="173768"/>
                </a:lnTo>
                <a:lnTo>
                  <a:pt x="141367" y="172680"/>
                </a:lnTo>
                <a:lnTo>
                  <a:pt x="141510" y="171572"/>
                </a:lnTo>
                <a:lnTo>
                  <a:pt x="141676" y="170445"/>
                </a:lnTo>
                <a:lnTo>
                  <a:pt x="141863" y="169297"/>
                </a:lnTo>
                <a:lnTo>
                  <a:pt x="142072" y="168129"/>
                </a:lnTo>
                <a:lnTo>
                  <a:pt x="142304" y="166942"/>
                </a:lnTo>
                <a:lnTo>
                  <a:pt x="142558" y="165735"/>
                </a:lnTo>
                <a:lnTo>
                  <a:pt x="130492" y="156210"/>
                </a:lnTo>
                <a:lnTo>
                  <a:pt x="141605" y="138748"/>
                </a:lnTo>
                <a:lnTo>
                  <a:pt x="154940" y="145098"/>
                </a:lnTo>
                <a:lnTo>
                  <a:pt x="155646" y="144462"/>
                </a:lnTo>
                <a:lnTo>
                  <a:pt x="156386" y="143827"/>
                </a:lnTo>
                <a:lnTo>
                  <a:pt x="157162" y="143193"/>
                </a:lnTo>
                <a:lnTo>
                  <a:pt x="157974" y="142558"/>
                </a:lnTo>
                <a:lnTo>
                  <a:pt x="158821" y="141922"/>
                </a:lnTo>
                <a:lnTo>
                  <a:pt x="159702" y="141288"/>
                </a:lnTo>
                <a:lnTo>
                  <a:pt x="160620" y="140652"/>
                </a:lnTo>
                <a:lnTo>
                  <a:pt x="161572" y="140017"/>
                </a:lnTo>
                <a:lnTo>
                  <a:pt x="162560" y="139383"/>
                </a:lnTo>
                <a:lnTo>
                  <a:pt x="163583" y="138748"/>
                </a:lnTo>
                <a:lnTo>
                  <a:pt x="164641" y="138112"/>
                </a:lnTo>
                <a:lnTo>
                  <a:pt x="165735" y="137478"/>
                </a:lnTo>
                <a:lnTo>
                  <a:pt x="166844" y="136856"/>
                </a:lnTo>
                <a:lnTo>
                  <a:pt x="167949" y="136260"/>
                </a:lnTo>
                <a:lnTo>
                  <a:pt x="169049" y="135692"/>
                </a:lnTo>
                <a:lnTo>
                  <a:pt x="170145" y="135149"/>
                </a:lnTo>
                <a:lnTo>
                  <a:pt x="171236" y="134633"/>
                </a:lnTo>
                <a:lnTo>
                  <a:pt x="172323" y="134144"/>
                </a:lnTo>
                <a:lnTo>
                  <a:pt x="173406" y="133681"/>
                </a:lnTo>
                <a:lnTo>
                  <a:pt x="174484" y="133244"/>
                </a:lnTo>
                <a:lnTo>
                  <a:pt x="175558" y="132834"/>
                </a:lnTo>
                <a:lnTo>
                  <a:pt x="176627" y="132450"/>
                </a:lnTo>
                <a:lnTo>
                  <a:pt x="177692" y="132093"/>
                </a:lnTo>
                <a:lnTo>
                  <a:pt x="178752" y="131763"/>
                </a:lnTo>
                <a:lnTo>
                  <a:pt x="180340" y="116205"/>
                </a:lnTo>
                <a:lnTo>
                  <a:pt x="199390" y="116205"/>
                </a:lnTo>
                <a:lnTo>
                  <a:pt x="201295" y="131763"/>
                </a:lnTo>
                <a:lnTo>
                  <a:pt x="202356" y="132093"/>
                </a:lnTo>
                <a:lnTo>
                  <a:pt x="203420" y="132450"/>
                </a:lnTo>
                <a:lnTo>
                  <a:pt x="204490" y="132834"/>
                </a:lnTo>
                <a:lnTo>
                  <a:pt x="205564" y="133244"/>
                </a:lnTo>
                <a:lnTo>
                  <a:pt x="206642" y="133681"/>
                </a:lnTo>
                <a:lnTo>
                  <a:pt x="207724" y="134144"/>
                </a:lnTo>
                <a:lnTo>
                  <a:pt x="208811" y="134633"/>
                </a:lnTo>
                <a:lnTo>
                  <a:pt x="209903" y="135149"/>
                </a:lnTo>
                <a:lnTo>
                  <a:pt x="210999" y="135692"/>
                </a:lnTo>
                <a:lnTo>
                  <a:pt x="212099" y="136260"/>
                </a:lnTo>
                <a:lnTo>
                  <a:pt x="213203" y="136856"/>
                </a:lnTo>
                <a:lnTo>
                  <a:pt x="214312" y="137478"/>
                </a:lnTo>
                <a:lnTo>
                  <a:pt x="215406" y="138112"/>
                </a:lnTo>
                <a:lnTo>
                  <a:pt x="216464" y="138748"/>
                </a:lnTo>
                <a:lnTo>
                  <a:pt x="217488" y="139383"/>
                </a:lnTo>
                <a:lnTo>
                  <a:pt x="218475" y="140017"/>
                </a:lnTo>
                <a:lnTo>
                  <a:pt x="219428" y="140652"/>
                </a:lnTo>
                <a:lnTo>
                  <a:pt x="220345" y="141288"/>
                </a:lnTo>
                <a:lnTo>
                  <a:pt x="221227" y="141922"/>
                </a:lnTo>
                <a:lnTo>
                  <a:pt x="222074" y="142558"/>
                </a:lnTo>
                <a:lnTo>
                  <a:pt x="222885" y="143193"/>
                </a:lnTo>
                <a:lnTo>
                  <a:pt x="223661" y="143827"/>
                </a:lnTo>
                <a:lnTo>
                  <a:pt x="224402" y="144462"/>
                </a:lnTo>
                <a:lnTo>
                  <a:pt x="225108" y="145098"/>
                </a:lnTo>
                <a:lnTo>
                  <a:pt x="238442" y="138748"/>
                </a:lnTo>
                <a:lnTo>
                  <a:pt x="249555" y="156210"/>
                </a:lnTo>
                <a:lnTo>
                  <a:pt x="237490" y="165735"/>
                </a:lnTo>
                <a:lnTo>
                  <a:pt x="237744" y="166942"/>
                </a:lnTo>
                <a:lnTo>
                  <a:pt x="237975" y="168129"/>
                </a:lnTo>
                <a:lnTo>
                  <a:pt x="238185" y="169297"/>
                </a:lnTo>
                <a:lnTo>
                  <a:pt x="238372" y="170445"/>
                </a:lnTo>
                <a:lnTo>
                  <a:pt x="238537" y="171572"/>
                </a:lnTo>
                <a:lnTo>
                  <a:pt x="238681" y="172680"/>
                </a:lnTo>
                <a:lnTo>
                  <a:pt x="238802" y="173768"/>
                </a:lnTo>
                <a:lnTo>
                  <a:pt x="238901" y="174837"/>
                </a:lnTo>
                <a:lnTo>
                  <a:pt x="238978" y="175885"/>
                </a:lnTo>
                <a:lnTo>
                  <a:pt x="239033" y="176914"/>
                </a:lnTo>
                <a:lnTo>
                  <a:pt x="239066" y="177922"/>
                </a:lnTo>
                <a:lnTo>
                  <a:pt x="239078" y="178911"/>
                </a:lnTo>
                <a:lnTo>
                  <a:pt x="239066" y="179900"/>
                </a:lnTo>
                <a:lnTo>
                  <a:pt x="239033" y="180909"/>
                </a:lnTo>
                <a:lnTo>
                  <a:pt x="238978" y="181937"/>
                </a:lnTo>
                <a:lnTo>
                  <a:pt x="238901" y="182986"/>
                </a:lnTo>
                <a:lnTo>
                  <a:pt x="238802" y="184054"/>
                </a:lnTo>
                <a:lnTo>
                  <a:pt x="238681" y="185142"/>
                </a:lnTo>
                <a:lnTo>
                  <a:pt x="238537" y="186250"/>
                </a:lnTo>
                <a:lnTo>
                  <a:pt x="238372" y="187378"/>
                </a:lnTo>
                <a:lnTo>
                  <a:pt x="238185" y="188526"/>
                </a:lnTo>
                <a:lnTo>
                  <a:pt x="237975" y="189693"/>
                </a:lnTo>
                <a:lnTo>
                  <a:pt x="237744" y="190880"/>
                </a:lnTo>
                <a:lnTo>
                  <a:pt x="237490" y="192088"/>
                </a:lnTo>
                <a:lnTo>
                  <a:pt x="249555" y="201612"/>
                </a:lnTo>
                <a:lnTo>
                  <a:pt x="238442" y="218758"/>
                </a:lnTo>
                <a:lnTo>
                  <a:pt x="225108" y="212407"/>
                </a:lnTo>
                <a:lnTo>
                  <a:pt x="224402" y="213143"/>
                </a:lnTo>
                <a:lnTo>
                  <a:pt x="223661" y="213867"/>
                </a:lnTo>
                <a:lnTo>
                  <a:pt x="222885" y="214580"/>
                </a:lnTo>
                <a:lnTo>
                  <a:pt x="222074" y="215283"/>
                </a:lnTo>
                <a:lnTo>
                  <a:pt x="221227" y="215974"/>
                </a:lnTo>
                <a:lnTo>
                  <a:pt x="220345" y="216654"/>
                </a:lnTo>
                <a:lnTo>
                  <a:pt x="219428" y="217323"/>
                </a:lnTo>
                <a:lnTo>
                  <a:pt x="218475" y="217981"/>
                </a:lnTo>
                <a:lnTo>
                  <a:pt x="217488" y="218629"/>
                </a:lnTo>
                <a:lnTo>
                  <a:pt x="216464" y="219265"/>
                </a:lnTo>
                <a:lnTo>
                  <a:pt x="215406" y="219890"/>
                </a:lnTo>
                <a:lnTo>
                  <a:pt x="214312" y="220504"/>
                </a:lnTo>
                <a:lnTo>
                  <a:pt x="213203" y="221100"/>
                </a:lnTo>
                <a:lnTo>
                  <a:pt x="212099" y="221672"/>
                </a:lnTo>
                <a:lnTo>
                  <a:pt x="210999" y="222220"/>
                </a:lnTo>
                <a:lnTo>
                  <a:pt x="209903" y="222744"/>
                </a:lnTo>
                <a:lnTo>
                  <a:pt x="208811" y="223243"/>
                </a:lnTo>
                <a:lnTo>
                  <a:pt x="207724" y="223718"/>
                </a:lnTo>
                <a:lnTo>
                  <a:pt x="206642" y="224169"/>
                </a:lnTo>
                <a:lnTo>
                  <a:pt x="205564" y="224596"/>
                </a:lnTo>
                <a:lnTo>
                  <a:pt x="204490" y="224998"/>
                </a:lnTo>
                <a:lnTo>
                  <a:pt x="203420" y="225376"/>
                </a:lnTo>
                <a:lnTo>
                  <a:pt x="202356" y="225730"/>
                </a:lnTo>
                <a:lnTo>
                  <a:pt x="201295" y="226060"/>
                </a:lnTo>
                <a:lnTo>
                  <a:pt x="199390" y="241300"/>
                </a:lnTo>
                <a:lnTo>
                  <a:pt x="180340" y="241300"/>
                </a:lnTo>
                <a:close/>
                <a:moveTo>
                  <a:pt x="189865" y="211138"/>
                </a:moveTo>
                <a:lnTo>
                  <a:pt x="192160" y="211074"/>
                </a:lnTo>
                <a:lnTo>
                  <a:pt x="194389" y="210882"/>
                </a:lnTo>
                <a:lnTo>
                  <a:pt x="196552" y="210562"/>
                </a:lnTo>
                <a:lnTo>
                  <a:pt x="198649" y="210114"/>
                </a:lnTo>
                <a:lnTo>
                  <a:pt x="200680" y="209539"/>
                </a:lnTo>
                <a:lnTo>
                  <a:pt x="202644" y="208836"/>
                </a:lnTo>
                <a:lnTo>
                  <a:pt x="204543" y="208004"/>
                </a:lnTo>
                <a:lnTo>
                  <a:pt x="206375" y="207045"/>
                </a:lnTo>
                <a:lnTo>
                  <a:pt x="208141" y="205958"/>
                </a:lnTo>
                <a:lnTo>
                  <a:pt x="209841" y="204743"/>
                </a:lnTo>
                <a:lnTo>
                  <a:pt x="211475" y="203401"/>
                </a:lnTo>
                <a:lnTo>
                  <a:pt x="213042" y="201930"/>
                </a:lnTo>
                <a:lnTo>
                  <a:pt x="214513" y="200362"/>
                </a:lnTo>
                <a:lnTo>
                  <a:pt x="215856" y="198729"/>
                </a:lnTo>
                <a:lnTo>
                  <a:pt x="217071" y="197029"/>
                </a:lnTo>
                <a:lnTo>
                  <a:pt x="218158" y="195262"/>
                </a:lnTo>
                <a:lnTo>
                  <a:pt x="219117" y="193430"/>
                </a:lnTo>
                <a:lnTo>
                  <a:pt x="219948" y="191532"/>
                </a:lnTo>
                <a:lnTo>
                  <a:pt x="220651" y="189567"/>
                </a:lnTo>
                <a:lnTo>
                  <a:pt x="221227" y="187537"/>
                </a:lnTo>
                <a:lnTo>
                  <a:pt x="221675" y="185440"/>
                </a:lnTo>
                <a:lnTo>
                  <a:pt x="221994" y="183277"/>
                </a:lnTo>
                <a:lnTo>
                  <a:pt x="222186" y="181048"/>
                </a:lnTo>
                <a:lnTo>
                  <a:pt x="222250" y="178752"/>
                </a:lnTo>
                <a:lnTo>
                  <a:pt x="222186" y="176457"/>
                </a:lnTo>
                <a:lnTo>
                  <a:pt x="221994" y="174228"/>
                </a:lnTo>
                <a:lnTo>
                  <a:pt x="221675" y="172065"/>
                </a:lnTo>
                <a:lnTo>
                  <a:pt x="221227" y="169968"/>
                </a:lnTo>
                <a:lnTo>
                  <a:pt x="220651" y="167938"/>
                </a:lnTo>
                <a:lnTo>
                  <a:pt x="219948" y="165973"/>
                </a:lnTo>
                <a:lnTo>
                  <a:pt x="219117" y="164075"/>
                </a:lnTo>
                <a:lnTo>
                  <a:pt x="218158" y="162243"/>
                </a:lnTo>
                <a:lnTo>
                  <a:pt x="217071" y="160476"/>
                </a:lnTo>
                <a:lnTo>
                  <a:pt x="215856" y="158776"/>
                </a:lnTo>
                <a:lnTo>
                  <a:pt x="214513" y="157143"/>
                </a:lnTo>
                <a:lnTo>
                  <a:pt x="213042" y="155575"/>
                </a:lnTo>
                <a:lnTo>
                  <a:pt x="211475" y="154104"/>
                </a:lnTo>
                <a:lnTo>
                  <a:pt x="209841" y="152762"/>
                </a:lnTo>
                <a:lnTo>
                  <a:pt x="208141" y="151547"/>
                </a:lnTo>
                <a:lnTo>
                  <a:pt x="206375" y="150460"/>
                </a:lnTo>
                <a:lnTo>
                  <a:pt x="204543" y="149501"/>
                </a:lnTo>
                <a:lnTo>
                  <a:pt x="202644" y="148669"/>
                </a:lnTo>
                <a:lnTo>
                  <a:pt x="200680" y="147966"/>
                </a:lnTo>
                <a:lnTo>
                  <a:pt x="198649" y="147391"/>
                </a:lnTo>
                <a:lnTo>
                  <a:pt x="196552" y="146943"/>
                </a:lnTo>
                <a:lnTo>
                  <a:pt x="194389" y="146623"/>
                </a:lnTo>
                <a:lnTo>
                  <a:pt x="192160" y="146431"/>
                </a:lnTo>
                <a:lnTo>
                  <a:pt x="189865" y="146368"/>
                </a:lnTo>
                <a:lnTo>
                  <a:pt x="187570" y="146431"/>
                </a:lnTo>
                <a:lnTo>
                  <a:pt x="185341" y="146623"/>
                </a:lnTo>
                <a:lnTo>
                  <a:pt x="183178" y="146943"/>
                </a:lnTo>
                <a:lnTo>
                  <a:pt x="181081" y="147391"/>
                </a:lnTo>
                <a:lnTo>
                  <a:pt x="179050" y="147966"/>
                </a:lnTo>
                <a:lnTo>
                  <a:pt x="177086" y="148669"/>
                </a:lnTo>
                <a:lnTo>
                  <a:pt x="175187" y="149501"/>
                </a:lnTo>
                <a:lnTo>
                  <a:pt x="173355" y="150460"/>
                </a:lnTo>
                <a:lnTo>
                  <a:pt x="171589" y="151547"/>
                </a:lnTo>
                <a:lnTo>
                  <a:pt x="169889" y="152762"/>
                </a:lnTo>
                <a:lnTo>
                  <a:pt x="168255" y="154104"/>
                </a:lnTo>
                <a:lnTo>
                  <a:pt x="166688" y="155575"/>
                </a:lnTo>
                <a:lnTo>
                  <a:pt x="165217" y="157143"/>
                </a:lnTo>
                <a:lnTo>
                  <a:pt x="163874" y="158776"/>
                </a:lnTo>
                <a:lnTo>
                  <a:pt x="162659" y="160476"/>
                </a:lnTo>
                <a:lnTo>
                  <a:pt x="161572" y="162243"/>
                </a:lnTo>
                <a:lnTo>
                  <a:pt x="160613" y="164075"/>
                </a:lnTo>
                <a:lnTo>
                  <a:pt x="159782" y="165973"/>
                </a:lnTo>
                <a:lnTo>
                  <a:pt x="159079" y="167938"/>
                </a:lnTo>
                <a:lnTo>
                  <a:pt x="158503" y="169968"/>
                </a:lnTo>
                <a:lnTo>
                  <a:pt x="158055" y="172065"/>
                </a:lnTo>
                <a:lnTo>
                  <a:pt x="157736" y="174228"/>
                </a:lnTo>
                <a:lnTo>
                  <a:pt x="157544" y="176457"/>
                </a:lnTo>
                <a:lnTo>
                  <a:pt x="157480" y="178752"/>
                </a:lnTo>
                <a:lnTo>
                  <a:pt x="157544" y="181048"/>
                </a:lnTo>
                <a:lnTo>
                  <a:pt x="157736" y="183277"/>
                </a:lnTo>
                <a:lnTo>
                  <a:pt x="158055" y="185440"/>
                </a:lnTo>
                <a:lnTo>
                  <a:pt x="158503" y="187537"/>
                </a:lnTo>
                <a:lnTo>
                  <a:pt x="159079" y="189567"/>
                </a:lnTo>
                <a:lnTo>
                  <a:pt x="159782" y="191532"/>
                </a:lnTo>
                <a:lnTo>
                  <a:pt x="160613" y="193430"/>
                </a:lnTo>
                <a:lnTo>
                  <a:pt x="161572" y="195262"/>
                </a:lnTo>
                <a:lnTo>
                  <a:pt x="162659" y="197029"/>
                </a:lnTo>
                <a:lnTo>
                  <a:pt x="163874" y="198729"/>
                </a:lnTo>
                <a:lnTo>
                  <a:pt x="165217" y="200362"/>
                </a:lnTo>
                <a:lnTo>
                  <a:pt x="166688" y="201930"/>
                </a:lnTo>
                <a:lnTo>
                  <a:pt x="168255" y="203401"/>
                </a:lnTo>
                <a:lnTo>
                  <a:pt x="169889" y="204743"/>
                </a:lnTo>
                <a:lnTo>
                  <a:pt x="171589" y="205958"/>
                </a:lnTo>
                <a:lnTo>
                  <a:pt x="173355" y="207045"/>
                </a:lnTo>
                <a:lnTo>
                  <a:pt x="175187" y="208004"/>
                </a:lnTo>
                <a:lnTo>
                  <a:pt x="177086" y="208836"/>
                </a:lnTo>
                <a:lnTo>
                  <a:pt x="179050" y="209539"/>
                </a:lnTo>
                <a:lnTo>
                  <a:pt x="181081" y="210114"/>
                </a:lnTo>
                <a:lnTo>
                  <a:pt x="183178" y="210562"/>
                </a:lnTo>
                <a:lnTo>
                  <a:pt x="185341" y="210882"/>
                </a:lnTo>
                <a:lnTo>
                  <a:pt x="187570" y="211074"/>
                </a:lnTo>
                <a:lnTo>
                  <a:pt x="189865" y="211138"/>
                </a:lnTo>
                <a:close/>
              </a:path>
            </a:pathLst>
          </a:cu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블록 kdms.state"/>
          <p:cNvSpPr/>
          <p:nvPr/>
        </p:nvSpPr>
        <p:spPr>
          <a:xfrm>
            <a:off x="7010400" y="3703320"/>
            <a:ext cx="2247900" cy="10363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3716">
            <a:solidFill>
              <a:srgbClr val="8EC3EC"/>
            </a:solidFill>
          </a:ln>
        </p:spPr>
        <p:txBody>
          <a:bodyPr rtlCol="0" anchor="t" lIns="45720" tIns="4114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kdms.state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관리 테이블 · 상태 기계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pg_advisory_lock 잠금</a:t>
            </a:r>
          </a:p>
        </p:txBody>
      </p:sp>
      <p:sp>
        <p:nvSpPr>
          <p:cNvPr id="35" name="아이콘 account_tree"/>
          <p:cNvSpPr/>
          <p:nvPr/>
        </p:nvSpPr>
        <p:spPr>
          <a:xfrm>
            <a:off x="8007350" y="3802380"/>
            <a:ext cx="254000" cy="228600"/>
          </a:xfrm>
          <a:custGeom>
            <a:avLst/>
            <a:gdLst/>
            <a:ahLst/>
            <a:cxnLst/>
            <a:rect l="l" t="t" r="r" b="b"/>
            <a:pathLst>
              <a:path w="254000" h="228600">
                <a:moveTo>
                  <a:pt x="166370" y="228600"/>
                </a:moveTo>
                <a:lnTo>
                  <a:pt x="166370" y="188912"/>
                </a:lnTo>
                <a:lnTo>
                  <a:pt x="117475" y="188912"/>
                </a:lnTo>
                <a:lnTo>
                  <a:pt x="117475" y="58738"/>
                </a:lnTo>
                <a:lnTo>
                  <a:pt x="87948" y="58738"/>
                </a:lnTo>
                <a:lnTo>
                  <a:pt x="87948" y="100012"/>
                </a:lnTo>
                <a:lnTo>
                  <a:pt x="0" y="100012"/>
                </a:lnTo>
                <a:lnTo>
                  <a:pt x="0" y="0"/>
                </a:lnTo>
                <a:lnTo>
                  <a:pt x="87948" y="0"/>
                </a:lnTo>
                <a:lnTo>
                  <a:pt x="87948" y="39688"/>
                </a:lnTo>
                <a:lnTo>
                  <a:pt x="166370" y="39688"/>
                </a:lnTo>
                <a:lnTo>
                  <a:pt x="166370" y="0"/>
                </a:lnTo>
                <a:lnTo>
                  <a:pt x="254000" y="0"/>
                </a:lnTo>
                <a:lnTo>
                  <a:pt x="254000" y="100012"/>
                </a:lnTo>
                <a:lnTo>
                  <a:pt x="166370" y="100012"/>
                </a:lnTo>
                <a:lnTo>
                  <a:pt x="166370" y="58738"/>
                </a:lnTo>
                <a:lnTo>
                  <a:pt x="136525" y="58738"/>
                </a:lnTo>
                <a:lnTo>
                  <a:pt x="136525" y="169862"/>
                </a:lnTo>
                <a:lnTo>
                  <a:pt x="166370" y="169862"/>
                </a:lnTo>
                <a:lnTo>
                  <a:pt x="166370" y="128588"/>
                </a:lnTo>
                <a:lnTo>
                  <a:pt x="254000" y="128588"/>
                </a:lnTo>
                <a:lnTo>
                  <a:pt x="254000" y="228600"/>
                </a:lnTo>
                <a:lnTo>
                  <a:pt x="166370" y="228600"/>
                </a:lnTo>
                <a:close/>
                <a:moveTo>
                  <a:pt x="19050" y="19050"/>
                </a:moveTo>
                <a:lnTo>
                  <a:pt x="19050" y="80962"/>
                </a:lnTo>
                <a:lnTo>
                  <a:pt x="19050" y="19050"/>
                </a:lnTo>
                <a:close/>
                <a:moveTo>
                  <a:pt x="185420" y="147638"/>
                </a:moveTo>
                <a:lnTo>
                  <a:pt x="185420" y="209550"/>
                </a:lnTo>
                <a:lnTo>
                  <a:pt x="185420" y="147638"/>
                </a:lnTo>
                <a:close/>
                <a:moveTo>
                  <a:pt x="185420" y="19050"/>
                </a:moveTo>
                <a:lnTo>
                  <a:pt x="185420" y="80962"/>
                </a:lnTo>
                <a:lnTo>
                  <a:pt x="185420" y="19050"/>
                </a:lnTo>
                <a:close/>
                <a:moveTo>
                  <a:pt x="185420" y="80962"/>
                </a:moveTo>
                <a:lnTo>
                  <a:pt x="234950" y="80962"/>
                </a:lnTo>
                <a:lnTo>
                  <a:pt x="234950" y="19050"/>
                </a:lnTo>
                <a:lnTo>
                  <a:pt x="185420" y="19050"/>
                </a:lnTo>
                <a:lnTo>
                  <a:pt x="185420" y="80962"/>
                </a:lnTo>
                <a:close/>
                <a:moveTo>
                  <a:pt x="185420" y="209550"/>
                </a:moveTo>
                <a:lnTo>
                  <a:pt x="234950" y="209550"/>
                </a:lnTo>
                <a:lnTo>
                  <a:pt x="234950" y="147638"/>
                </a:lnTo>
                <a:lnTo>
                  <a:pt x="185420" y="147638"/>
                </a:lnTo>
                <a:lnTo>
                  <a:pt x="185420" y="209550"/>
                </a:lnTo>
                <a:close/>
                <a:moveTo>
                  <a:pt x="19050" y="80962"/>
                </a:moveTo>
                <a:lnTo>
                  <a:pt x="68898" y="80962"/>
                </a:lnTo>
                <a:lnTo>
                  <a:pt x="68898" y="19050"/>
                </a:lnTo>
                <a:lnTo>
                  <a:pt x="19050" y="19050"/>
                </a:lnTo>
                <a:lnTo>
                  <a:pt x="19050" y="80962"/>
                </a:lnTo>
                <a:close/>
              </a:path>
            </a:pathLst>
          </a:cu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블록 kdms.config"/>
          <p:cNvSpPr/>
          <p:nvPr/>
        </p:nvSpPr>
        <p:spPr>
          <a:xfrm>
            <a:off x="9410700" y="3703320"/>
            <a:ext cx="2247900" cy="10363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3716">
            <a:solidFill>
              <a:srgbClr val="8EC3EC"/>
            </a:solidFill>
          </a:ln>
        </p:spPr>
        <p:txBody>
          <a:bodyPr rtlCol="0" anchor="t" lIns="45720" tIns="4114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kdms.config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YAML 설정 · .env 치환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JDBC 연결</a:t>
            </a:r>
          </a:p>
        </p:txBody>
      </p:sp>
      <p:sp>
        <p:nvSpPr>
          <p:cNvPr id="37" name="아이콘 settings"/>
          <p:cNvSpPr/>
          <p:nvPr/>
        </p:nvSpPr>
        <p:spPr>
          <a:xfrm>
            <a:off x="10407650" y="378968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7790" y="254000"/>
                </a:moveTo>
                <a:lnTo>
                  <a:pt x="91440" y="213995"/>
                </a:lnTo>
                <a:lnTo>
                  <a:pt x="90430" y="213614"/>
                </a:lnTo>
                <a:lnTo>
                  <a:pt x="89412" y="213210"/>
                </a:lnTo>
                <a:lnTo>
                  <a:pt x="88384" y="212785"/>
                </a:lnTo>
                <a:lnTo>
                  <a:pt x="87348" y="212337"/>
                </a:lnTo>
                <a:lnTo>
                  <a:pt x="86303" y="211867"/>
                </a:lnTo>
                <a:lnTo>
                  <a:pt x="85249" y="211376"/>
                </a:lnTo>
                <a:lnTo>
                  <a:pt x="84186" y="210862"/>
                </a:lnTo>
                <a:lnTo>
                  <a:pt x="83114" y="210326"/>
                </a:lnTo>
                <a:lnTo>
                  <a:pt x="82034" y="209768"/>
                </a:lnTo>
                <a:lnTo>
                  <a:pt x="80945" y="209188"/>
                </a:lnTo>
                <a:lnTo>
                  <a:pt x="79847" y="208586"/>
                </a:lnTo>
                <a:lnTo>
                  <a:pt x="78740" y="207962"/>
                </a:lnTo>
                <a:lnTo>
                  <a:pt x="77640" y="207325"/>
                </a:lnTo>
                <a:lnTo>
                  <a:pt x="76562" y="206684"/>
                </a:lnTo>
                <a:lnTo>
                  <a:pt x="75505" y="206038"/>
                </a:lnTo>
                <a:lnTo>
                  <a:pt x="74471" y="205387"/>
                </a:lnTo>
                <a:lnTo>
                  <a:pt x="73459" y="204732"/>
                </a:lnTo>
                <a:lnTo>
                  <a:pt x="72469" y="204073"/>
                </a:lnTo>
                <a:lnTo>
                  <a:pt x="71501" y="203409"/>
                </a:lnTo>
                <a:lnTo>
                  <a:pt x="70556" y="202741"/>
                </a:lnTo>
                <a:lnTo>
                  <a:pt x="69632" y="202069"/>
                </a:lnTo>
                <a:lnTo>
                  <a:pt x="68730" y="201392"/>
                </a:lnTo>
                <a:lnTo>
                  <a:pt x="67850" y="200711"/>
                </a:lnTo>
                <a:lnTo>
                  <a:pt x="66992" y="200025"/>
                </a:lnTo>
                <a:lnTo>
                  <a:pt x="29528" y="217170"/>
                </a:lnTo>
                <a:lnTo>
                  <a:pt x="0" y="165100"/>
                </a:lnTo>
                <a:lnTo>
                  <a:pt x="34290" y="140018"/>
                </a:lnTo>
                <a:lnTo>
                  <a:pt x="34187" y="139536"/>
                </a:lnTo>
                <a:lnTo>
                  <a:pt x="34092" y="139043"/>
                </a:lnTo>
                <a:lnTo>
                  <a:pt x="34002" y="138539"/>
                </a:lnTo>
                <a:lnTo>
                  <a:pt x="33920" y="138024"/>
                </a:lnTo>
                <a:lnTo>
                  <a:pt x="33844" y="137498"/>
                </a:lnTo>
                <a:lnTo>
                  <a:pt x="33774" y="136962"/>
                </a:lnTo>
                <a:lnTo>
                  <a:pt x="33711" y="136414"/>
                </a:lnTo>
                <a:lnTo>
                  <a:pt x="33655" y="135855"/>
                </a:lnTo>
                <a:lnTo>
                  <a:pt x="33605" y="135285"/>
                </a:lnTo>
                <a:lnTo>
                  <a:pt x="33562" y="134704"/>
                </a:lnTo>
                <a:lnTo>
                  <a:pt x="33526" y="134112"/>
                </a:lnTo>
                <a:lnTo>
                  <a:pt x="33496" y="133509"/>
                </a:lnTo>
                <a:lnTo>
                  <a:pt x="33471" y="132906"/>
                </a:lnTo>
                <a:lnTo>
                  <a:pt x="33448" y="132314"/>
                </a:lnTo>
                <a:lnTo>
                  <a:pt x="33427" y="131733"/>
                </a:lnTo>
                <a:lnTo>
                  <a:pt x="33408" y="131163"/>
                </a:lnTo>
                <a:lnTo>
                  <a:pt x="33392" y="130604"/>
                </a:lnTo>
                <a:lnTo>
                  <a:pt x="33377" y="130056"/>
                </a:lnTo>
                <a:lnTo>
                  <a:pt x="33365" y="129519"/>
                </a:lnTo>
                <a:lnTo>
                  <a:pt x="33355" y="128993"/>
                </a:lnTo>
                <a:lnTo>
                  <a:pt x="33347" y="128478"/>
                </a:lnTo>
                <a:lnTo>
                  <a:pt x="33342" y="127975"/>
                </a:lnTo>
                <a:lnTo>
                  <a:pt x="33339" y="127482"/>
                </a:lnTo>
                <a:lnTo>
                  <a:pt x="33338" y="127000"/>
                </a:lnTo>
                <a:lnTo>
                  <a:pt x="33339" y="126518"/>
                </a:lnTo>
                <a:lnTo>
                  <a:pt x="33342" y="126025"/>
                </a:lnTo>
                <a:lnTo>
                  <a:pt x="33347" y="125522"/>
                </a:lnTo>
                <a:lnTo>
                  <a:pt x="33355" y="125007"/>
                </a:lnTo>
                <a:lnTo>
                  <a:pt x="33365" y="124481"/>
                </a:lnTo>
                <a:lnTo>
                  <a:pt x="33377" y="123944"/>
                </a:lnTo>
                <a:lnTo>
                  <a:pt x="33392" y="123396"/>
                </a:lnTo>
                <a:lnTo>
                  <a:pt x="33408" y="122837"/>
                </a:lnTo>
                <a:lnTo>
                  <a:pt x="33427" y="122267"/>
                </a:lnTo>
                <a:lnTo>
                  <a:pt x="33448" y="121686"/>
                </a:lnTo>
                <a:lnTo>
                  <a:pt x="33471" y="121094"/>
                </a:lnTo>
                <a:lnTo>
                  <a:pt x="33496" y="120491"/>
                </a:lnTo>
                <a:lnTo>
                  <a:pt x="33526" y="119888"/>
                </a:lnTo>
                <a:lnTo>
                  <a:pt x="33562" y="119296"/>
                </a:lnTo>
                <a:lnTo>
                  <a:pt x="33605" y="118715"/>
                </a:lnTo>
                <a:lnTo>
                  <a:pt x="33655" y="118145"/>
                </a:lnTo>
                <a:lnTo>
                  <a:pt x="33711" y="117586"/>
                </a:lnTo>
                <a:lnTo>
                  <a:pt x="33774" y="117038"/>
                </a:lnTo>
                <a:lnTo>
                  <a:pt x="33844" y="116502"/>
                </a:lnTo>
                <a:lnTo>
                  <a:pt x="33920" y="115976"/>
                </a:lnTo>
                <a:lnTo>
                  <a:pt x="34002" y="115461"/>
                </a:lnTo>
                <a:lnTo>
                  <a:pt x="34092" y="114957"/>
                </a:lnTo>
                <a:lnTo>
                  <a:pt x="34187" y="114464"/>
                </a:lnTo>
                <a:lnTo>
                  <a:pt x="34290" y="113982"/>
                </a:lnTo>
                <a:lnTo>
                  <a:pt x="0" y="88900"/>
                </a:lnTo>
                <a:lnTo>
                  <a:pt x="29528" y="36830"/>
                </a:lnTo>
                <a:lnTo>
                  <a:pt x="66992" y="53975"/>
                </a:lnTo>
                <a:lnTo>
                  <a:pt x="67850" y="53289"/>
                </a:lnTo>
                <a:lnTo>
                  <a:pt x="68730" y="52608"/>
                </a:lnTo>
                <a:lnTo>
                  <a:pt x="69632" y="51931"/>
                </a:lnTo>
                <a:lnTo>
                  <a:pt x="70556" y="51259"/>
                </a:lnTo>
                <a:lnTo>
                  <a:pt x="71501" y="50591"/>
                </a:lnTo>
                <a:lnTo>
                  <a:pt x="72469" y="49927"/>
                </a:lnTo>
                <a:lnTo>
                  <a:pt x="73459" y="49268"/>
                </a:lnTo>
                <a:lnTo>
                  <a:pt x="74471" y="48613"/>
                </a:lnTo>
                <a:lnTo>
                  <a:pt x="75505" y="47962"/>
                </a:lnTo>
                <a:lnTo>
                  <a:pt x="76562" y="47316"/>
                </a:lnTo>
                <a:lnTo>
                  <a:pt x="77640" y="46675"/>
                </a:lnTo>
                <a:lnTo>
                  <a:pt x="78740" y="46038"/>
                </a:lnTo>
                <a:lnTo>
                  <a:pt x="79847" y="45416"/>
                </a:lnTo>
                <a:lnTo>
                  <a:pt x="80945" y="44820"/>
                </a:lnTo>
                <a:lnTo>
                  <a:pt x="82034" y="44252"/>
                </a:lnTo>
                <a:lnTo>
                  <a:pt x="83114" y="43709"/>
                </a:lnTo>
                <a:lnTo>
                  <a:pt x="84186" y="43193"/>
                </a:lnTo>
                <a:lnTo>
                  <a:pt x="85249" y="42704"/>
                </a:lnTo>
                <a:lnTo>
                  <a:pt x="86303" y="42241"/>
                </a:lnTo>
                <a:lnTo>
                  <a:pt x="87348" y="41804"/>
                </a:lnTo>
                <a:lnTo>
                  <a:pt x="88384" y="41394"/>
                </a:lnTo>
                <a:lnTo>
                  <a:pt x="89412" y="41010"/>
                </a:lnTo>
                <a:lnTo>
                  <a:pt x="90430" y="40653"/>
                </a:lnTo>
                <a:lnTo>
                  <a:pt x="91440" y="40322"/>
                </a:lnTo>
                <a:lnTo>
                  <a:pt x="97790" y="0"/>
                </a:lnTo>
                <a:lnTo>
                  <a:pt x="156210" y="0"/>
                </a:lnTo>
                <a:lnTo>
                  <a:pt x="162560" y="40005"/>
                </a:lnTo>
                <a:lnTo>
                  <a:pt x="163571" y="40385"/>
                </a:lnTo>
                <a:lnTo>
                  <a:pt x="164593" y="40786"/>
                </a:lnTo>
                <a:lnTo>
                  <a:pt x="165626" y="41206"/>
                </a:lnTo>
                <a:lnTo>
                  <a:pt x="166670" y="41645"/>
                </a:lnTo>
                <a:lnTo>
                  <a:pt x="167725" y="42105"/>
                </a:lnTo>
                <a:lnTo>
                  <a:pt x="168791" y="42585"/>
                </a:lnTo>
                <a:lnTo>
                  <a:pt x="169868" y="43084"/>
                </a:lnTo>
                <a:lnTo>
                  <a:pt x="170956" y="43603"/>
                </a:lnTo>
                <a:lnTo>
                  <a:pt x="172055" y="44142"/>
                </a:lnTo>
                <a:lnTo>
                  <a:pt x="173165" y="44701"/>
                </a:lnTo>
                <a:lnTo>
                  <a:pt x="174287" y="45280"/>
                </a:lnTo>
                <a:lnTo>
                  <a:pt x="175419" y="45879"/>
                </a:lnTo>
                <a:lnTo>
                  <a:pt x="176542" y="46493"/>
                </a:lnTo>
                <a:lnTo>
                  <a:pt x="177637" y="47118"/>
                </a:lnTo>
                <a:lnTo>
                  <a:pt x="178703" y="47754"/>
                </a:lnTo>
                <a:lnTo>
                  <a:pt x="179740" y="48401"/>
                </a:lnTo>
                <a:lnTo>
                  <a:pt x="180749" y="49059"/>
                </a:lnTo>
                <a:lnTo>
                  <a:pt x="181729" y="49728"/>
                </a:lnTo>
                <a:lnTo>
                  <a:pt x="182680" y="50409"/>
                </a:lnTo>
                <a:lnTo>
                  <a:pt x="183603" y="51100"/>
                </a:lnTo>
                <a:lnTo>
                  <a:pt x="184497" y="51802"/>
                </a:lnTo>
                <a:lnTo>
                  <a:pt x="185363" y="52515"/>
                </a:lnTo>
                <a:lnTo>
                  <a:pt x="186199" y="53240"/>
                </a:lnTo>
                <a:lnTo>
                  <a:pt x="187008" y="53975"/>
                </a:lnTo>
                <a:lnTo>
                  <a:pt x="224472" y="36830"/>
                </a:lnTo>
                <a:lnTo>
                  <a:pt x="254000" y="88900"/>
                </a:lnTo>
                <a:lnTo>
                  <a:pt x="219710" y="113348"/>
                </a:lnTo>
                <a:lnTo>
                  <a:pt x="219813" y="113880"/>
                </a:lnTo>
                <a:lnTo>
                  <a:pt x="219908" y="114419"/>
                </a:lnTo>
                <a:lnTo>
                  <a:pt x="219998" y="114965"/>
                </a:lnTo>
                <a:lnTo>
                  <a:pt x="220080" y="115517"/>
                </a:lnTo>
                <a:lnTo>
                  <a:pt x="220156" y="116076"/>
                </a:lnTo>
                <a:lnTo>
                  <a:pt x="220226" y="116642"/>
                </a:lnTo>
                <a:lnTo>
                  <a:pt x="220289" y="117214"/>
                </a:lnTo>
                <a:lnTo>
                  <a:pt x="220345" y="117792"/>
                </a:lnTo>
                <a:lnTo>
                  <a:pt x="220395" y="118378"/>
                </a:lnTo>
                <a:lnTo>
                  <a:pt x="220438" y="118970"/>
                </a:lnTo>
                <a:lnTo>
                  <a:pt x="220474" y="119569"/>
                </a:lnTo>
                <a:lnTo>
                  <a:pt x="220504" y="120174"/>
                </a:lnTo>
                <a:lnTo>
                  <a:pt x="220529" y="120779"/>
                </a:lnTo>
                <a:lnTo>
                  <a:pt x="220552" y="121378"/>
                </a:lnTo>
                <a:lnTo>
                  <a:pt x="220573" y="121970"/>
                </a:lnTo>
                <a:lnTo>
                  <a:pt x="220592" y="122555"/>
                </a:lnTo>
                <a:lnTo>
                  <a:pt x="220608" y="123134"/>
                </a:lnTo>
                <a:lnTo>
                  <a:pt x="220623" y="123706"/>
                </a:lnTo>
                <a:lnTo>
                  <a:pt x="220635" y="124271"/>
                </a:lnTo>
                <a:lnTo>
                  <a:pt x="220645" y="124830"/>
                </a:lnTo>
                <a:lnTo>
                  <a:pt x="220653" y="125383"/>
                </a:lnTo>
                <a:lnTo>
                  <a:pt x="220658" y="125928"/>
                </a:lnTo>
                <a:lnTo>
                  <a:pt x="220661" y="126468"/>
                </a:lnTo>
                <a:lnTo>
                  <a:pt x="220662" y="127000"/>
                </a:lnTo>
                <a:lnTo>
                  <a:pt x="220661" y="127531"/>
                </a:lnTo>
                <a:lnTo>
                  <a:pt x="220658" y="128067"/>
                </a:lnTo>
                <a:lnTo>
                  <a:pt x="220653" y="128607"/>
                </a:lnTo>
                <a:lnTo>
                  <a:pt x="220645" y="129152"/>
                </a:lnTo>
                <a:lnTo>
                  <a:pt x="220635" y="129701"/>
                </a:lnTo>
                <a:lnTo>
                  <a:pt x="220623" y="130254"/>
                </a:lnTo>
                <a:lnTo>
                  <a:pt x="220608" y="130812"/>
                </a:lnTo>
                <a:lnTo>
                  <a:pt x="220592" y="131374"/>
                </a:lnTo>
                <a:lnTo>
                  <a:pt x="220573" y="131941"/>
                </a:lnTo>
                <a:lnTo>
                  <a:pt x="220552" y="132512"/>
                </a:lnTo>
                <a:lnTo>
                  <a:pt x="220529" y="133088"/>
                </a:lnTo>
                <a:lnTo>
                  <a:pt x="220504" y="133668"/>
                </a:lnTo>
                <a:lnTo>
                  <a:pt x="220474" y="134247"/>
                </a:lnTo>
                <a:lnTo>
                  <a:pt x="220438" y="134823"/>
                </a:lnTo>
                <a:lnTo>
                  <a:pt x="220395" y="135394"/>
                </a:lnTo>
                <a:lnTo>
                  <a:pt x="220345" y="135961"/>
                </a:lnTo>
                <a:lnTo>
                  <a:pt x="220289" y="136523"/>
                </a:lnTo>
                <a:lnTo>
                  <a:pt x="220226" y="137081"/>
                </a:lnTo>
                <a:lnTo>
                  <a:pt x="220156" y="137634"/>
                </a:lnTo>
                <a:lnTo>
                  <a:pt x="220080" y="138183"/>
                </a:lnTo>
                <a:lnTo>
                  <a:pt x="219998" y="138728"/>
                </a:lnTo>
                <a:lnTo>
                  <a:pt x="219908" y="139268"/>
                </a:lnTo>
                <a:lnTo>
                  <a:pt x="219813" y="139804"/>
                </a:lnTo>
                <a:lnTo>
                  <a:pt x="219710" y="140335"/>
                </a:lnTo>
                <a:lnTo>
                  <a:pt x="254000" y="165100"/>
                </a:lnTo>
                <a:lnTo>
                  <a:pt x="224472" y="217170"/>
                </a:lnTo>
                <a:lnTo>
                  <a:pt x="187008" y="200025"/>
                </a:lnTo>
                <a:lnTo>
                  <a:pt x="186151" y="200712"/>
                </a:lnTo>
                <a:lnTo>
                  <a:pt x="185274" y="201396"/>
                </a:lnTo>
                <a:lnTo>
                  <a:pt x="184378" y="202079"/>
                </a:lnTo>
                <a:lnTo>
                  <a:pt x="183462" y="202759"/>
                </a:lnTo>
                <a:lnTo>
                  <a:pt x="182526" y="203437"/>
                </a:lnTo>
                <a:lnTo>
                  <a:pt x="181570" y="204113"/>
                </a:lnTo>
                <a:lnTo>
                  <a:pt x="180595" y="204786"/>
                </a:lnTo>
                <a:lnTo>
                  <a:pt x="179599" y="205458"/>
                </a:lnTo>
                <a:lnTo>
                  <a:pt x="178584" y="206127"/>
                </a:lnTo>
                <a:lnTo>
                  <a:pt x="177549" y="206794"/>
                </a:lnTo>
                <a:lnTo>
                  <a:pt x="176494" y="207459"/>
                </a:lnTo>
                <a:lnTo>
                  <a:pt x="175419" y="208121"/>
                </a:lnTo>
                <a:lnTo>
                  <a:pt x="174335" y="208768"/>
                </a:lnTo>
                <a:lnTo>
                  <a:pt x="173254" y="209387"/>
                </a:lnTo>
                <a:lnTo>
                  <a:pt x="172174" y="209977"/>
                </a:lnTo>
                <a:lnTo>
                  <a:pt x="171097" y="210538"/>
                </a:lnTo>
                <a:lnTo>
                  <a:pt x="170022" y="211070"/>
                </a:lnTo>
                <a:lnTo>
                  <a:pt x="168950" y="211574"/>
                </a:lnTo>
                <a:lnTo>
                  <a:pt x="167879" y="212049"/>
                </a:lnTo>
                <a:lnTo>
                  <a:pt x="166811" y="212496"/>
                </a:lnTo>
                <a:lnTo>
                  <a:pt x="165745" y="212914"/>
                </a:lnTo>
                <a:lnTo>
                  <a:pt x="164681" y="213303"/>
                </a:lnTo>
                <a:lnTo>
                  <a:pt x="163619" y="213663"/>
                </a:lnTo>
                <a:lnTo>
                  <a:pt x="162560" y="213995"/>
                </a:lnTo>
                <a:lnTo>
                  <a:pt x="156210" y="254000"/>
                </a:lnTo>
                <a:lnTo>
                  <a:pt x="97790" y="254000"/>
                </a:lnTo>
                <a:close/>
                <a:moveTo>
                  <a:pt x="113030" y="234950"/>
                </a:moveTo>
                <a:lnTo>
                  <a:pt x="140970" y="234950"/>
                </a:lnTo>
                <a:lnTo>
                  <a:pt x="145415" y="199390"/>
                </a:lnTo>
                <a:lnTo>
                  <a:pt x="147154" y="198947"/>
                </a:lnTo>
                <a:lnTo>
                  <a:pt x="148877" y="198464"/>
                </a:lnTo>
                <a:lnTo>
                  <a:pt x="150584" y="197941"/>
                </a:lnTo>
                <a:lnTo>
                  <a:pt x="152277" y="197379"/>
                </a:lnTo>
                <a:lnTo>
                  <a:pt x="153953" y="196777"/>
                </a:lnTo>
                <a:lnTo>
                  <a:pt x="155615" y="196136"/>
                </a:lnTo>
                <a:lnTo>
                  <a:pt x="157261" y="195454"/>
                </a:lnTo>
                <a:lnTo>
                  <a:pt x="158891" y="194733"/>
                </a:lnTo>
                <a:lnTo>
                  <a:pt x="160506" y="193973"/>
                </a:lnTo>
                <a:lnTo>
                  <a:pt x="162106" y="193172"/>
                </a:lnTo>
                <a:lnTo>
                  <a:pt x="163690" y="192332"/>
                </a:lnTo>
                <a:lnTo>
                  <a:pt x="165259" y="191453"/>
                </a:lnTo>
                <a:lnTo>
                  <a:pt x="166808" y="190537"/>
                </a:lnTo>
                <a:lnTo>
                  <a:pt x="168332" y="189592"/>
                </a:lnTo>
                <a:lnTo>
                  <a:pt x="169833" y="188615"/>
                </a:lnTo>
                <a:lnTo>
                  <a:pt x="171309" y="187607"/>
                </a:lnTo>
                <a:lnTo>
                  <a:pt x="172761" y="186569"/>
                </a:lnTo>
                <a:lnTo>
                  <a:pt x="174188" y="185499"/>
                </a:lnTo>
                <a:lnTo>
                  <a:pt x="175592" y="184399"/>
                </a:lnTo>
                <a:lnTo>
                  <a:pt x="176971" y="183268"/>
                </a:lnTo>
                <a:lnTo>
                  <a:pt x="178326" y="182106"/>
                </a:lnTo>
                <a:lnTo>
                  <a:pt x="179656" y="180913"/>
                </a:lnTo>
                <a:lnTo>
                  <a:pt x="180963" y="179690"/>
                </a:lnTo>
                <a:lnTo>
                  <a:pt x="182245" y="178435"/>
                </a:lnTo>
                <a:lnTo>
                  <a:pt x="215900" y="193040"/>
                </a:lnTo>
                <a:lnTo>
                  <a:pt x="228600" y="170180"/>
                </a:lnTo>
                <a:lnTo>
                  <a:pt x="198755" y="148272"/>
                </a:lnTo>
                <a:lnTo>
                  <a:pt x="198963" y="147374"/>
                </a:lnTo>
                <a:lnTo>
                  <a:pt x="199165" y="146478"/>
                </a:lnTo>
                <a:lnTo>
                  <a:pt x="199360" y="145584"/>
                </a:lnTo>
                <a:lnTo>
                  <a:pt x="199549" y="144692"/>
                </a:lnTo>
                <a:lnTo>
                  <a:pt x="199731" y="143802"/>
                </a:lnTo>
                <a:lnTo>
                  <a:pt x="199906" y="142915"/>
                </a:lnTo>
                <a:lnTo>
                  <a:pt x="200075" y="142029"/>
                </a:lnTo>
                <a:lnTo>
                  <a:pt x="200237" y="141146"/>
                </a:lnTo>
                <a:lnTo>
                  <a:pt x="200392" y="140266"/>
                </a:lnTo>
                <a:lnTo>
                  <a:pt x="200541" y="139387"/>
                </a:lnTo>
                <a:lnTo>
                  <a:pt x="200683" y="138510"/>
                </a:lnTo>
                <a:lnTo>
                  <a:pt x="200819" y="137636"/>
                </a:lnTo>
                <a:lnTo>
                  <a:pt x="200946" y="136762"/>
                </a:lnTo>
                <a:lnTo>
                  <a:pt x="201061" y="135886"/>
                </a:lnTo>
                <a:lnTo>
                  <a:pt x="201166" y="135007"/>
                </a:lnTo>
                <a:lnTo>
                  <a:pt x="201260" y="134126"/>
                </a:lnTo>
                <a:lnTo>
                  <a:pt x="201342" y="133243"/>
                </a:lnTo>
                <a:lnTo>
                  <a:pt x="201414" y="132358"/>
                </a:lnTo>
                <a:lnTo>
                  <a:pt x="201475" y="131470"/>
                </a:lnTo>
                <a:lnTo>
                  <a:pt x="201524" y="130581"/>
                </a:lnTo>
                <a:lnTo>
                  <a:pt x="201563" y="129689"/>
                </a:lnTo>
                <a:lnTo>
                  <a:pt x="201590" y="128795"/>
                </a:lnTo>
                <a:lnTo>
                  <a:pt x="201607" y="127898"/>
                </a:lnTo>
                <a:lnTo>
                  <a:pt x="201612" y="127000"/>
                </a:lnTo>
                <a:lnTo>
                  <a:pt x="201608" y="126102"/>
                </a:lnTo>
                <a:lnTo>
                  <a:pt x="201595" y="125205"/>
                </a:lnTo>
                <a:lnTo>
                  <a:pt x="201573" y="124311"/>
                </a:lnTo>
                <a:lnTo>
                  <a:pt x="201542" y="123419"/>
                </a:lnTo>
                <a:lnTo>
                  <a:pt x="201502" y="122530"/>
                </a:lnTo>
                <a:lnTo>
                  <a:pt x="201454" y="121642"/>
                </a:lnTo>
                <a:lnTo>
                  <a:pt x="201396" y="120757"/>
                </a:lnTo>
                <a:lnTo>
                  <a:pt x="201330" y="119874"/>
                </a:lnTo>
                <a:lnTo>
                  <a:pt x="201255" y="118993"/>
                </a:lnTo>
                <a:lnTo>
                  <a:pt x="201172" y="118114"/>
                </a:lnTo>
                <a:lnTo>
                  <a:pt x="201079" y="117238"/>
                </a:lnTo>
                <a:lnTo>
                  <a:pt x="200978" y="116364"/>
                </a:lnTo>
                <a:lnTo>
                  <a:pt x="200865" y="115490"/>
                </a:lnTo>
                <a:lnTo>
                  <a:pt x="200739" y="114613"/>
                </a:lnTo>
                <a:lnTo>
                  <a:pt x="200600" y="113734"/>
                </a:lnTo>
                <a:lnTo>
                  <a:pt x="200448" y="112854"/>
                </a:lnTo>
                <a:lnTo>
                  <a:pt x="200283" y="111971"/>
                </a:lnTo>
                <a:lnTo>
                  <a:pt x="200104" y="111085"/>
                </a:lnTo>
                <a:lnTo>
                  <a:pt x="199913" y="110198"/>
                </a:lnTo>
                <a:lnTo>
                  <a:pt x="199708" y="109308"/>
                </a:lnTo>
                <a:lnTo>
                  <a:pt x="199489" y="108416"/>
                </a:lnTo>
                <a:lnTo>
                  <a:pt x="199258" y="107522"/>
                </a:lnTo>
                <a:lnTo>
                  <a:pt x="199013" y="106626"/>
                </a:lnTo>
                <a:lnTo>
                  <a:pt x="198755" y="105728"/>
                </a:lnTo>
                <a:lnTo>
                  <a:pt x="228600" y="83820"/>
                </a:lnTo>
                <a:lnTo>
                  <a:pt x="215900" y="60960"/>
                </a:lnTo>
                <a:lnTo>
                  <a:pt x="182245" y="75565"/>
                </a:lnTo>
                <a:lnTo>
                  <a:pt x="181015" y="74208"/>
                </a:lnTo>
                <a:lnTo>
                  <a:pt x="179758" y="72888"/>
                </a:lnTo>
                <a:lnTo>
                  <a:pt x="178475" y="71606"/>
                </a:lnTo>
                <a:lnTo>
                  <a:pt x="177165" y="70362"/>
                </a:lnTo>
                <a:lnTo>
                  <a:pt x="175829" y="69154"/>
                </a:lnTo>
                <a:lnTo>
                  <a:pt x="174466" y="67985"/>
                </a:lnTo>
                <a:lnTo>
                  <a:pt x="173077" y="66852"/>
                </a:lnTo>
                <a:lnTo>
                  <a:pt x="171662" y="65758"/>
                </a:lnTo>
                <a:lnTo>
                  <a:pt x="170220" y="64701"/>
                </a:lnTo>
                <a:lnTo>
                  <a:pt x="168751" y="63681"/>
                </a:lnTo>
                <a:lnTo>
                  <a:pt x="167256" y="62699"/>
                </a:lnTo>
                <a:lnTo>
                  <a:pt x="165735" y="61754"/>
                </a:lnTo>
                <a:lnTo>
                  <a:pt x="164187" y="60855"/>
                </a:lnTo>
                <a:lnTo>
                  <a:pt x="162613" y="60012"/>
                </a:lnTo>
                <a:lnTo>
                  <a:pt x="161012" y="59224"/>
                </a:lnTo>
                <a:lnTo>
                  <a:pt x="159385" y="58491"/>
                </a:lnTo>
                <a:lnTo>
                  <a:pt x="157731" y="57813"/>
                </a:lnTo>
                <a:lnTo>
                  <a:pt x="156051" y="57190"/>
                </a:lnTo>
                <a:lnTo>
                  <a:pt x="154345" y="56622"/>
                </a:lnTo>
                <a:lnTo>
                  <a:pt x="152612" y="56109"/>
                </a:lnTo>
                <a:lnTo>
                  <a:pt x="150852" y="55652"/>
                </a:lnTo>
                <a:lnTo>
                  <a:pt x="149066" y="55249"/>
                </a:lnTo>
                <a:lnTo>
                  <a:pt x="147254" y="54902"/>
                </a:lnTo>
                <a:lnTo>
                  <a:pt x="145415" y="54610"/>
                </a:lnTo>
                <a:lnTo>
                  <a:pt x="140970" y="19050"/>
                </a:lnTo>
                <a:lnTo>
                  <a:pt x="113030" y="19050"/>
                </a:lnTo>
                <a:lnTo>
                  <a:pt x="108585" y="54610"/>
                </a:lnTo>
                <a:lnTo>
                  <a:pt x="106796" y="55002"/>
                </a:lnTo>
                <a:lnTo>
                  <a:pt x="105026" y="55439"/>
                </a:lnTo>
                <a:lnTo>
                  <a:pt x="103277" y="55920"/>
                </a:lnTo>
                <a:lnTo>
                  <a:pt x="101547" y="56444"/>
                </a:lnTo>
                <a:lnTo>
                  <a:pt x="99837" y="57013"/>
                </a:lnTo>
                <a:lnTo>
                  <a:pt x="98147" y="57626"/>
                </a:lnTo>
                <a:lnTo>
                  <a:pt x="96477" y="58283"/>
                </a:lnTo>
                <a:lnTo>
                  <a:pt x="94827" y="58984"/>
                </a:lnTo>
                <a:lnTo>
                  <a:pt x="93196" y="59730"/>
                </a:lnTo>
                <a:lnTo>
                  <a:pt x="91586" y="60519"/>
                </a:lnTo>
                <a:lnTo>
                  <a:pt x="89995" y="61352"/>
                </a:lnTo>
                <a:lnTo>
                  <a:pt x="88424" y="62230"/>
                </a:lnTo>
                <a:lnTo>
                  <a:pt x="86877" y="63147"/>
                </a:lnTo>
                <a:lnTo>
                  <a:pt x="85359" y="64100"/>
                </a:lnTo>
                <a:lnTo>
                  <a:pt x="83870" y="65088"/>
                </a:lnTo>
                <a:lnTo>
                  <a:pt x="82409" y="66111"/>
                </a:lnTo>
                <a:lnTo>
                  <a:pt x="80977" y="67169"/>
                </a:lnTo>
                <a:lnTo>
                  <a:pt x="79573" y="68262"/>
                </a:lnTo>
                <a:lnTo>
                  <a:pt x="78199" y="69391"/>
                </a:lnTo>
                <a:lnTo>
                  <a:pt x="76853" y="70556"/>
                </a:lnTo>
                <a:lnTo>
                  <a:pt x="75535" y="71755"/>
                </a:lnTo>
                <a:lnTo>
                  <a:pt x="74246" y="72990"/>
                </a:lnTo>
                <a:lnTo>
                  <a:pt x="72986" y="74260"/>
                </a:lnTo>
                <a:lnTo>
                  <a:pt x="71755" y="75565"/>
                </a:lnTo>
                <a:lnTo>
                  <a:pt x="38100" y="60960"/>
                </a:lnTo>
                <a:lnTo>
                  <a:pt x="25400" y="83820"/>
                </a:lnTo>
                <a:lnTo>
                  <a:pt x="55245" y="105728"/>
                </a:lnTo>
                <a:lnTo>
                  <a:pt x="55037" y="106626"/>
                </a:lnTo>
                <a:lnTo>
                  <a:pt x="54835" y="107522"/>
                </a:lnTo>
                <a:lnTo>
                  <a:pt x="54640" y="108416"/>
                </a:lnTo>
                <a:lnTo>
                  <a:pt x="54451" y="109308"/>
                </a:lnTo>
                <a:lnTo>
                  <a:pt x="54269" y="110198"/>
                </a:lnTo>
                <a:lnTo>
                  <a:pt x="54094" y="111085"/>
                </a:lnTo>
                <a:lnTo>
                  <a:pt x="53925" y="111971"/>
                </a:lnTo>
                <a:lnTo>
                  <a:pt x="53763" y="112854"/>
                </a:lnTo>
                <a:lnTo>
                  <a:pt x="53608" y="113734"/>
                </a:lnTo>
                <a:lnTo>
                  <a:pt x="53459" y="114613"/>
                </a:lnTo>
                <a:lnTo>
                  <a:pt x="53317" y="115490"/>
                </a:lnTo>
                <a:lnTo>
                  <a:pt x="53181" y="116364"/>
                </a:lnTo>
                <a:lnTo>
                  <a:pt x="53054" y="117238"/>
                </a:lnTo>
                <a:lnTo>
                  <a:pt x="52939" y="118114"/>
                </a:lnTo>
                <a:lnTo>
                  <a:pt x="52834" y="118993"/>
                </a:lnTo>
                <a:lnTo>
                  <a:pt x="52740" y="119874"/>
                </a:lnTo>
                <a:lnTo>
                  <a:pt x="52658" y="120757"/>
                </a:lnTo>
                <a:lnTo>
                  <a:pt x="52586" y="121642"/>
                </a:lnTo>
                <a:lnTo>
                  <a:pt x="52525" y="122530"/>
                </a:lnTo>
                <a:lnTo>
                  <a:pt x="52476" y="123419"/>
                </a:lnTo>
                <a:lnTo>
                  <a:pt x="52437" y="124311"/>
                </a:lnTo>
                <a:lnTo>
                  <a:pt x="52410" y="125205"/>
                </a:lnTo>
                <a:lnTo>
                  <a:pt x="52393" y="126102"/>
                </a:lnTo>
                <a:lnTo>
                  <a:pt x="52388" y="127000"/>
                </a:lnTo>
                <a:lnTo>
                  <a:pt x="52393" y="127898"/>
                </a:lnTo>
                <a:lnTo>
                  <a:pt x="52410" y="128795"/>
                </a:lnTo>
                <a:lnTo>
                  <a:pt x="52437" y="129689"/>
                </a:lnTo>
                <a:lnTo>
                  <a:pt x="52476" y="130581"/>
                </a:lnTo>
                <a:lnTo>
                  <a:pt x="52525" y="131470"/>
                </a:lnTo>
                <a:lnTo>
                  <a:pt x="52586" y="132358"/>
                </a:lnTo>
                <a:lnTo>
                  <a:pt x="52658" y="133243"/>
                </a:lnTo>
                <a:lnTo>
                  <a:pt x="52740" y="134126"/>
                </a:lnTo>
                <a:lnTo>
                  <a:pt x="52834" y="135007"/>
                </a:lnTo>
                <a:lnTo>
                  <a:pt x="52939" y="135886"/>
                </a:lnTo>
                <a:lnTo>
                  <a:pt x="53054" y="136762"/>
                </a:lnTo>
                <a:lnTo>
                  <a:pt x="53181" y="137636"/>
                </a:lnTo>
                <a:lnTo>
                  <a:pt x="53317" y="138510"/>
                </a:lnTo>
                <a:lnTo>
                  <a:pt x="53459" y="139387"/>
                </a:lnTo>
                <a:lnTo>
                  <a:pt x="53608" y="140266"/>
                </a:lnTo>
                <a:lnTo>
                  <a:pt x="53763" y="141146"/>
                </a:lnTo>
                <a:lnTo>
                  <a:pt x="53925" y="142029"/>
                </a:lnTo>
                <a:lnTo>
                  <a:pt x="54094" y="142915"/>
                </a:lnTo>
                <a:lnTo>
                  <a:pt x="54269" y="143802"/>
                </a:lnTo>
                <a:lnTo>
                  <a:pt x="54451" y="144692"/>
                </a:lnTo>
                <a:lnTo>
                  <a:pt x="54640" y="145584"/>
                </a:lnTo>
                <a:lnTo>
                  <a:pt x="54835" y="146478"/>
                </a:lnTo>
                <a:lnTo>
                  <a:pt x="55037" y="147374"/>
                </a:lnTo>
                <a:lnTo>
                  <a:pt x="55245" y="148272"/>
                </a:lnTo>
                <a:lnTo>
                  <a:pt x="25400" y="170180"/>
                </a:lnTo>
                <a:lnTo>
                  <a:pt x="38100" y="193040"/>
                </a:lnTo>
                <a:lnTo>
                  <a:pt x="71755" y="178435"/>
                </a:lnTo>
                <a:lnTo>
                  <a:pt x="73037" y="179690"/>
                </a:lnTo>
                <a:lnTo>
                  <a:pt x="74344" y="180913"/>
                </a:lnTo>
                <a:lnTo>
                  <a:pt x="75674" y="182106"/>
                </a:lnTo>
                <a:lnTo>
                  <a:pt x="77029" y="183268"/>
                </a:lnTo>
                <a:lnTo>
                  <a:pt x="78408" y="184399"/>
                </a:lnTo>
                <a:lnTo>
                  <a:pt x="79812" y="185499"/>
                </a:lnTo>
                <a:lnTo>
                  <a:pt x="81239" y="186569"/>
                </a:lnTo>
                <a:lnTo>
                  <a:pt x="82691" y="187607"/>
                </a:lnTo>
                <a:lnTo>
                  <a:pt x="84167" y="188615"/>
                </a:lnTo>
                <a:lnTo>
                  <a:pt x="85668" y="189592"/>
                </a:lnTo>
                <a:lnTo>
                  <a:pt x="87192" y="190537"/>
                </a:lnTo>
                <a:lnTo>
                  <a:pt x="88741" y="191453"/>
                </a:lnTo>
                <a:lnTo>
                  <a:pt x="90310" y="192332"/>
                </a:lnTo>
                <a:lnTo>
                  <a:pt x="91894" y="193172"/>
                </a:lnTo>
                <a:lnTo>
                  <a:pt x="93494" y="193973"/>
                </a:lnTo>
                <a:lnTo>
                  <a:pt x="95109" y="194733"/>
                </a:lnTo>
                <a:lnTo>
                  <a:pt x="96739" y="195454"/>
                </a:lnTo>
                <a:lnTo>
                  <a:pt x="98385" y="196136"/>
                </a:lnTo>
                <a:lnTo>
                  <a:pt x="100047" y="196777"/>
                </a:lnTo>
                <a:lnTo>
                  <a:pt x="101723" y="197379"/>
                </a:lnTo>
                <a:lnTo>
                  <a:pt x="103416" y="197941"/>
                </a:lnTo>
                <a:lnTo>
                  <a:pt x="105123" y="198464"/>
                </a:lnTo>
                <a:lnTo>
                  <a:pt x="106846" y="198947"/>
                </a:lnTo>
                <a:lnTo>
                  <a:pt x="108585" y="199390"/>
                </a:lnTo>
                <a:lnTo>
                  <a:pt x="113030" y="234950"/>
                </a:lnTo>
                <a:close/>
                <a:moveTo>
                  <a:pt x="127000" y="168275"/>
                </a:moveTo>
                <a:lnTo>
                  <a:pt x="129822" y="168191"/>
                </a:lnTo>
                <a:lnTo>
                  <a:pt x="132574" y="167940"/>
                </a:lnTo>
                <a:lnTo>
                  <a:pt x="135255" y="167521"/>
                </a:lnTo>
                <a:lnTo>
                  <a:pt x="137866" y="166934"/>
                </a:lnTo>
                <a:lnTo>
                  <a:pt x="140406" y="166180"/>
                </a:lnTo>
                <a:lnTo>
                  <a:pt x="142875" y="165259"/>
                </a:lnTo>
                <a:lnTo>
                  <a:pt x="145274" y="164170"/>
                </a:lnTo>
                <a:lnTo>
                  <a:pt x="147602" y="162913"/>
                </a:lnTo>
                <a:lnTo>
                  <a:pt x="149860" y="161488"/>
                </a:lnTo>
                <a:lnTo>
                  <a:pt x="152047" y="159897"/>
                </a:lnTo>
                <a:lnTo>
                  <a:pt x="154164" y="158137"/>
                </a:lnTo>
                <a:lnTo>
                  <a:pt x="156210" y="156210"/>
                </a:lnTo>
                <a:lnTo>
                  <a:pt x="158137" y="154164"/>
                </a:lnTo>
                <a:lnTo>
                  <a:pt x="159897" y="152047"/>
                </a:lnTo>
                <a:lnTo>
                  <a:pt x="161488" y="149860"/>
                </a:lnTo>
                <a:lnTo>
                  <a:pt x="162913" y="147602"/>
                </a:lnTo>
                <a:lnTo>
                  <a:pt x="164170" y="145274"/>
                </a:lnTo>
                <a:lnTo>
                  <a:pt x="165259" y="142875"/>
                </a:lnTo>
                <a:lnTo>
                  <a:pt x="166180" y="140406"/>
                </a:lnTo>
                <a:lnTo>
                  <a:pt x="166934" y="137866"/>
                </a:lnTo>
                <a:lnTo>
                  <a:pt x="167521" y="135255"/>
                </a:lnTo>
                <a:lnTo>
                  <a:pt x="167940" y="132574"/>
                </a:lnTo>
                <a:lnTo>
                  <a:pt x="168191" y="129822"/>
                </a:lnTo>
                <a:lnTo>
                  <a:pt x="168275" y="127000"/>
                </a:lnTo>
                <a:lnTo>
                  <a:pt x="168191" y="124178"/>
                </a:lnTo>
                <a:lnTo>
                  <a:pt x="167940" y="121426"/>
                </a:lnTo>
                <a:lnTo>
                  <a:pt x="167521" y="118745"/>
                </a:lnTo>
                <a:lnTo>
                  <a:pt x="166934" y="116134"/>
                </a:lnTo>
                <a:lnTo>
                  <a:pt x="166180" y="113594"/>
                </a:lnTo>
                <a:lnTo>
                  <a:pt x="165259" y="111125"/>
                </a:lnTo>
                <a:lnTo>
                  <a:pt x="164170" y="108726"/>
                </a:lnTo>
                <a:lnTo>
                  <a:pt x="162913" y="106398"/>
                </a:lnTo>
                <a:lnTo>
                  <a:pt x="161488" y="104140"/>
                </a:lnTo>
                <a:lnTo>
                  <a:pt x="159897" y="101953"/>
                </a:lnTo>
                <a:lnTo>
                  <a:pt x="158137" y="99836"/>
                </a:lnTo>
                <a:lnTo>
                  <a:pt x="156210" y="97790"/>
                </a:lnTo>
                <a:lnTo>
                  <a:pt x="154164" y="95863"/>
                </a:lnTo>
                <a:lnTo>
                  <a:pt x="152047" y="94103"/>
                </a:lnTo>
                <a:lnTo>
                  <a:pt x="149860" y="92512"/>
                </a:lnTo>
                <a:lnTo>
                  <a:pt x="147602" y="91087"/>
                </a:lnTo>
                <a:lnTo>
                  <a:pt x="145274" y="89830"/>
                </a:lnTo>
                <a:lnTo>
                  <a:pt x="142875" y="88741"/>
                </a:lnTo>
                <a:lnTo>
                  <a:pt x="140406" y="87820"/>
                </a:lnTo>
                <a:lnTo>
                  <a:pt x="137866" y="87066"/>
                </a:lnTo>
                <a:lnTo>
                  <a:pt x="135255" y="86479"/>
                </a:lnTo>
                <a:lnTo>
                  <a:pt x="132574" y="86060"/>
                </a:lnTo>
                <a:lnTo>
                  <a:pt x="129822" y="85809"/>
                </a:lnTo>
                <a:lnTo>
                  <a:pt x="127000" y="85725"/>
                </a:lnTo>
                <a:lnTo>
                  <a:pt x="124178" y="85809"/>
                </a:lnTo>
                <a:lnTo>
                  <a:pt x="121426" y="86060"/>
                </a:lnTo>
                <a:lnTo>
                  <a:pt x="118745" y="86479"/>
                </a:lnTo>
                <a:lnTo>
                  <a:pt x="116134" y="87066"/>
                </a:lnTo>
                <a:lnTo>
                  <a:pt x="113594" y="87820"/>
                </a:lnTo>
                <a:lnTo>
                  <a:pt x="111125" y="88741"/>
                </a:lnTo>
                <a:lnTo>
                  <a:pt x="108726" y="89830"/>
                </a:lnTo>
                <a:lnTo>
                  <a:pt x="106398" y="91087"/>
                </a:lnTo>
                <a:lnTo>
                  <a:pt x="104140" y="92512"/>
                </a:lnTo>
                <a:lnTo>
                  <a:pt x="101953" y="94103"/>
                </a:lnTo>
                <a:lnTo>
                  <a:pt x="99836" y="95863"/>
                </a:lnTo>
                <a:lnTo>
                  <a:pt x="97790" y="97790"/>
                </a:lnTo>
                <a:lnTo>
                  <a:pt x="95863" y="99836"/>
                </a:lnTo>
                <a:lnTo>
                  <a:pt x="94103" y="101953"/>
                </a:lnTo>
                <a:lnTo>
                  <a:pt x="92512" y="104140"/>
                </a:lnTo>
                <a:lnTo>
                  <a:pt x="91087" y="106398"/>
                </a:lnTo>
                <a:lnTo>
                  <a:pt x="89830" y="108726"/>
                </a:lnTo>
                <a:lnTo>
                  <a:pt x="88741" y="111125"/>
                </a:lnTo>
                <a:lnTo>
                  <a:pt x="87820" y="113594"/>
                </a:lnTo>
                <a:lnTo>
                  <a:pt x="87066" y="116134"/>
                </a:lnTo>
                <a:lnTo>
                  <a:pt x="86479" y="118745"/>
                </a:lnTo>
                <a:lnTo>
                  <a:pt x="86060" y="121426"/>
                </a:lnTo>
                <a:lnTo>
                  <a:pt x="85809" y="124178"/>
                </a:lnTo>
                <a:lnTo>
                  <a:pt x="85725" y="127000"/>
                </a:lnTo>
                <a:lnTo>
                  <a:pt x="85809" y="129822"/>
                </a:lnTo>
                <a:lnTo>
                  <a:pt x="86060" y="132574"/>
                </a:lnTo>
                <a:lnTo>
                  <a:pt x="86479" y="135255"/>
                </a:lnTo>
                <a:lnTo>
                  <a:pt x="87066" y="137866"/>
                </a:lnTo>
                <a:lnTo>
                  <a:pt x="87820" y="140406"/>
                </a:lnTo>
                <a:lnTo>
                  <a:pt x="88741" y="142875"/>
                </a:lnTo>
                <a:lnTo>
                  <a:pt x="89830" y="145274"/>
                </a:lnTo>
                <a:lnTo>
                  <a:pt x="91087" y="147602"/>
                </a:lnTo>
                <a:lnTo>
                  <a:pt x="92512" y="149860"/>
                </a:lnTo>
                <a:lnTo>
                  <a:pt x="94103" y="152047"/>
                </a:lnTo>
                <a:lnTo>
                  <a:pt x="95863" y="154164"/>
                </a:lnTo>
                <a:lnTo>
                  <a:pt x="97790" y="156210"/>
                </a:lnTo>
                <a:lnTo>
                  <a:pt x="99836" y="158137"/>
                </a:lnTo>
                <a:lnTo>
                  <a:pt x="101953" y="159897"/>
                </a:lnTo>
                <a:lnTo>
                  <a:pt x="104140" y="161488"/>
                </a:lnTo>
                <a:lnTo>
                  <a:pt x="106398" y="162913"/>
                </a:lnTo>
                <a:lnTo>
                  <a:pt x="108726" y="164170"/>
                </a:lnTo>
                <a:lnTo>
                  <a:pt x="111125" y="165259"/>
                </a:lnTo>
                <a:lnTo>
                  <a:pt x="113594" y="166180"/>
                </a:lnTo>
                <a:lnTo>
                  <a:pt x="116134" y="166934"/>
                </a:lnTo>
                <a:lnTo>
                  <a:pt x="118745" y="167521"/>
                </a:lnTo>
                <a:lnTo>
                  <a:pt x="121426" y="167940"/>
                </a:lnTo>
                <a:lnTo>
                  <a:pt x="124178" y="168191"/>
                </a:lnTo>
                <a:lnTo>
                  <a:pt x="127000" y="168275"/>
                </a:lnTo>
                <a:close/>
              </a:path>
            </a:pathLst>
          </a:cu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블록 Spring Boot 4.1"/>
          <p:cNvSpPr/>
          <p:nvPr/>
        </p:nvSpPr>
        <p:spPr>
          <a:xfrm>
            <a:off x="2209800" y="5044440"/>
            <a:ext cx="1790700" cy="10363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3716">
            <a:solidFill>
              <a:srgbClr val="8EC3EC"/>
            </a:solidFill>
          </a:ln>
        </p:spPr>
        <p:txBody>
          <a:bodyPr rtlCol="0" anchor="t" lIns="45720" tIns="4114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Spring Boot 4.1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내장 Tomcat · MVC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Thymeleaf</a:t>
            </a:r>
          </a:p>
        </p:txBody>
      </p:sp>
      <p:sp>
        <p:nvSpPr>
          <p:cNvPr id="39" name="아이콘 package_2"/>
          <p:cNvSpPr/>
          <p:nvPr/>
        </p:nvSpPr>
        <p:spPr>
          <a:xfrm>
            <a:off x="2990850" y="5129848"/>
            <a:ext cx="228600" cy="255904"/>
          </a:xfrm>
          <a:custGeom>
            <a:avLst/>
            <a:gdLst/>
            <a:ahLst/>
            <a:cxnLst/>
            <a:rect l="l" t="t" r="r" b="b"/>
            <a:pathLst>
              <a:path w="228600" h="255904">
                <a:moveTo>
                  <a:pt x="104775" y="231457"/>
                </a:moveTo>
                <a:lnTo>
                  <a:pt x="104775" y="133350"/>
                </a:lnTo>
                <a:lnTo>
                  <a:pt x="19050" y="83820"/>
                </a:lnTo>
                <a:lnTo>
                  <a:pt x="19050" y="181927"/>
                </a:lnTo>
                <a:lnTo>
                  <a:pt x="104775" y="231457"/>
                </a:lnTo>
                <a:close/>
                <a:moveTo>
                  <a:pt x="123825" y="231457"/>
                </a:moveTo>
                <a:lnTo>
                  <a:pt x="209550" y="181927"/>
                </a:lnTo>
                <a:lnTo>
                  <a:pt x="209550" y="83502"/>
                </a:lnTo>
                <a:lnTo>
                  <a:pt x="123825" y="133350"/>
                </a:lnTo>
                <a:lnTo>
                  <a:pt x="123825" y="231457"/>
                </a:lnTo>
                <a:close/>
                <a:moveTo>
                  <a:pt x="104775" y="253364"/>
                </a:moveTo>
                <a:lnTo>
                  <a:pt x="9525" y="198437"/>
                </a:lnTo>
                <a:lnTo>
                  <a:pt x="8797" y="198000"/>
                </a:lnTo>
                <a:lnTo>
                  <a:pt x="8096" y="197537"/>
                </a:lnTo>
                <a:lnTo>
                  <a:pt x="7422" y="197048"/>
                </a:lnTo>
                <a:lnTo>
                  <a:pt x="6773" y="196532"/>
                </a:lnTo>
                <a:lnTo>
                  <a:pt x="6152" y="195990"/>
                </a:lnTo>
                <a:lnTo>
                  <a:pt x="5556" y="195421"/>
                </a:lnTo>
                <a:lnTo>
                  <a:pt x="4987" y="194825"/>
                </a:lnTo>
                <a:lnTo>
                  <a:pt x="4445" y="194204"/>
                </a:lnTo>
                <a:lnTo>
                  <a:pt x="3929" y="193555"/>
                </a:lnTo>
                <a:lnTo>
                  <a:pt x="3440" y="192881"/>
                </a:lnTo>
                <a:lnTo>
                  <a:pt x="2977" y="192180"/>
                </a:lnTo>
                <a:lnTo>
                  <a:pt x="2540" y="191452"/>
                </a:lnTo>
                <a:lnTo>
                  <a:pt x="2134" y="190707"/>
                </a:lnTo>
                <a:lnTo>
                  <a:pt x="1764" y="189953"/>
                </a:lnTo>
                <a:lnTo>
                  <a:pt x="1429" y="189190"/>
                </a:lnTo>
                <a:lnTo>
                  <a:pt x="1129" y="188418"/>
                </a:lnTo>
                <a:lnTo>
                  <a:pt x="864" y="187638"/>
                </a:lnTo>
                <a:lnTo>
                  <a:pt x="635" y="186848"/>
                </a:lnTo>
                <a:lnTo>
                  <a:pt x="441" y="186050"/>
                </a:lnTo>
                <a:lnTo>
                  <a:pt x="282" y="185243"/>
                </a:lnTo>
                <a:lnTo>
                  <a:pt x="159" y="184427"/>
                </a:lnTo>
                <a:lnTo>
                  <a:pt x="71" y="183603"/>
                </a:lnTo>
                <a:lnTo>
                  <a:pt x="18" y="182769"/>
                </a:lnTo>
                <a:lnTo>
                  <a:pt x="0" y="181927"/>
                </a:lnTo>
                <a:lnTo>
                  <a:pt x="0" y="73977"/>
                </a:lnTo>
                <a:lnTo>
                  <a:pt x="18" y="73135"/>
                </a:lnTo>
                <a:lnTo>
                  <a:pt x="71" y="72301"/>
                </a:lnTo>
                <a:lnTo>
                  <a:pt x="159" y="71477"/>
                </a:lnTo>
                <a:lnTo>
                  <a:pt x="282" y="70661"/>
                </a:lnTo>
                <a:lnTo>
                  <a:pt x="441" y="69854"/>
                </a:lnTo>
                <a:lnTo>
                  <a:pt x="635" y="69056"/>
                </a:lnTo>
                <a:lnTo>
                  <a:pt x="864" y="68266"/>
                </a:lnTo>
                <a:lnTo>
                  <a:pt x="1129" y="67486"/>
                </a:lnTo>
                <a:lnTo>
                  <a:pt x="1429" y="66714"/>
                </a:lnTo>
                <a:lnTo>
                  <a:pt x="1764" y="65951"/>
                </a:lnTo>
                <a:lnTo>
                  <a:pt x="2134" y="65197"/>
                </a:lnTo>
                <a:lnTo>
                  <a:pt x="2540" y="64452"/>
                </a:lnTo>
                <a:lnTo>
                  <a:pt x="2977" y="63724"/>
                </a:lnTo>
                <a:lnTo>
                  <a:pt x="3440" y="63023"/>
                </a:lnTo>
                <a:lnTo>
                  <a:pt x="3929" y="62349"/>
                </a:lnTo>
                <a:lnTo>
                  <a:pt x="4445" y="61700"/>
                </a:lnTo>
                <a:lnTo>
                  <a:pt x="4987" y="61079"/>
                </a:lnTo>
                <a:lnTo>
                  <a:pt x="5556" y="60483"/>
                </a:lnTo>
                <a:lnTo>
                  <a:pt x="6152" y="59914"/>
                </a:lnTo>
                <a:lnTo>
                  <a:pt x="6773" y="59372"/>
                </a:lnTo>
                <a:lnTo>
                  <a:pt x="7422" y="58856"/>
                </a:lnTo>
                <a:lnTo>
                  <a:pt x="8096" y="58367"/>
                </a:lnTo>
                <a:lnTo>
                  <a:pt x="8797" y="57904"/>
                </a:lnTo>
                <a:lnTo>
                  <a:pt x="9525" y="57467"/>
                </a:lnTo>
                <a:lnTo>
                  <a:pt x="104775" y="2540"/>
                </a:lnTo>
                <a:lnTo>
                  <a:pt x="105520" y="2134"/>
                </a:lnTo>
                <a:lnTo>
                  <a:pt x="106274" y="1763"/>
                </a:lnTo>
                <a:lnTo>
                  <a:pt x="107037" y="1428"/>
                </a:lnTo>
                <a:lnTo>
                  <a:pt x="107809" y="1128"/>
                </a:lnTo>
                <a:lnTo>
                  <a:pt x="108589" y="864"/>
                </a:lnTo>
                <a:lnTo>
                  <a:pt x="109379" y="634"/>
                </a:lnTo>
                <a:lnTo>
                  <a:pt x="110177" y="440"/>
                </a:lnTo>
                <a:lnTo>
                  <a:pt x="110984" y="282"/>
                </a:lnTo>
                <a:lnTo>
                  <a:pt x="111800" y="158"/>
                </a:lnTo>
                <a:lnTo>
                  <a:pt x="112624" y="70"/>
                </a:lnTo>
                <a:lnTo>
                  <a:pt x="113458" y="17"/>
                </a:lnTo>
                <a:lnTo>
                  <a:pt x="114300" y="0"/>
                </a:lnTo>
                <a:lnTo>
                  <a:pt x="115142" y="17"/>
                </a:lnTo>
                <a:lnTo>
                  <a:pt x="115976" y="70"/>
                </a:lnTo>
                <a:lnTo>
                  <a:pt x="116800" y="158"/>
                </a:lnTo>
                <a:lnTo>
                  <a:pt x="117616" y="282"/>
                </a:lnTo>
                <a:lnTo>
                  <a:pt x="118423" y="440"/>
                </a:lnTo>
                <a:lnTo>
                  <a:pt x="119221" y="634"/>
                </a:lnTo>
                <a:lnTo>
                  <a:pt x="120011" y="864"/>
                </a:lnTo>
                <a:lnTo>
                  <a:pt x="120791" y="1128"/>
                </a:lnTo>
                <a:lnTo>
                  <a:pt x="121563" y="1428"/>
                </a:lnTo>
                <a:lnTo>
                  <a:pt x="122326" y="1763"/>
                </a:lnTo>
                <a:lnTo>
                  <a:pt x="123080" y="2134"/>
                </a:lnTo>
                <a:lnTo>
                  <a:pt x="123825" y="2540"/>
                </a:lnTo>
                <a:lnTo>
                  <a:pt x="219075" y="57467"/>
                </a:lnTo>
                <a:lnTo>
                  <a:pt x="219803" y="57904"/>
                </a:lnTo>
                <a:lnTo>
                  <a:pt x="220504" y="58367"/>
                </a:lnTo>
                <a:lnTo>
                  <a:pt x="221178" y="58856"/>
                </a:lnTo>
                <a:lnTo>
                  <a:pt x="221827" y="59372"/>
                </a:lnTo>
                <a:lnTo>
                  <a:pt x="222448" y="59914"/>
                </a:lnTo>
                <a:lnTo>
                  <a:pt x="223044" y="60483"/>
                </a:lnTo>
                <a:lnTo>
                  <a:pt x="223613" y="61079"/>
                </a:lnTo>
                <a:lnTo>
                  <a:pt x="224155" y="61700"/>
                </a:lnTo>
                <a:lnTo>
                  <a:pt x="224671" y="62349"/>
                </a:lnTo>
                <a:lnTo>
                  <a:pt x="225160" y="63023"/>
                </a:lnTo>
                <a:lnTo>
                  <a:pt x="225623" y="63724"/>
                </a:lnTo>
                <a:lnTo>
                  <a:pt x="226060" y="64452"/>
                </a:lnTo>
                <a:lnTo>
                  <a:pt x="226466" y="65197"/>
                </a:lnTo>
                <a:lnTo>
                  <a:pt x="226836" y="65951"/>
                </a:lnTo>
                <a:lnTo>
                  <a:pt x="227171" y="66714"/>
                </a:lnTo>
                <a:lnTo>
                  <a:pt x="227471" y="67486"/>
                </a:lnTo>
                <a:lnTo>
                  <a:pt x="227736" y="68266"/>
                </a:lnTo>
                <a:lnTo>
                  <a:pt x="227965" y="69056"/>
                </a:lnTo>
                <a:lnTo>
                  <a:pt x="228159" y="69854"/>
                </a:lnTo>
                <a:lnTo>
                  <a:pt x="228318" y="70661"/>
                </a:lnTo>
                <a:lnTo>
                  <a:pt x="228441" y="71477"/>
                </a:lnTo>
                <a:lnTo>
                  <a:pt x="228529" y="72301"/>
                </a:lnTo>
                <a:lnTo>
                  <a:pt x="228582" y="73135"/>
                </a:lnTo>
                <a:lnTo>
                  <a:pt x="228600" y="73977"/>
                </a:lnTo>
                <a:lnTo>
                  <a:pt x="228600" y="181927"/>
                </a:lnTo>
                <a:lnTo>
                  <a:pt x="228582" y="182769"/>
                </a:lnTo>
                <a:lnTo>
                  <a:pt x="228529" y="183603"/>
                </a:lnTo>
                <a:lnTo>
                  <a:pt x="228441" y="184427"/>
                </a:lnTo>
                <a:lnTo>
                  <a:pt x="228318" y="185243"/>
                </a:lnTo>
                <a:lnTo>
                  <a:pt x="228159" y="186050"/>
                </a:lnTo>
                <a:lnTo>
                  <a:pt x="227965" y="186848"/>
                </a:lnTo>
                <a:lnTo>
                  <a:pt x="227736" y="187638"/>
                </a:lnTo>
                <a:lnTo>
                  <a:pt x="227471" y="188418"/>
                </a:lnTo>
                <a:lnTo>
                  <a:pt x="227171" y="189190"/>
                </a:lnTo>
                <a:lnTo>
                  <a:pt x="226836" y="189953"/>
                </a:lnTo>
                <a:lnTo>
                  <a:pt x="226466" y="190707"/>
                </a:lnTo>
                <a:lnTo>
                  <a:pt x="226060" y="191452"/>
                </a:lnTo>
                <a:lnTo>
                  <a:pt x="225623" y="192180"/>
                </a:lnTo>
                <a:lnTo>
                  <a:pt x="225160" y="192881"/>
                </a:lnTo>
                <a:lnTo>
                  <a:pt x="224671" y="193555"/>
                </a:lnTo>
                <a:lnTo>
                  <a:pt x="224155" y="194204"/>
                </a:lnTo>
                <a:lnTo>
                  <a:pt x="223613" y="194825"/>
                </a:lnTo>
                <a:lnTo>
                  <a:pt x="223044" y="195421"/>
                </a:lnTo>
                <a:lnTo>
                  <a:pt x="222448" y="195990"/>
                </a:lnTo>
                <a:lnTo>
                  <a:pt x="221827" y="196532"/>
                </a:lnTo>
                <a:lnTo>
                  <a:pt x="221178" y="197048"/>
                </a:lnTo>
                <a:lnTo>
                  <a:pt x="220504" y="197537"/>
                </a:lnTo>
                <a:lnTo>
                  <a:pt x="219803" y="198000"/>
                </a:lnTo>
                <a:lnTo>
                  <a:pt x="219075" y="198437"/>
                </a:lnTo>
                <a:lnTo>
                  <a:pt x="123825" y="253364"/>
                </a:lnTo>
                <a:lnTo>
                  <a:pt x="123080" y="253770"/>
                </a:lnTo>
                <a:lnTo>
                  <a:pt x="122326" y="254141"/>
                </a:lnTo>
                <a:lnTo>
                  <a:pt x="121563" y="254476"/>
                </a:lnTo>
                <a:lnTo>
                  <a:pt x="120791" y="254776"/>
                </a:lnTo>
                <a:lnTo>
                  <a:pt x="120011" y="255040"/>
                </a:lnTo>
                <a:lnTo>
                  <a:pt x="119221" y="255270"/>
                </a:lnTo>
                <a:lnTo>
                  <a:pt x="118423" y="255464"/>
                </a:lnTo>
                <a:lnTo>
                  <a:pt x="117616" y="255622"/>
                </a:lnTo>
                <a:lnTo>
                  <a:pt x="116800" y="255746"/>
                </a:lnTo>
                <a:lnTo>
                  <a:pt x="115976" y="255834"/>
                </a:lnTo>
                <a:lnTo>
                  <a:pt x="115142" y="255887"/>
                </a:lnTo>
                <a:lnTo>
                  <a:pt x="114300" y="255904"/>
                </a:lnTo>
                <a:lnTo>
                  <a:pt x="113458" y="255887"/>
                </a:lnTo>
                <a:lnTo>
                  <a:pt x="112624" y="255834"/>
                </a:lnTo>
                <a:lnTo>
                  <a:pt x="111800" y="255746"/>
                </a:lnTo>
                <a:lnTo>
                  <a:pt x="110984" y="255622"/>
                </a:lnTo>
                <a:lnTo>
                  <a:pt x="110177" y="255464"/>
                </a:lnTo>
                <a:lnTo>
                  <a:pt x="109379" y="255270"/>
                </a:lnTo>
                <a:lnTo>
                  <a:pt x="108589" y="255040"/>
                </a:lnTo>
                <a:lnTo>
                  <a:pt x="107809" y="254776"/>
                </a:lnTo>
                <a:lnTo>
                  <a:pt x="107037" y="254476"/>
                </a:lnTo>
                <a:lnTo>
                  <a:pt x="106274" y="254141"/>
                </a:lnTo>
                <a:lnTo>
                  <a:pt x="105520" y="253770"/>
                </a:lnTo>
                <a:lnTo>
                  <a:pt x="104775" y="253364"/>
                </a:lnTo>
                <a:close/>
                <a:moveTo>
                  <a:pt x="166370" y="86677"/>
                </a:moveTo>
                <a:lnTo>
                  <a:pt x="198755" y="67944"/>
                </a:lnTo>
                <a:lnTo>
                  <a:pt x="114300" y="19050"/>
                </a:lnTo>
                <a:lnTo>
                  <a:pt x="81915" y="37782"/>
                </a:lnTo>
                <a:lnTo>
                  <a:pt x="166370" y="86677"/>
                </a:lnTo>
                <a:close/>
                <a:moveTo>
                  <a:pt x="114300" y="117157"/>
                </a:moveTo>
                <a:lnTo>
                  <a:pt x="147320" y="97790"/>
                </a:lnTo>
                <a:lnTo>
                  <a:pt x="62548" y="48894"/>
                </a:lnTo>
                <a:lnTo>
                  <a:pt x="29528" y="67944"/>
                </a:lnTo>
                <a:lnTo>
                  <a:pt x="114300" y="117157"/>
                </a:lnTo>
                <a:close/>
              </a:path>
            </a:pathLst>
          </a:cu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블록 Debezium 3.7"/>
          <p:cNvSpPr/>
          <p:nvPr/>
        </p:nvSpPr>
        <p:spPr>
          <a:xfrm>
            <a:off x="4122420" y="5044440"/>
            <a:ext cx="1790700" cy="10363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3716">
            <a:solidFill>
              <a:srgbClr val="8EC3EC"/>
            </a:solidFill>
          </a:ln>
        </p:spPr>
        <p:txBody>
          <a:bodyPr rtlCol="0" anchor="t" lIns="45720" tIns="4114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Debezium 3.7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Embedded · SQL Server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JDBC 오프셋 저장소</a:t>
            </a:r>
          </a:p>
        </p:txBody>
      </p:sp>
      <p:sp>
        <p:nvSpPr>
          <p:cNvPr id="41" name="아이콘 extension"/>
          <p:cNvSpPr/>
          <p:nvPr/>
        </p:nvSpPr>
        <p:spPr>
          <a:xfrm>
            <a:off x="4903470" y="5119688"/>
            <a:ext cx="242252" cy="252412"/>
          </a:xfrm>
          <a:custGeom>
            <a:avLst/>
            <a:gdLst/>
            <a:ahLst/>
            <a:cxnLst/>
            <a:rect l="l" t="t" r="r" b="b"/>
            <a:pathLst>
              <a:path w="242252" h="252412">
                <a:moveTo>
                  <a:pt x="19050" y="233362"/>
                </a:moveTo>
                <a:lnTo>
                  <a:pt x="196850" y="233362"/>
                </a:lnTo>
                <a:lnTo>
                  <a:pt x="196850" y="172402"/>
                </a:lnTo>
                <a:lnTo>
                  <a:pt x="209868" y="166370"/>
                </a:lnTo>
                <a:lnTo>
                  <a:pt x="210856" y="165922"/>
                </a:lnTo>
                <a:lnTo>
                  <a:pt x="211812" y="165426"/>
                </a:lnTo>
                <a:lnTo>
                  <a:pt x="212735" y="164881"/>
                </a:lnTo>
                <a:lnTo>
                  <a:pt x="213625" y="164288"/>
                </a:lnTo>
                <a:lnTo>
                  <a:pt x="214481" y="163646"/>
                </a:lnTo>
                <a:lnTo>
                  <a:pt x="215305" y="162956"/>
                </a:lnTo>
                <a:lnTo>
                  <a:pt x="216095" y="162218"/>
                </a:lnTo>
                <a:lnTo>
                  <a:pt x="216852" y="161431"/>
                </a:lnTo>
                <a:lnTo>
                  <a:pt x="217577" y="160595"/>
                </a:lnTo>
                <a:lnTo>
                  <a:pt x="218268" y="159711"/>
                </a:lnTo>
                <a:lnTo>
                  <a:pt x="218926" y="158778"/>
                </a:lnTo>
                <a:lnTo>
                  <a:pt x="219551" y="157797"/>
                </a:lnTo>
                <a:lnTo>
                  <a:pt x="220134" y="156787"/>
                </a:lnTo>
                <a:lnTo>
                  <a:pt x="220667" y="155769"/>
                </a:lnTo>
                <a:lnTo>
                  <a:pt x="221149" y="154741"/>
                </a:lnTo>
                <a:lnTo>
                  <a:pt x="221580" y="153705"/>
                </a:lnTo>
                <a:lnTo>
                  <a:pt x="221960" y="152660"/>
                </a:lnTo>
                <a:lnTo>
                  <a:pt x="222290" y="151606"/>
                </a:lnTo>
                <a:lnTo>
                  <a:pt x="222569" y="150543"/>
                </a:lnTo>
                <a:lnTo>
                  <a:pt x="222797" y="149471"/>
                </a:lnTo>
                <a:lnTo>
                  <a:pt x="222974" y="148391"/>
                </a:lnTo>
                <a:lnTo>
                  <a:pt x="223101" y="147302"/>
                </a:lnTo>
                <a:lnTo>
                  <a:pt x="223177" y="146204"/>
                </a:lnTo>
                <a:lnTo>
                  <a:pt x="223202" y="145097"/>
                </a:lnTo>
                <a:lnTo>
                  <a:pt x="223177" y="143970"/>
                </a:lnTo>
                <a:lnTo>
                  <a:pt x="223101" y="142857"/>
                </a:lnTo>
                <a:lnTo>
                  <a:pt x="222974" y="141757"/>
                </a:lnTo>
                <a:lnTo>
                  <a:pt x="222797" y="140672"/>
                </a:lnTo>
                <a:lnTo>
                  <a:pt x="222569" y="139600"/>
                </a:lnTo>
                <a:lnTo>
                  <a:pt x="222290" y="138542"/>
                </a:lnTo>
                <a:lnTo>
                  <a:pt x="221960" y="137498"/>
                </a:lnTo>
                <a:lnTo>
                  <a:pt x="221580" y="136468"/>
                </a:lnTo>
                <a:lnTo>
                  <a:pt x="221149" y="135452"/>
                </a:lnTo>
                <a:lnTo>
                  <a:pt x="220667" y="134449"/>
                </a:lnTo>
                <a:lnTo>
                  <a:pt x="220134" y="133461"/>
                </a:lnTo>
                <a:lnTo>
                  <a:pt x="219551" y="132486"/>
                </a:lnTo>
                <a:lnTo>
                  <a:pt x="218926" y="131539"/>
                </a:lnTo>
                <a:lnTo>
                  <a:pt x="218268" y="130633"/>
                </a:lnTo>
                <a:lnTo>
                  <a:pt x="217577" y="129768"/>
                </a:lnTo>
                <a:lnTo>
                  <a:pt x="216852" y="128944"/>
                </a:lnTo>
                <a:lnTo>
                  <a:pt x="216095" y="128161"/>
                </a:lnTo>
                <a:lnTo>
                  <a:pt x="215305" y="127419"/>
                </a:lnTo>
                <a:lnTo>
                  <a:pt x="214481" y="126717"/>
                </a:lnTo>
                <a:lnTo>
                  <a:pt x="213625" y="126057"/>
                </a:lnTo>
                <a:lnTo>
                  <a:pt x="212735" y="125437"/>
                </a:lnTo>
                <a:lnTo>
                  <a:pt x="211812" y="124859"/>
                </a:lnTo>
                <a:lnTo>
                  <a:pt x="210856" y="124321"/>
                </a:lnTo>
                <a:lnTo>
                  <a:pt x="209868" y="123824"/>
                </a:lnTo>
                <a:lnTo>
                  <a:pt x="196850" y="117792"/>
                </a:lnTo>
                <a:lnTo>
                  <a:pt x="196850" y="55562"/>
                </a:lnTo>
                <a:lnTo>
                  <a:pt x="133032" y="55562"/>
                </a:lnTo>
                <a:lnTo>
                  <a:pt x="130175" y="39370"/>
                </a:lnTo>
                <a:lnTo>
                  <a:pt x="129878" y="37959"/>
                </a:lnTo>
                <a:lnTo>
                  <a:pt x="129516" y="36587"/>
                </a:lnTo>
                <a:lnTo>
                  <a:pt x="129090" y="35252"/>
                </a:lnTo>
                <a:lnTo>
                  <a:pt x="128599" y="33954"/>
                </a:lnTo>
                <a:lnTo>
                  <a:pt x="128043" y="32694"/>
                </a:lnTo>
                <a:lnTo>
                  <a:pt x="127423" y="31472"/>
                </a:lnTo>
                <a:lnTo>
                  <a:pt x="126738" y="30287"/>
                </a:lnTo>
                <a:lnTo>
                  <a:pt x="125988" y="29139"/>
                </a:lnTo>
                <a:lnTo>
                  <a:pt x="125174" y="28029"/>
                </a:lnTo>
                <a:lnTo>
                  <a:pt x="124295" y="26956"/>
                </a:lnTo>
                <a:lnTo>
                  <a:pt x="123351" y="25921"/>
                </a:lnTo>
                <a:lnTo>
                  <a:pt x="122342" y="24923"/>
                </a:lnTo>
                <a:lnTo>
                  <a:pt x="121286" y="23985"/>
                </a:lnTo>
                <a:lnTo>
                  <a:pt x="120202" y="23128"/>
                </a:lnTo>
                <a:lnTo>
                  <a:pt x="119088" y="22353"/>
                </a:lnTo>
                <a:lnTo>
                  <a:pt x="117946" y="21660"/>
                </a:lnTo>
                <a:lnTo>
                  <a:pt x="116774" y="21048"/>
                </a:lnTo>
                <a:lnTo>
                  <a:pt x="115574" y="20518"/>
                </a:lnTo>
                <a:lnTo>
                  <a:pt x="114345" y="20069"/>
                </a:lnTo>
                <a:lnTo>
                  <a:pt x="113087" y="19702"/>
                </a:lnTo>
                <a:lnTo>
                  <a:pt x="111800" y="19417"/>
                </a:lnTo>
                <a:lnTo>
                  <a:pt x="110484" y="19213"/>
                </a:lnTo>
                <a:lnTo>
                  <a:pt x="109139" y="19090"/>
                </a:lnTo>
                <a:lnTo>
                  <a:pt x="107766" y="19050"/>
                </a:lnTo>
                <a:lnTo>
                  <a:pt x="106331" y="19090"/>
                </a:lnTo>
                <a:lnTo>
                  <a:pt x="104929" y="19213"/>
                </a:lnTo>
                <a:lnTo>
                  <a:pt x="103560" y="19417"/>
                </a:lnTo>
                <a:lnTo>
                  <a:pt x="102224" y="19702"/>
                </a:lnTo>
                <a:lnTo>
                  <a:pt x="100920" y="20069"/>
                </a:lnTo>
                <a:lnTo>
                  <a:pt x="99649" y="20518"/>
                </a:lnTo>
                <a:lnTo>
                  <a:pt x="98411" y="21048"/>
                </a:lnTo>
                <a:lnTo>
                  <a:pt x="97205" y="21660"/>
                </a:lnTo>
                <a:lnTo>
                  <a:pt x="96032" y="22353"/>
                </a:lnTo>
                <a:lnTo>
                  <a:pt x="94892" y="23128"/>
                </a:lnTo>
                <a:lnTo>
                  <a:pt x="93785" y="23985"/>
                </a:lnTo>
                <a:lnTo>
                  <a:pt x="92710" y="24923"/>
                </a:lnTo>
                <a:lnTo>
                  <a:pt x="91685" y="25921"/>
                </a:lnTo>
                <a:lnTo>
                  <a:pt x="90726" y="26956"/>
                </a:lnTo>
                <a:lnTo>
                  <a:pt x="89833" y="28029"/>
                </a:lnTo>
                <a:lnTo>
                  <a:pt x="89006" y="29139"/>
                </a:lnTo>
                <a:lnTo>
                  <a:pt x="88245" y="30287"/>
                </a:lnTo>
                <a:lnTo>
                  <a:pt x="87551" y="31472"/>
                </a:lnTo>
                <a:lnTo>
                  <a:pt x="86922" y="32694"/>
                </a:lnTo>
                <a:lnTo>
                  <a:pt x="86360" y="33954"/>
                </a:lnTo>
                <a:lnTo>
                  <a:pt x="85864" y="35252"/>
                </a:lnTo>
                <a:lnTo>
                  <a:pt x="85434" y="36587"/>
                </a:lnTo>
                <a:lnTo>
                  <a:pt x="85070" y="37959"/>
                </a:lnTo>
                <a:lnTo>
                  <a:pt x="84772" y="39370"/>
                </a:lnTo>
                <a:lnTo>
                  <a:pt x="81915" y="55562"/>
                </a:lnTo>
                <a:lnTo>
                  <a:pt x="19368" y="55562"/>
                </a:lnTo>
                <a:lnTo>
                  <a:pt x="19368" y="90487"/>
                </a:lnTo>
                <a:lnTo>
                  <a:pt x="22232" y="91604"/>
                </a:lnTo>
                <a:lnTo>
                  <a:pt x="25003" y="92840"/>
                </a:lnTo>
                <a:lnTo>
                  <a:pt x="27682" y="94193"/>
                </a:lnTo>
                <a:lnTo>
                  <a:pt x="30268" y="95665"/>
                </a:lnTo>
                <a:lnTo>
                  <a:pt x="32762" y="97255"/>
                </a:lnTo>
                <a:lnTo>
                  <a:pt x="35163" y="98963"/>
                </a:lnTo>
                <a:lnTo>
                  <a:pt x="37472" y="100789"/>
                </a:lnTo>
                <a:lnTo>
                  <a:pt x="39688" y="102733"/>
                </a:lnTo>
                <a:lnTo>
                  <a:pt x="41811" y="104795"/>
                </a:lnTo>
                <a:lnTo>
                  <a:pt x="43841" y="106975"/>
                </a:lnTo>
                <a:lnTo>
                  <a:pt x="45780" y="109273"/>
                </a:lnTo>
                <a:lnTo>
                  <a:pt x="47625" y="111690"/>
                </a:lnTo>
                <a:lnTo>
                  <a:pt x="49349" y="114191"/>
                </a:lnTo>
                <a:lnTo>
                  <a:pt x="50923" y="116746"/>
                </a:lnTo>
                <a:lnTo>
                  <a:pt x="52348" y="119353"/>
                </a:lnTo>
                <a:lnTo>
                  <a:pt x="53622" y="122013"/>
                </a:lnTo>
                <a:lnTo>
                  <a:pt x="54747" y="124725"/>
                </a:lnTo>
                <a:lnTo>
                  <a:pt x="55721" y="127490"/>
                </a:lnTo>
                <a:lnTo>
                  <a:pt x="56546" y="130308"/>
                </a:lnTo>
                <a:lnTo>
                  <a:pt x="57221" y="133178"/>
                </a:lnTo>
                <a:lnTo>
                  <a:pt x="57745" y="136101"/>
                </a:lnTo>
                <a:lnTo>
                  <a:pt x="58120" y="139077"/>
                </a:lnTo>
                <a:lnTo>
                  <a:pt x="58345" y="142105"/>
                </a:lnTo>
                <a:lnTo>
                  <a:pt x="58420" y="145186"/>
                </a:lnTo>
                <a:lnTo>
                  <a:pt x="58345" y="148319"/>
                </a:lnTo>
                <a:lnTo>
                  <a:pt x="58120" y="151398"/>
                </a:lnTo>
                <a:lnTo>
                  <a:pt x="57745" y="154424"/>
                </a:lnTo>
                <a:lnTo>
                  <a:pt x="57221" y="157396"/>
                </a:lnTo>
                <a:lnTo>
                  <a:pt x="56546" y="160313"/>
                </a:lnTo>
                <a:lnTo>
                  <a:pt x="55721" y="163177"/>
                </a:lnTo>
                <a:lnTo>
                  <a:pt x="54747" y="165987"/>
                </a:lnTo>
                <a:lnTo>
                  <a:pt x="53622" y="168743"/>
                </a:lnTo>
                <a:lnTo>
                  <a:pt x="52348" y="171445"/>
                </a:lnTo>
                <a:lnTo>
                  <a:pt x="50923" y="174093"/>
                </a:lnTo>
                <a:lnTo>
                  <a:pt x="49349" y="176688"/>
                </a:lnTo>
                <a:lnTo>
                  <a:pt x="47625" y="179228"/>
                </a:lnTo>
                <a:lnTo>
                  <a:pt x="45777" y="181672"/>
                </a:lnTo>
                <a:lnTo>
                  <a:pt x="43833" y="183978"/>
                </a:lnTo>
                <a:lnTo>
                  <a:pt x="41791" y="186144"/>
                </a:lnTo>
                <a:lnTo>
                  <a:pt x="39652" y="188171"/>
                </a:lnTo>
                <a:lnTo>
                  <a:pt x="37416" y="190060"/>
                </a:lnTo>
                <a:lnTo>
                  <a:pt x="35084" y="191809"/>
                </a:lnTo>
                <a:lnTo>
                  <a:pt x="32654" y="193420"/>
                </a:lnTo>
                <a:lnTo>
                  <a:pt x="30127" y="194892"/>
                </a:lnTo>
                <a:lnTo>
                  <a:pt x="27503" y="196224"/>
                </a:lnTo>
                <a:lnTo>
                  <a:pt x="24783" y="197418"/>
                </a:lnTo>
                <a:lnTo>
                  <a:pt x="21965" y="198473"/>
                </a:lnTo>
                <a:lnTo>
                  <a:pt x="19050" y="199390"/>
                </a:lnTo>
                <a:lnTo>
                  <a:pt x="19050" y="233362"/>
                </a:lnTo>
                <a:close/>
                <a:moveTo>
                  <a:pt x="22542" y="252412"/>
                </a:moveTo>
                <a:lnTo>
                  <a:pt x="21026" y="252366"/>
                </a:lnTo>
                <a:lnTo>
                  <a:pt x="19544" y="252227"/>
                </a:lnTo>
                <a:lnTo>
                  <a:pt x="18098" y="251995"/>
                </a:lnTo>
                <a:lnTo>
                  <a:pt x="16686" y="251671"/>
                </a:lnTo>
                <a:lnTo>
                  <a:pt x="15311" y="251254"/>
                </a:lnTo>
                <a:lnTo>
                  <a:pt x="13970" y="250745"/>
                </a:lnTo>
                <a:lnTo>
                  <a:pt x="12665" y="250143"/>
                </a:lnTo>
                <a:lnTo>
                  <a:pt x="11395" y="249449"/>
                </a:lnTo>
                <a:lnTo>
                  <a:pt x="10160" y="248662"/>
                </a:lnTo>
                <a:lnTo>
                  <a:pt x="8961" y="247782"/>
                </a:lnTo>
                <a:lnTo>
                  <a:pt x="7796" y="246809"/>
                </a:lnTo>
                <a:lnTo>
                  <a:pt x="6668" y="245744"/>
                </a:lnTo>
                <a:lnTo>
                  <a:pt x="5603" y="244613"/>
                </a:lnTo>
                <a:lnTo>
                  <a:pt x="4630" y="243443"/>
                </a:lnTo>
                <a:lnTo>
                  <a:pt x="3750" y="242232"/>
                </a:lnTo>
                <a:lnTo>
                  <a:pt x="2963" y="240982"/>
                </a:lnTo>
                <a:lnTo>
                  <a:pt x="2269" y="239692"/>
                </a:lnTo>
                <a:lnTo>
                  <a:pt x="1667" y="238363"/>
                </a:lnTo>
                <a:lnTo>
                  <a:pt x="1158" y="236993"/>
                </a:lnTo>
                <a:lnTo>
                  <a:pt x="741" y="235584"/>
                </a:lnTo>
                <a:lnTo>
                  <a:pt x="417" y="234136"/>
                </a:lnTo>
                <a:lnTo>
                  <a:pt x="185" y="232648"/>
                </a:lnTo>
                <a:lnTo>
                  <a:pt x="46" y="231120"/>
                </a:lnTo>
                <a:lnTo>
                  <a:pt x="0" y="229552"/>
                </a:lnTo>
                <a:lnTo>
                  <a:pt x="0" y="185420"/>
                </a:lnTo>
                <a:lnTo>
                  <a:pt x="2716" y="185188"/>
                </a:lnTo>
                <a:lnTo>
                  <a:pt x="5362" y="184811"/>
                </a:lnTo>
                <a:lnTo>
                  <a:pt x="7938" y="184288"/>
                </a:lnTo>
                <a:lnTo>
                  <a:pt x="10442" y="183620"/>
                </a:lnTo>
                <a:lnTo>
                  <a:pt x="12876" y="182807"/>
                </a:lnTo>
                <a:lnTo>
                  <a:pt x="15240" y="181848"/>
                </a:lnTo>
                <a:lnTo>
                  <a:pt x="17533" y="180743"/>
                </a:lnTo>
                <a:lnTo>
                  <a:pt x="19756" y="179493"/>
                </a:lnTo>
                <a:lnTo>
                  <a:pt x="21908" y="178097"/>
                </a:lnTo>
                <a:lnTo>
                  <a:pt x="23989" y="176556"/>
                </a:lnTo>
                <a:lnTo>
                  <a:pt x="26000" y="174869"/>
                </a:lnTo>
                <a:lnTo>
                  <a:pt x="27940" y="173037"/>
                </a:lnTo>
                <a:lnTo>
                  <a:pt x="29766" y="171097"/>
                </a:lnTo>
                <a:lnTo>
                  <a:pt x="31432" y="169086"/>
                </a:lnTo>
                <a:lnTo>
                  <a:pt x="32941" y="167004"/>
                </a:lnTo>
                <a:lnTo>
                  <a:pt x="34290" y="164853"/>
                </a:lnTo>
                <a:lnTo>
                  <a:pt x="35481" y="162630"/>
                </a:lnTo>
                <a:lnTo>
                  <a:pt x="36512" y="160337"/>
                </a:lnTo>
                <a:lnTo>
                  <a:pt x="37386" y="157973"/>
                </a:lnTo>
                <a:lnTo>
                  <a:pt x="38100" y="155539"/>
                </a:lnTo>
                <a:lnTo>
                  <a:pt x="38656" y="153034"/>
                </a:lnTo>
                <a:lnTo>
                  <a:pt x="39052" y="150459"/>
                </a:lnTo>
                <a:lnTo>
                  <a:pt x="39291" y="147813"/>
                </a:lnTo>
                <a:lnTo>
                  <a:pt x="39370" y="145097"/>
                </a:lnTo>
                <a:lnTo>
                  <a:pt x="39291" y="142380"/>
                </a:lnTo>
                <a:lnTo>
                  <a:pt x="39052" y="139730"/>
                </a:lnTo>
                <a:lnTo>
                  <a:pt x="38656" y="137150"/>
                </a:lnTo>
                <a:lnTo>
                  <a:pt x="38100" y="134637"/>
                </a:lnTo>
                <a:lnTo>
                  <a:pt x="37386" y="132193"/>
                </a:lnTo>
                <a:lnTo>
                  <a:pt x="36512" y="129817"/>
                </a:lnTo>
                <a:lnTo>
                  <a:pt x="35481" y="127510"/>
                </a:lnTo>
                <a:lnTo>
                  <a:pt x="34290" y="125271"/>
                </a:lnTo>
                <a:lnTo>
                  <a:pt x="32941" y="123100"/>
                </a:lnTo>
                <a:lnTo>
                  <a:pt x="31432" y="120998"/>
                </a:lnTo>
                <a:lnTo>
                  <a:pt x="29766" y="118964"/>
                </a:lnTo>
                <a:lnTo>
                  <a:pt x="27940" y="116998"/>
                </a:lnTo>
                <a:lnTo>
                  <a:pt x="26002" y="115143"/>
                </a:lnTo>
                <a:lnTo>
                  <a:pt x="23998" y="113440"/>
                </a:lnTo>
                <a:lnTo>
                  <a:pt x="21927" y="111890"/>
                </a:lnTo>
                <a:lnTo>
                  <a:pt x="19791" y="110493"/>
                </a:lnTo>
                <a:lnTo>
                  <a:pt x="17588" y="109248"/>
                </a:lnTo>
                <a:lnTo>
                  <a:pt x="15319" y="108156"/>
                </a:lnTo>
                <a:lnTo>
                  <a:pt x="12984" y="107216"/>
                </a:lnTo>
                <a:lnTo>
                  <a:pt x="10583" y="106429"/>
                </a:lnTo>
                <a:lnTo>
                  <a:pt x="8116" y="105794"/>
                </a:lnTo>
                <a:lnTo>
                  <a:pt x="5583" y="105312"/>
                </a:lnTo>
                <a:lnTo>
                  <a:pt x="2983" y="104983"/>
                </a:lnTo>
                <a:lnTo>
                  <a:pt x="318" y="104806"/>
                </a:lnTo>
                <a:lnTo>
                  <a:pt x="318" y="59054"/>
                </a:lnTo>
                <a:lnTo>
                  <a:pt x="363" y="57488"/>
                </a:lnTo>
                <a:lnTo>
                  <a:pt x="498" y="55963"/>
                </a:lnTo>
                <a:lnTo>
                  <a:pt x="724" y="54481"/>
                </a:lnTo>
                <a:lnTo>
                  <a:pt x="1041" y="53040"/>
                </a:lnTo>
                <a:lnTo>
                  <a:pt x="1447" y="51641"/>
                </a:lnTo>
                <a:lnTo>
                  <a:pt x="1945" y="50284"/>
                </a:lnTo>
                <a:lnTo>
                  <a:pt x="2532" y="48968"/>
                </a:lnTo>
                <a:lnTo>
                  <a:pt x="3210" y="47695"/>
                </a:lnTo>
                <a:lnTo>
                  <a:pt x="3979" y="46464"/>
                </a:lnTo>
                <a:lnTo>
                  <a:pt x="4837" y="45274"/>
                </a:lnTo>
                <a:lnTo>
                  <a:pt x="5787" y="44126"/>
                </a:lnTo>
                <a:lnTo>
                  <a:pt x="6826" y="43021"/>
                </a:lnTo>
                <a:lnTo>
                  <a:pt x="7932" y="41981"/>
                </a:lnTo>
                <a:lnTo>
                  <a:pt x="9080" y="41032"/>
                </a:lnTo>
                <a:lnTo>
                  <a:pt x="10269" y="40173"/>
                </a:lnTo>
                <a:lnTo>
                  <a:pt x="11501" y="39405"/>
                </a:lnTo>
                <a:lnTo>
                  <a:pt x="12774" y="38727"/>
                </a:lnTo>
                <a:lnTo>
                  <a:pt x="14089" y="38139"/>
                </a:lnTo>
                <a:lnTo>
                  <a:pt x="15446" y="37642"/>
                </a:lnTo>
                <a:lnTo>
                  <a:pt x="16845" y="37235"/>
                </a:lnTo>
                <a:lnTo>
                  <a:pt x="18286" y="36919"/>
                </a:lnTo>
                <a:lnTo>
                  <a:pt x="19769" y="36693"/>
                </a:lnTo>
                <a:lnTo>
                  <a:pt x="21293" y="36557"/>
                </a:lnTo>
                <a:lnTo>
                  <a:pt x="22860" y="36512"/>
                </a:lnTo>
                <a:lnTo>
                  <a:pt x="66040" y="36512"/>
                </a:lnTo>
                <a:lnTo>
                  <a:pt x="66458" y="33960"/>
                </a:lnTo>
                <a:lnTo>
                  <a:pt x="67009" y="31478"/>
                </a:lnTo>
                <a:lnTo>
                  <a:pt x="67694" y="29066"/>
                </a:lnTo>
                <a:lnTo>
                  <a:pt x="68513" y="26724"/>
                </a:lnTo>
                <a:lnTo>
                  <a:pt x="69465" y="24451"/>
                </a:lnTo>
                <a:lnTo>
                  <a:pt x="70552" y="22248"/>
                </a:lnTo>
                <a:lnTo>
                  <a:pt x="71772" y="20115"/>
                </a:lnTo>
                <a:lnTo>
                  <a:pt x="73125" y="18052"/>
                </a:lnTo>
                <a:lnTo>
                  <a:pt x="74612" y="16058"/>
                </a:lnTo>
                <a:lnTo>
                  <a:pt x="76234" y="14134"/>
                </a:lnTo>
                <a:lnTo>
                  <a:pt x="77988" y="12280"/>
                </a:lnTo>
                <a:lnTo>
                  <a:pt x="79877" y="10496"/>
                </a:lnTo>
                <a:lnTo>
                  <a:pt x="81861" y="8820"/>
                </a:lnTo>
                <a:lnTo>
                  <a:pt x="83904" y="7289"/>
                </a:lnTo>
                <a:lnTo>
                  <a:pt x="86006" y="5904"/>
                </a:lnTo>
                <a:lnTo>
                  <a:pt x="88166" y="4665"/>
                </a:lnTo>
                <a:lnTo>
                  <a:pt x="90384" y="3571"/>
                </a:lnTo>
                <a:lnTo>
                  <a:pt x="92661" y="2624"/>
                </a:lnTo>
                <a:lnTo>
                  <a:pt x="94996" y="1822"/>
                </a:lnTo>
                <a:lnTo>
                  <a:pt x="97390" y="1166"/>
                </a:lnTo>
                <a:lnTo>
                  <a:pt x="99842" y="656"/>
                </a:lnTo>
                <a:lnTo>
                  <a:pt x="102353" y="291"/>
                </a:lnTo>
                <a:lnTo>
                  <a:pt x="104922" y="72"/>
                </a:lnTo>
                <a:lnTo>
                  <a:pt x="107550" y="0"/>
                </a:lnTo>
                <a:lnTo>
                  <a:pt x="110130" y="72"/>
                </a:lnTo>
                <a:lnTo>
                  <a:pt x="112657" y="291"/>
                </a:lnTo>
                <a:lnTo>
                  <a:pt x="115130" y="656"/>
                </a:lnTo>
                <a:lnTo>
                  <a:pt x="117551" y="1166"/>
                </a:lnTo>
                <a:lnTo>
                  <a:pt x="119918" y="1822"/>
                </a:lnTo>
                <a:lnTo>
                  <a:pt x="122232" y="2624"/>
                </a:lnTo>
                <a:lnTo>
                  <a:pt x="124493" y="3571"/>
                </a:lnTo>
                <a:lnTo>
                  <a:pt x="126700" y="4665"/>
                </a:lnTo>
                <a:lnTo>
                  <a:pt x="128854" y="5904"/>
                </a:lnTo>
                <a:lnTo>
                  <a:pt x="130955" y="7289"/>
                </a:lnTo>
                <a:lnTo>
                  <a:pt x="133003" y="8820"/>
                </a:lnTo>
                <a:lnTo>
                  <a:pt x="134998" y="10496"/>
                </a:lnTo>
                <a:lnTo>
                  <a:pt x="136900" y="12280"/>
                </a:lnTo>
                <a:lnTo>
                  <a:pt x="138672" y="14134"/>
                </a:lnTo>
                <a:lnTo>
                  <a:pt x="140314" y="16058"/>
                </a:lnTo>
                <a:lnTo>
                  <a:pt x="141825" y="18052"/>
                </a:lnTo>
                <a:lnTo>
                  <a:pt x="143206" y="20115"/>
                </a:lnTo>
                <a:lnTo>
                  <a:pt x="144457" y="22248"/>
                </a:lnTo>
                <a:lnTo>
                  <a:pt x="145577" y="24451"/>
                </a:lnTo>
                <a:lnTo>
                  <a:pt x="146568" y="26724"/>
                </a:lnTo>
                <a:lnTo>
                  <a:pt x="147427" y="29066"/>
                </a:lnTo>
                <a:lnTo>
                  <a:pt x="148157" y="31478"/>
                </a:lnTo>
                <a:lnTo>
                  <a:pt x="148756" y="33960"/>
                </a:lnTo>
                <a:lnTo>
                  <a:pt x="149225" y="36512"/>
                </a:lnTo>
                <a:lnTo>
                  <a:pt x="193358" y="36512"/>
                </a:lnTo>
                <a:lnTo>
                  <a:pt x="194924" y="36557"/>
                </a:lnTo>
                <a:lnTo>
                  <a:pt x="196449" y="36693"/>
                </a:lnTo>
                <a:lnTo>
                  <a:pt x="197931" y="36919"/>
                </a:lnTo>
                <a:lnTo>
                  <a:pt x="199372" y="37235"/>
                </a:lnTo>
                <a:lnTo>
                  <a:pt x="200771" y="37642"/>
                </a:lnTo>
                <a:lnTo>
                  <a:pt x="202128" y="38139"/>
                </a:lnTo>
                <a:lnTo>
                  <a:pt x="203444" y="38727"/>
                </a:lnTo>
                <a:lnTo>
                  <a:pt x="204717" y="39405"/>
                </a:lnTo>
                <a:lnTo>
                  <a:pt x="205948" y="40173"/>
                </a:lnTo>
                <a:lnTo>
                  <a:pt x="207138" y="41032"/>
                </a:lnTo>
                <a:lnTo>
                  <a:pt x="208286" y="41981"/>
                </a:lnTo>
                <a:lnTo>
                  <a:pt x="209391" y="43021"/>
                </a:lnTo>
                <a:lnTo>
                  <a:pt x="210431" y="44126"/>
                </a:lnTo>
                <a:lnTo>
                  <a:pt x="211380" y="45274"/>
                </a:lnTo>
                <a:lnTo>
                  <a:pt x="212239" y="46464"/>
                </a:lnTo>
                <a:lnTo>
                  <a:pt x="213007" y="47695"/>
                </a:lnTo>
                <a:lnTo>
                  <a:pt x="213685" y="48968"/>
                </a:lnTo>
                <a:lnTo>
                  <a:pt x="214273" y="50284"/>
                </a:lnTo>
                <a:lnTo>
                  <a:pt x="214770" y="51641"/>
                </a:lnTo>
                <a:lnTo>
                  <a:pt x="215177" y="53040"/>
                </a:lnTo>
                <a:lnTo>
                  <a:pt x="215493" y="54481"/>
                </a:lnTo>
                <a:lnTo>
                  <a:pt x="215719" y="55963"/>
                </a:lnTo>
                <a:lnTo>
                  <a:pt x="215855" y="57488"/>
                </a:lnTo>
                <a:lnTo>
                  <a:pt x="215900" y="59054"/>
                </a:lnTo>
                <a:lnTo>
                  <a:pt x="215900" y="105727"/>
                </a:lnTo>
                <a:lnTo>
                  <a:pt x="217877" y="106709"/>
                </a:lnTo>
                <a:lnTo>
                  <a:pt x="219785" y="107751"/>
                </a:lnTo>
                <a:lnTo>
                  <a:pt x="221625" y="108852"/>
                </a:lnTo>
                <a:lnTo>
                  <a:pt x="223397" y="110013"/>
                </a:lnTo>
                <a:lnTo>
                  <a:pt x="225100" y="111234"/>
                </a:lnTo>
                <a:lnTo>
                  <a:pt x="226735" y="112514"/>
                </a:lnTo>
                <a:lnTo>
                  <a:pt x="228301" y="113853"/>
                </a:lnTo>
                <a:lnTo>
                  <a:pt x="229799" y="115252"/>
                </a:lnTo>
                <a:lnTo>
                  <a:pt x="231229" y="116711"/>
                </a:lnTo>
                <a:lnTo>
                  <a:pt x="232591" y="118229"/>
                </a:lnTo>
                <a:lnTo>
                  <a:pt x="233884" y="119806"/>
                </a:lnTo>
                <a:lnTo>
                  <a:pt x="235109" y="121443"/>
                </a:lnTo>
                <a:lnTo>
                  <a:pt x="236250" y="123135"/>
                </a:lnTo>
                <a:lnTo>
                  <a:pt x="237292" y="124878"/>
                </a:lnTo>
                <a:lnTo>
                  <a:pt x="238234" y="126672"/>
                </a:lnTo>
                <a:lnTo>
                  <a:pt x="239078" y="128516"/>
                </a:lnTo>
                <a:lnTo>
                  <a:pt x="239822" y="130412"/>
                </a:lnTo>
                <a:lnTo>
                  <a:pt x="240467" y="132357"/>
                </a:lnTo>
                <a:lnTo>
                  <a:pt x="241012" y="134354"/>
                </a:lnTo>
                <a:lnTo>
                  <a:pt x="241459" y="136401"/>
                </a:lnTo>
                <a:lnTo>
                  <a:pt x="241806" y="138499"/>
                </a:lnTo>
                <a:lnTo>
                  <a:pt x="242054" y="140648"/>
                </a:lnTo>
                <a:lnTo>
                  <a:pt x="242203" y="142847"/>
                </a:lnTo>
                <a:lnTo>
                  <a:pt x="242252" y="145097"/>
                </a:lnTo>
                <a:lnTo>
                  <a:pt x="242203" y="147348"/>
                </a:lnTo>
                <a:lnTo>
                  <a:pt x="242054" y="149551"/>
                </a:lnTo>
                <a:lnTo>
                  <a:pt x="241806" y="151705"/>
                </a:lnTo>
                <a:lnTo>
                  <a:pt x="241459" y="153811"/>
                </a:lnTo>
                <a:lnTo>
                  <a:pt x="241012" y="155868"/>
                </a:lnTo>
                <a:lnTo>
                  <a:pt x="240467" y="157876"/>
                </a:lnTo>
                <a:lnTo>
                  <a:pt x="239822" y="159836"/>
                </a:lnTo>
                <a:lnTo>
                  <a:pt x="239078" y="161748"/>
                </a:lnTo>
                <a:lnTo>
                  <a:pt x="238234" y="163611"/>
                </a:lnTo>
                <a:lnTo>
                  <a:pt x="237292" y="165426"/>
                </a:lnTo>
                <a:lnTo>
                  <a:pt x="236250" y="167192"/>
                </a:lnTo>
                <a:lnTo>
                  <a:pt x="235109" y="168910"/>
                </a:lnTo>
                <a:lnTo>
                  <a:pt x="233884" y="170570"/>
                </a:lnTo>
                <a:lnTo>
                  <a:pt x="232591" y="172164"/>
                </a:lnTo>
                <a:lnTo>
                  <a:pt x="231229" y="173692"/>
                </a:lnTo>
                <a:lnTo>
                  <a:pt x="229799" y="175154"/>
                </a:lnTo>
                <a:lnTo>
                  <a:pt x="228301" y="176549"/>
                </a:lnTo>
                <a:lnTo>
                  <a:pt x="226735" y="177879"/>
                </a:lnTo>
                <a:lnTo>
                  <a:pt x="225100" y="179142"/>
                </a:lnTo>
                <a:lnTo>
                  <a:pt x="223397" y="180340"/>
                </a:lnTo>
                <a:lnTo>
                  <a:pt x="221625" y="181471"/>
                </a:lnTo>
                <a:lnTo>
                  <a:pt x="219785" y="182536"/>
                </a:lnTo>
                <a:lnTo>
                  <a:pt x="217877" y="183534"/>
                </a:lnTo>
                <a:lnTo>
                  <a:pt x="215900" y="184467"/>
                </a:lnTo>
                <a:lnTo>
                  <a:pt x="215900" y="229552"/>
                </a:lnTo>
                <a:lnTo>
                  <a:pt x="215855" y="231120"/>
                </a:lnTo>
                <a:lnTo>
                  <a:pt x="215719" y="232648"/>
                </a:lnTo>
                <a:lnTo>
                  <a:pt x="215493" y="234136"/>
                </a:lnTo>
                <a:lnTo>
                  <a:pt x="215177" y="235584"/>
                </a:lnTo>
                <a:lnTo>
                  <a:pt x="214770" y="236993"/>
                </a:lnTo>
                <a:lnTo>
                  <a:pt x="214273" y="238363"/>
                </a:lnTo>
                <a:lnTo>
                  <a:pt x="213685" y="239692"/>
                </a:lnTo>
                <a:lnTo>
                  <a:pt x="213007" y="240982"/>
                </a:lnTo>
                <a:lnTo>
                  <a:pt x="212239" y="242232"/>
                </a:lnTo>
                <a:lnTo>
                  <a:pt x="211380" y="243443"/>
                </a:lnTo>
                <a:lnTo>
                  <a:pt x="210431" y="244613"/>
                </a:lnTo>
                <a:lnTo>
                  <a:pt x="209391" y="245744"/>
                </a:lnTo>
                <a:lnTo>
                  <a:pt x="208286" y="246809"/>
                </a:lnTo>
                <a:lnTo>
                  <a:pt x="207138" y="247782"/>
                </a:lnTo>
                <a:lnTo>
                  <a:pt x="205948" y="248662"/>
                </a:lnTo>
                <a:lnTo>
                  <a:pt x="204717" y="249449"/>
                </a:lnTo>
                <a:lnTo>
                  <a:pt x="203444" y="250143"/>
                </a:lnTo>
                <a:lnTo>
                  <a:pt x="202128" y="250745"/>
                </a:lnTo>
                <a:lnTo>
                  <a:pt x="200771" y="251254"/>
                </a:lnTo>
                <a:lnTo>
                  <a:pt x="199372" y="251671"/>
                </a:lnTo>
                <a:lnTo>
                  <a:pt x="197931" y="251995"/>
                </a:lnTo>
                <a:lnTo>
                  <a:pt x="196449" y="252227"/>
                </a:lnTo>
                <a:lnTo>
                  <a:pt x="194924" y="252366"/>
                </a:lnTo>
                <a:lnTo>
                  <a:pt x="193358" y="252412"/>
                </a:lnTo>
                <a:lnTo>
                  <a:pt x="22542" y="252412"/>
                </a:lnTo>
                <a:close/>
              </a:path>
            </a:pathLst>
          </a:cu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블록 JDBC 드라이버"/>
          <p:cNvSpPr/>
          <p:nvPr/>
        </p:nvSpPr>
        <p:spPr>
          <a:xfrm>
            <a:off x="6035040" y="5044440"/>
            <a:ext cx="1790700" cy="10363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3716">
            <a:solidFill>
              <a:srgbClr val="8EC3EC"/>
            </a:solidFill>
          </a:ln>
        </p:spPr>
        <p:txBody>
          <a:bodyPr rtlCol="0" anchor="t" lIns="45720" tIns="41148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JDBC 드라이버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PgJDBC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mssql-jdbc</a:t>
            </a:r>
          </a:p>
        </p:txBody>
      </p:sp>
      <p:sp>
        <p:nvSpPr>
          <p:cNvPr id="43" name="아이콘 cable"/>
          <p:cNvSpPr/>
          <p:nvPr/>
        </p:nvSpPr>
        <p:spPr>
          <a:xfrm>
            <a:off x="6816090" y="5143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225" y="228600"/>
                </a:moveTo>
                <a:lnTo>
                  <a:pt x="21547" y="228581"/>
                </a:lnTo>
                <a:lnTo>
                  <a:pt x="20889" y="228525"/>
                </a:lnTo>
                <a:lnTo>
                  <a:pt x="20251" y="228431"/>
                </a:lnTo>
                <a:lnTo>
                  <a:pt x="19632" y="228300"/>
                </a:lnTo>
                <a:lnTo>
                  <a:pt x="19033" y="228131"/>
                </a:lnTo>
                <a:lnTo>
                  <a:pt x="18455" y="227925"/>
                </a:lnTo>
                <a:lnTo>
                  <a:pt x="17896" y="227682"/>
                </a:lnTo>
                <a:lnTo>
                  <a:pt x="17357" y="227401"/>
                </a:lnTo>
                <a:lnTo>
                  <a:pt x="16837" y="227082"/>
                </a:lnTo>
                <a:lnTo>
                  <a:pt x="16338" y="226726"/>
                </a:lnTo>
                <a:lnTo>
                  <a:pt x="15858" y="226332"/>
                </a:lnTo>
                <a:lnTo>
                  <a:pt x="15399" y="225901"/>
                </a:lnTo>
                <a:lnTo>
                  <a:pt x="14968" y="225442"/>
                </a:lnTo>
                <a:lnTo>
                  <a:pt x="14574" y="224962"/>
                </a:lnTo>
                <a:lnTo>
                  <a:pt x="14218" y="224463"/>
                </a:lnTo>
                <a:lnTo>
                  <a:pt x="13899" y="223943"/>
                </a:lnTo>
                <a:lnTo>
                  <a:pt x="13618" y="223404"/>
                </a:lnTo>
                <a:lnTo>
                  <a:pt x="13375" y="222845"/>
                </a:lnTo>
                <a:lnTo>
                  <a:pt x="13169" y="222267"/>
                </a:lnTo>
                <a:lnTo>
                  <a:pt x="13000" y="221668"/>
                </a:lnTo>
                <a:lnTo>
                  <a:pt x="12869" y="221049"/>
                </a:lnTo>
                <a:lnTo>
                  <a:pt x="12775" y="220411"/>
                </a:lnTo>
                <a:lnTo>
                  <a:pt x="12719" y="219753"/>
                </a:lnTo>
                <a:lnTo>
                  <a:pt x="12700" y="219075"/>
                </a:lnTo>
                <a:lnTo>
                  <a:pt x="12700" y="203200"/>
                </a:lnTo>
                <a:lnTo>
                  <a:pt x="0" y="203200"/>
                </a:lnTo>
                <a:lnTo>
                  <a:pt x="0" y="155575"/>
                </a:lnTo>
                <a:lnTo>
                  <a:pt x="19" y="154897"/>
                </a:lnTo>
                <a:lnTo>
                  <a:pt x="75" y="154239"/>
                </a:lnTo>
                <a:lnTo>
                  <a:pt x="169" y="153601"/>
                </a:lnTo>
                <a:lnTo>
                  <a:pt x="300" y="152982"/>
                </a:lnTo>
                <a:lnTo>
                  <a:pt x="469" y="152383"/>
                </a:lnTo>
                <a:lnTo>
                  <a:pt x="675" y="151805"/>
                </a:lnTo>
                <a:lnTo>
                  <a:pt x="918" y="151246"/>
                </a:lnTo>
                <a:lnTo>
                  <a:pt x="1199" y="150707"/>
                </a:lnTo>
                <a:lnTo>
                  <a:pt x="1518" y="150187"/>
                </a:lnTo>
                <a:lnTo>
                  <a:pt x="1874" y="149688"/>
                </a:lnTo>
                <a:lnTo>
                  <a:pt x="2268" y="149208"/>
                </a:lnTo>
                <a:lnTo>
                  <a:pt x="2699" y="148749"/>
                </a:lnTo>
                <a:lnTo>
                  <a:pt x="3158" y="148318"/>
                </a:lnTo>
                <a:lnTo>
                  <a:pt x="3638" y="147924"/>
                </a:lnTo>
                <a:lnTo>
                  <a:pt x="4137" y="147568"/>
                </a:lnTo>
                <a:lnTo>
                  <a:pt x="4657" y="147249"/>
                </a:lnTo>
                <a:lnTo>
                  <a:pt x="5196" y="146968"/>
                </a:lnTo>
                <a:lnTo>
                  <a:pt x="5755" y="146725"/>
                </a:lnTo>
                <a:lnTo>
                  <a:pt x="6333" y="146519"/>
                </a:lnTo>
                <a:lnTo>
                  <a:pt x="6932" y="146350"/>
                </a:lnTo>
                <a:lnTo>
                  <a:pt x="7551" y="146219"/>
                </a:lnTo>
                <a:lnTo>
                  <a:pt x="8189" y="146125"/>
                </a:lnTo>
                <a:lnTo>
                  <a:pt x="8847" y="146069"/>
                </a:lnTo>
                <a:lnTo>
                  <a:pt x="9525" y="146050"/>
                </a:lnTo>
                <a:lnTo>
                  <a:pt x="25400" y="146050"/>
                </a:lnTo>
                <a:lnTo>
                  <a:pt x="25400" y="47625"/>
                </a:lnTo>
                <a:lnTo>
                  <a:pt x="25504" y="44285"/>
                </a:lnTo>
                <a:lnTo>
                  <a:pt x="25815" y="41037"/>
                </a:lnTo>
                <a:lnTo>
                  <a:pt x="26333" y="37882"/>
                </a:lnTo>
                <a:lnTo>
                  <a:pt x="27058" y="34819"/>
                </a:lnTo>
                <a:lnTo>
                  <a:pt x="27991" y="31849"/>
                </a:lnTo>
                <a:lnTo>
                  <a:pt x="29131" y="28972"/>
                </a:lnTo>
                <a:lnTo>
                  <a:pt x="30478" y="26187"/>
                </a:lnTo>
                <a:lnTo>
                  <a:pt x="32032" y="23495"/>
                </a:lnTo>
                <a:lnTo>
                  <a:pt x="33794" y="20895"/>
                </a:lnTo>
                <a:lnTo>
                  <a:pt x="35763" y="18389"/>
                </a:lnTo>
                <a:lnTo>
                  <a:pt x="37939" y="15974"/>
                </a:lnTo>
                <a:lnTo>
                  <a:pt x="40322" y="13652"/>
                </a:lnTo>
                <a:lnTo>
                  <a:pt x="42851" y="11472"/>
                </a:lnTo>
                <a:lnTo>
                  <a:pt x="45464" y="9481"/>
                </a:lnTo>
                <a:lnTo>
                  <a:pt x="48161" y="7680"/>
                </a:lnTo>
                <a:lnTo>
                  <a:pt x="50941" y="6068"/>
                </a:lnTo>
                <a:lnTo>
                  <a:pt x="53805" y="4646"/>
                </a:lnTo>
                <a:lnTo>
                  <a:pt x="56753" y="3413"/>
                </a:lnTo>
                <a:lnTo>
                  <a:pt x="59785" y="2370"/>
                </a:lnTo>
                <a:lnTo>
                  <a:pt x="62900" y="1517"/>
                </a:lnTo>
                <a:lnTo>
                  <a:pt x="66100" y="853"/>
                </a:lnTo>
                <a:lnTo>
                  <a:pt x="69383" y="379"/>
                </a:lnTo>
                <a:lnTo>
                  <a:pt x="72749" y="95"/>
                </a:lnTo>
                <a:lnTo>
                  <a:pt x="76200" y="0"/>
                </a:lnTo>
                <a:lnTo>
                  <a:pt x="79491" y="96"/>
                </a:lnTo>
                <a:lnTo>
                  <a:pt x="82696" y="384"/>
                </a:lnTo>
                <a:lnTo>
                  <a:pt x="85814" y="863"/>
                </a:lnTo>
                <a:lnTo>
                  <a:pt x="88847" y="1535"/>
                </a:lnTo>
                <a:lnTo>
                  <a:pt x="91794" y="2398"/>
                </a:lnTo>
                <a:lnTo>
                  <a:pt x="94655" y="3453"/>
                </a:lnTo>
                <a:lnTo>
                  <a:pt x="97430" y="4700"/>
                </a:lnTo>
                <a:lnTo>
                  <a:pt x="100118" y="6138"/>
                </a:lnTo>
                <a:lnTo>
                  <a:pt x="102721" y="7769"/>
                </a:lnTo>
                <a:lnTo>
                  <a:pt x="105238" y="9591"/>
                </a:lnTo>
                <a:lnTo>
                  <a:pt x="107669" y="11605"/>
                </a:lnTo>
                <a:lnTo>
                  <a:pt x="110014" y="13811"/>
                </a:lnTo>
                <a:lnTo>
                  <a:pt x="112220" y="16156"/>
                </a:lnTo>
                <a:lnTo>
                  <a:pt x="114234" y="18587"/>
                </a:lnTo>
                <a:lnTo>
                  <a:pt x="116056" y="21104"/>
                </a:lnTo>
                <a:lnTo>
                  <a:pt x="117687" y="23707"/>
                </a:lnTo>
                <a:lnTo>
                  <a:pt x="119125" y="26395"/>
                </a:lnTo>
                <a:lnTo>
                  <a:pt x="120372" y="29170"/>
                </a:lnTo>
                <a:lnTo>
                  <a:pt x="121427" y="32031"/>
                </a:lnTo>
                <a:lnTo>
                  <a:pt x="122290" y="34978"/>
                </a:lnTo>
                <a:lnTo>
                  <a:pt x="122962" y="38011"/>
                </a:lnTo>
                <a:lnTo>
                  <a:pt x="123441" y="41129"/>
                </a:lnTo>
                <a:lnTo>
                  <a:pt x="123729" y="44334"/>
                </a:lnTo>
                <a:lnTo>
                  <a:pt x="123825" y="47625"/>
                </a:lnTo>
                <a:lnTo>
                  <a:pt x="123825" y="180975"/>
                </a:lnTo>
                <a:lnTo>
                  <a:pt x="123882" y="182959"/>
                </a:lnTo>
                <a:lnTo>
                  <a:pt x="124054" y="184891"/>
                </a:lnTo>
                <a:lnTo>
                  <a:pt x="124341" y="186769"/>
                </a:lnTo>
                <a:lnTo>
                  <a:pt x="124742" y="188595"/>
                </a:lnTo>
                <a:lnTo>
                  <a:pt x="125258" y="190368"/>
                </a:lnTo>
                <a:lnTo>
                  <a:pt x="125889" y="192088"/>
                </a:lnTo>
                <a:lnTo>
                  <a:pt x="126634" y="193754"/>
                </a:lnTo>
                <a:lnTo>
                  <a:pt x="127494" y="195368"/>
                </a:lnTo>
                <a:lnTo>
                  <a:pt x="128468" y="196929"/>
                </a:lnTo>
                <a:lnTo>
                  <a:pt x="129558" y="198438"/>
                </a:lnTo>
                <a:lnTo>
                  <a:pt x="130761" y="199893"/>
                </a:lnTo>
                <a:lnTo>
                  <a:pt x="132080" y="201295"/>
                </a:lnTo>
                <a:lnTo>
                  <a:pt x="133482" y="202614"/>
                </a:lnTo>
                <a:lnTo>
                  <a:pt x="134938" y="203817"/>
                </a:lnTo>
                <a:lnTo>
                  <a:pt x="136446" y="204907"/>
                </a:lnTo>
                <a:lnTo>
                  <a:pt x="138007" y="205881"/>
                </a:lnTo>
                <a:lnTo>
                  <a:pt x="139621" y="206741"/>
                </a:lnTo>
                <a:lnTo>
                  <a:pt x="141288" y="207486"/>
                </a:lnTo>
                <a:lnTo>
                  <a:pt x="143007" y="208117"/>
                </a:lnTo>
                <a:lnTo>
                  <a:pt x="144780" y="208633"/>
                </a:lnTo>
                <a:lnTo>
                  <a:pt x="146606" y="209034"/>
                </a:lnTo>
                <a:lnTo>
                  <a:pt x="148484" y="209321"/>
                </a:lnTo>
                <a:lnTo>
                  <a:pt x="150416" y="209493"/>
                </a:lnTo>
                <a:lnTo>
                  <a:pt x="152400" y="209550"/>
                </a:lnTo>
                <a:lnTo>
                  <a:pt x="154544" y="209494"/>
                </a:lnTo>
                <a:lnTo>
                  <a:pt x="156638" y="209325"/>
                </a:lnTo>
                <a:lnTo>
                  <a:pt x="158681" y="209044"/>
                </a:lnTo>
                <a:lnTo>
                  <a:pt x="160673" y="208650"/>
                </a:lnTo>
                <a:lnTo>
                  <a:pt x="162614" y="208144"/>
                </a:lnTo>
                <a:lnTo>
                  <a:pt x="164505" y="207526"/>
                </a:lnTo>
                <a:lnTo>
                  <a:pt x="166345" y="206795"/>
                </a:lnTo>
                <a:lnTo>
                  <a:pt x="168134" y="205952"/>
                </a:lnTo>
                <a:lnTo>
                  <a:pt x="169872" y="204996"/>
                </a:lnTo>
                <a:lnTo>
                  <a:pt x="171560" y="203928"/>
                </a:lnTo>
                <a:lnTo>
                  <a:pt x="173197" y="202747"/>
                </a:lnTo>
                <a:lnTo>
                  <a:pt x="174784" y="201454"/>
                </a:lnTo>
                <a:lnTo>
                  <a:pt x="176280" y="200075"/>
                </a:lnTo>
                <a:lnTo>
                  <a:pt x="177646" y="198636"/>
                </a:lnTo>
                <a:lnTo>
                  <a:pt x="178881" y="197138"/>
                </a:lnTo>
                <a:lnTo>
                  <a:pt x="179987" y="195580"/>
                </a:lnTo>
                <a:lnTo>
                  <a:pt x="180963" y="193963"/>
                </a:lnTo>
                <a:lnTo>
                  <a:pt x="181808" y="192286"/>
                </a:lnTo>
                <a:lnTo>
                  <a:pt x="182524" y="190550"/>
                </a:lnTo>
                <a:lnTo>
                  <a:pt x="183109" y="188754"/>
                </a:lnTo>
                <a:lnTo>
                  <a:pt x="183565" y="186898"/>
                </a:lnTo>
                <a:lnTo>
                  <a:pt x="183890" y="184983"/>
                </a:lnTo>
                <a:lnTo>
                  <a:pt x="184085" y="183009"/>
                </a:lnTo>
                <a:lnTo>
                  <a:pt x="184150" y="180975"/>
                </a:lnTo>
                <a:lnTo>
                  <a:pt x="184150" y="82550"/>
                </a:lnTo>
                <a:lnTo>
                  <a:pt x="168275" y="82550"/>
                </a:lnTo>
                <a:lnTo>
                  <a:pt x="167597" y="82531"/>
                </a:lnTo>
                <a:lnTo>
                  <a:pt x="166939" y="82475"/>
                </a:lnTo>
                <a:lnTo>
                  <a:pt x="166301" y="82381"/>
                </a:lnTo>
                <a:lnTo>
                  <a:pt x="165682" y="82250"/>
                </a:lnTo>
                <a:lnTo>
                  <a:pt x="165083" y="82081"/>
                </a:lnTo>
                <a:lnTo>
                  <a:pt x="164505" y="81875"/>
                </a:lnTo>
                <a:lnTo>
                  <a:pt x="163946" y="81632"/>
                </a:lnTo>
                <a:lnTo>
                  <a:pt x="163407" y="81351"/>
                </a:lnTo>
                <a:lnTo>
                  <a:pt x="162887" y="81032"/>
                </a:lnTo>
                <a:lnTo>
                  <a:pt x="162388" y="80676"/>
                </a:lnTo>
                <a:lnTo>
                  <a:pt x="161908" y="80282"/>
                </a:lnTo>
                <a:lnTo>
                  <a:pt x="161449" y="79851"/>
                </a:lnTo>
                <a:lnTo>
                  <a:pt x="161018" y="79392"/>
                </a:lnTo>
                <a:lnTo>
                  <a:pt x="160624" y="78912"/>
                </a:lnTo>
                <a:lnTo>
                  <a:pt x="160268" y="78413"/>
                </a:lnTo>
                <a:lnTo>
                  <a:pt x="159949" y="77893"/>
                </a:lnTo>
                <a:lnTo>
                  <a:pt x="159668" y="77354"/>
                </a:lnTo>
                <a:lnTo>
                  <a:pt x="159425" y="76795"/>
                </a:lnTo>
                <a:lnTo>
                  <a:pt x="159219" y="76217"/>
                </a:lnTo>
                <a:lnTo>
                  <a:pt x="159050" y="75618"/>
                </a:lnTo>
                <a:lnTo>
                  <a:pt x="158919" y="74999"/>
                </a:lnTo>
                <a:lnTo>
                  <a:pt x="158825" y="74361"/>
                </a:lnTo>
                <a:lnTo>
                  <a:pt x="158769" y="73703"/>
                </a:lnTo>
                <a:lnTo>
                  <a:pt x="158750" y="73025"/>
                </a:lnTo>
                <a:lnTo>
                  <a:pt x="158750" y="25400"/>
                </a:lnTo>
                <a:lnTo>
                  <a:pt x="171450" y="25400"/>
                </a:lnTo>
                <a:lnTo>
                  <a:pt x="171450" y="9525"/>
                </a:lnTo>
                <a:lnTo>
                  <a:pt x="171469" y="8847"/>
                </a:lnTo>
                <a:lnTo>
                  <a:pt x="171525" y="8189"/>
                </a:lnTo>
                <a:lnTo>
                  <a:pt x="171619" y="7551"/>
                </a:lnTo>
                <a:lnTo>
                  <a:pt x="171750" y="6932"/>
                </a:lnTo>
                <a:lnTo>
                  <a:pt x="171919" y="6333"/>
                </a:lnTo>
                <a:lnTo>
                  <a:pt x="172125" y="5755"/>
                </a:lnTo>
                <a:lnTo>
                  <a:pt x="172368" y="5196"/>
                </a:lnTo>
                <a:lnTo>
                  <a:pt x="172649" y="4657"/>
                </a:lnTo>
                <a:lnTo>
                  <a:pt x="172968" y="4137"/>
                </a:lnTo>
                <a:lnTo>
                  <a:pt x="173324" y="3638"/>
                </a:lnTo>
                <a:lnTo>
                  <a:pt x="173718" y="3158"/>
                </a:lnTo>
                <a:lnTo>
                  <a:pt x="174149" y="2699"/>
                </a:lnTo>
                <a:lnTo>
                  <a:pt x="174608" y="2268"/>
                </a:lnTo>
                <a:lnTo>
                  <a:pt x="175088" y="1874"/>
                </a:lnTo>
                <a:lnTo>
                  <a:pt x="175587" y="1518"/>
                </a:lnTo>
                <a:lnTo>
                  <a:pt x="176107" y="1199"/>
                </a:lnTo>
                <a:lnTo>
                  <a:pt x="176646" y="918"/>
                </a:lnTo>
                <a:lnTo>
                  <a:pt x="177205" y="675"/>
                </a:lnTo>
                <a:lnTo>
                  <a:pt x="177783" y="469"/>
                </a:lnTo>
                <a:lnTo>
                  <a:pt x="178382" y="300"/>
                </a:lnTo>
                <a:lnTo>
                  <a:pt x="179001" y="169"/>
                </a:lnTo>
                <a:lnTo>
                  <a:pt x="179639" y="75"/>
                </a:lnTo>
                <a:lnTo>
                  <a:pt x="180297" y="19"/>
                </a:lnTo>
                <a:lnTo>
                  <a:pt x="180975" y="0"/>
                </a:lnTo>
                <a:lnTo>
                  <a:pt x="206375" y="0"/>
                </a:lnTo>
                <a:lnTo>
                  <a:pt x="207053" y="19"/>
                </a:lnTo>
                <a:lnTo>
                  <a:pt x="207711" y="75"/>
                </a:lnTo>
                <a:lnTo>
                  <a:pt x="208349" y="169"/>
                </a:lnTo>
                <a:lnTo>
                  <a:pt x="208968" y="300"/>
                </a:lnTo>
                <a:lnTo>
                  <a:pt x="209567" y="469"/>
                </a:lnTo>
                <a:lnTo>
                  <a:pt x="210145" y="675"/>
                </a:lnTo>
                <a:lnTo>
                  <a:pt x="210704" y="918"/>
                </a:lnTo>
                <a:lnTo>
                  <a:pt x="211243" y="1199"/>
                </a:lnTo>
                <a:lnTo>
                  <a:pt x="211763" y="1518"/>
                </a:lnTo>
                <a:lnTo>
                  <a:pt x="212262" y="1874"/>
                </a:lnTo>
                <a:lnTo>
                  <a:pt x="212742" y="2268"/>
                </a:lnTo>
                <a:lnTo>
                  <a:pt x="213201" y="2699"/>
                </a:lnTo>
                <a:lnTo>
                  <a:pt x="213632" y="3158"/>
                </a:lnTo>
                <a:lnTo>
                  <a:pt x="214026" y="3638"/>
                </a:lnTo>
                <a:lnTo>
                  <a:pt x="214382" y="4137"/>
                </a:lnTo>
                <a:lnTo>
                  <a:pt x="214701" y="4657"/>
                </a:lnTo>
                <a:lnTo>
                  <a:pt x="214982" y="5196"/>
                </a:lnTo>
                <a:lnTo>
                  <a:pt x="215225" y="5755"/>
                </a:lnTo>
                <a:lnTo>
                  <a:pt x="215431" y="6333"/>
                </a:lnTo>
                <a:lnTo>
                  <a:pt x="215600" y="6932"/>
                </a:lnTo>
                <a:lnTo>
                  <a:pt x="215731" y="7551"/>
                </a:lnTo>
                <a:lnTo>
                  <a:pt x="215825" y="8189"/>
                </a:lnTo>
                <a:lnTo>
                  <a:pt x="215881" y="8847"/>
                </a:lnTo>
                <a:lnTo>
                  <a:pt x="215900" y="9525"/>
                </a:lnTo>
                <a:lnTo>
                  <a:pt x="215900" y="25400"/>
                </a:lnTo>
                <a:lnTo>
                  <a:pt x="228600" y="25400"/>
                </a:lnTo>
                <a:lnTo>
                  <a:pt x="228600" y="73025"/>
                </a:lnTo>
                <a:lnTo>
                  <a:pt x="228581" y="73703"/>
                </a:lnTo>
                <a:lnTo>
                  <a:pt x="228525" y="74361"/>
                </a:lnTo>
                <a:lnTo>
                  <a:pt x="228431" y="74999"/>
                </a:lnTo>
                <a:lnTo>
                  <a:pt x="228300" y="75618"/>
                </a:lnTo>
                <a:lnTo>
                  <a:pt x="228131" y="76217"/>
                </a:lnTo>
                <a:lnTo>
                  <a:pt x="227925" y="76795"/>
                </a:lnTo>
                <a:lnTo>
                  <a:pt x="227682" y="77354"/>
                </a:lnTo>
                <a:lnTo>
                  <a:pt x="227401" y="77893"/>
                </a:lnTo>
                <a:lnTo>
                  <a:pt x="227082" y="78413"/>
                </a:lnTo>
                <a:lnTo>
                  <a:pt x="226726" y="78912"/>
                </a:lnTo>
                <a:lnTo>
                  <a:pt x="226332" y="79392"/>
                </a:lnTo>
                <a:lnTo>
                  <a:pt x="225901" y="79851"/>
                </a:lnTo>
                <a:lnTo>
                  <a:pt x="225442" y="80282"/>
                </a:lnTo>
                <a:lnTo>
                  <a:pt x="224962" y="80676"/>
                </a:lnTo>
                <a:lnTo>
                  <a:pt x="224463" y="81032"/>
                </a:lnTo>
                <a:lnTo>
                  <a:pt x="223943" y="81351"/>
                </a:lnTo>
                <a:lnTo>
                  <a:pt x="223404" y="81632"/>
                </a:lnTo>
                <a:lnTo>
                  <a:pt x="222845" y="81875"/>
                </a:lnTo>
                <a:lnTo>
                  <a:pt x="222267" y="82081"/>
                </a:lnTo>
                <a:lnTo>
                  <a:pt x="221668" y="82250"/>
                </a:lnTo>
                <a:lnTo>
                  <a:pt x="221049" y="82381"/>
                </a:lnTo>
                <a:lnTo>
                  <a:pt x="220411" y="82475"/>
                </a:lnTo>
                <a:lnTo>
                  <a:pt x="219753" y="82531"/>
                </a:lnTo>
                <a:lnTo>
                  <a:pt x="219075" y="82550"/>
                </a:lnTo>
                <a:lnTo>
                  <a:pt x="203200" y="82550"/>
                </a:lnTo>
                <a:lnTo>
                  <a:pt x="203200" y="180975"/>
                </a:lnTo>
                <a:lnTo>
                  <a:pt x="203096" y="184315"/>
                </a:lnTo>
                <a:lnTo>
                  <a:pt x="202785" y="187563"/>
                </a:lnTo>
                <a:lnTo>
                  <a:pt x="202267" y="190718"/>
                </a:lnTo>
                <a:lnTo>
                  <a:pt x="201542" y="193781"/>
                </a:lnTo>
                <a:lnTo>
                  <a:pt x="200609" y="196751"/>
                </a:lnTo>
                <a:lnTo>
                  <a:pt x="199469" y="199628"/>
                </a:lnTo>
                <a:lnTo>
                  <a:pt x="198122" y="202413"/>
                </a:lnTo>
                <a:lnTo>
                  <a:pt x="196568" y="205105"/>
                </a:lnTo>
                <a:lnTo>
                  <a:pt x="194806" y="207705"/>
                </a:lnTo>
                <a:lnTo>
                  <a:pt x="192837" y="210211"/>
                </a:lnTo>
                <a:lnTo>
                  <a:pt x="190661" y="212626"/>
                </a:lnTo>
                <a:lnTo>
                  <a:pt x="188278" y="214948"/>
                </a:lnTo>
                <a:lnTo>
                  <a:pt x="185749" y="217128"/>
                </a:lnTo>
                <a:lnTo>
                  <a:pt x="183136" y="219119"/>
                </a:lnTo>
                <a:lnTo>
                  <a:pt x="180439" y="220920"/>
                </a:lnTo>
                <a:lnTo>
                  <a:pt x="177659" y="222532"/>
                </a:lnTo>
                <a:lnTo>
                  <a:pt x="174795" y="223954"/>
                </a:lnTo>
                <a:lnTo>
                  <a:pt x="171847" y="225187"/>
                </a:lnTo>
                <a:lnTo>
                  <a:pt x="168815" y="226230"/>
                </a:lnTo>
                <a:lnTo>
                  <a:pt x="165700" y="227083"/>
                </a:lnTo>
                <a:lnTo>
                  <a:pt x="162500" y="227747"/>
                </a:lnTo>
                <a:lnTo>
                  <a:pt x="159217" y="228221"/>
                </a:lnTo>
                <a:lnTo>
                  <a:pt x="155851" y="228505"/>
                </a:lnTo>
                <a:lnTo>
                  <a:pt x="152400" y="228600"/>
                </a:lnTo>
                <a:lnTo>
                  <a:pt x="149109" y="228504"/>
                </a:lnTo>
                <a:lnTo>
                  <a:pt x="145904" y="228216"/>
                </a:lnTo>
                <a:lnTo>
                  <a:pt x="142786" y="227737"/>
                </a:lnTo>
                <a:lnTo>
                  <a:pt x="139753" y="227065"/>
                </a:lnTo>
                <a:lnTo>
                  <a:pt x="136806" y="226202"/>
                </a:lnTo>
                <a:lnTo>
                  <a:pt x="133945" y="225147"/>
                </a:lnTo>
                <a:lnTo>
                  <a:pt x="131170" y="223900"/>
                </a:lnTo>
                <a:lnTo>
                  <a:pt x="128482" y="222462"/>
                </a:lnTo>
                <a:lnTo>
                  <a:pt x="125879" y="220831"/>
                </a:lnTo>
                <a:lnTo>
                  <a:pt x="123362" y="219009"/>
                </a:lnTo>
                <a:lnTo>
                  <a:pt x="120931" y="216995"/>
                </a:lnTo>
                <a:lnTo>
                  <a:pt x="118586" y="214789"/>
                </a:lnTo>
                <a:lnTo>
                  <a:pt x="116380" y="212444"/>
                </a:lnTo>
                <a:lnTo>
                  <a:pt x="114366" y="210013"/>
                </a:lnTo>
                <a:lnTo>
                  <a:pt x="112544" y="207496"/>
                </a:lnTo>
                <a:lnTo>
                  <a:pt x="110913" y="204893"/>
                </a:lnTo>
                <a:lnTo>
                  <a:pt x="109475" y="202205"/>
                </a:lnTo>
                <a:lnTo>
                  <a:pt x="108228" y="199430"/>
                </a:lnTo>
                <a:lnTo>
                  <a:pt x="107173" y="196569"/>
                </a:lnTo>
                <a:lnTo>
                  <a:pt x="106310" y="193622"/>
                </a:lnTo>
                <a:lnTo>
                  <a:pt x="105638" y="190589"/>
                </a:lnTo>
                <a:lnTo>
                  <a:pt x="105159" y="187471"/>
                </a:lnTo>
                <a:lnTo>
                  <a:pt x="104871" y="184266"/>
                </a:lnTo>
                <a:lnTo>
                  <a:pt x="104775" y="180975"/>
                </a:lnTo>
                <a:lnTo>
                  <a:pt x="104775" y="47625"/>
                </a:lnTo>
                <a:lnTo>
                  <a:pt x="104718" y="45641"/>
                </a:lnTo>
                <a:lnTo>
                  <a:pt x="104546" y="43709"/>
                </a:lnTo>
                <a:lnTo>
                  <a:pt x="104259" y="41831"/>
                </a:lnTo>
                <a:lnTo>
                  <a:pt x="103858" y="40005"/>
                </a:lnTo>
                <a:lnTo>
                  <a:pt x="103342" y="38232"/>
                </a:lnTo>
                <a:lnTo>
                  <a:pt x="102711" y="36512"/>
                </a:lnTo>
                <a:lnTo>
                  <a:pt x="101966" y="34846"/>
                </a:lnTo>
                <a:lnTo>
                  <a:pt x="101106" y="33232"/>
                </a:lnTo>
                <a:lnTo>
                  <a:pt x="100132" y="31671"/>
                </a:lnTo>
                <a:lnTo>
                  <a:pt x="99042" y="30162"/>
                </a:lnTo>
                <a:lnTo>
                  <a:pt x="97839" y="28707"/>
                </a:lnTo>
                <a:lnTo>
                  <a:pt x="96520" y="27305"/>
                </a:lnTo>
                <a:lnTo>
                  <a:pt x="95118" y="25986"/>
                </a:lnTo>
                <a:lnTo>
                  <a:pt x="93662" y="24783"/>
                </a:lnTo>
                <a:lnTo>
                  <a:pt x="92154" y="23693"/>
                </a:lnTo>
                <a:lnTo>
                  <a:pt x="90593" y="22719"/>
                </a:lnTo>
                <a:lnTo>
                  <a:pt x="88979" y="21859"/>
                </a:lnTo>
                <a:lnTo>
                  <a:pt x="87312" y="21114"/>
                </a:lnTo>
                <a:lnTo>
                  <a:pt x="85593" y="20483"/>
                </a:lnTo>
                <a:lnTo>
                  <a:pt x="83820" y="19967"/>
                </a:lnTo>
                <a:lnTo>
                  <a:pt x="81994" y="19566"/>
                </a:lnTo>
                <a:lnTo>
                  <a:pt x="80116" y="19279"/>
                </a:lnTo>
                <a:lnTo>
                  <a:pt x="78184" y="19107"/>
                </a:lnTo>
                <a:lnTo>
                  <a:pt x="76200" y="19050"/>
                </a:lnTo>
                <a:lnTo>
                  <a:pt x="74056" y="19106"/>
                </a:lnTo>
                <a:lnTo>
                  <a:pt x="71962" y="19275"/>
                </a:lnTo>
                <a:lnTo>
                  <a:pt x="69919" y="19556"/>
                </a:lnTo>
                <a:lnTo>
                  <a:pt x="67927" y="19950"/>
                </a:lnTo>
                <a:lnTo>
                  <a:pt x="65986" y="20456"/>
                </a:lnTo>
                <a:lnTo>
                  <a:pt x="64095" y="21074"/>
                </a:lnTo>
                <a:lnTo>
                  <a:pt x="62255" y="21805"/>
                </a:lnTo>
                <a:lnTo>
                  <a:pt x="60466" y="22648"/>
                </a:lnTo>
                <a:lnTo>
                  <a:pt x="58728" y="23604"/>
                </a:lnTo>
                <a:lnTo>
                  <a:pt x="57040" y="24672"/>
                </a:lnTo>
                <a:lnTo>
                  <a:pt x="55403" y="25853"/>
                </a:lnTo>
                <a:lnTo>
                  <a:pt x="53816" y="27146"/>
                </a:lnTo>
                <a:lnTo>
                  <a:pt x="52320" y="28525"/>
                </a:lnTo>
                <a:lnTo>
                  <a:pt x="50954" y="29964"/>
                </a:lnTo>
                <a:lnTo>
                  <a:pt x="49719" y="31462"/>
                </a:lnTo>
                <a:lnTo>
                  <a:pt x="48613" y="33020"/>
                </a:lnTo>
                <a:lnTo>
                  <a:pt x="47637" y="34637"/>
                </a:lnTo>
                <a:lnTo>
                  <a:pt x="46792" y="36314"/>
                </a:lnTo>
                <a:lnTo>
                  <a:pt x="46076" y="38050"/>
                </a:lnTo>
                <a:lnTo>
                  <a:pt x="45491" y="39846"/>
                </a:lnTo>
                <a:lnTo>
                  <a:pt x="45035" y="41702"/>
                </a:lnTo>
                <a:lnTo>
                  <a:pt x="44710" y="43617"/>
                </a:lnTo>
                <a:lnTo>
                  <a:pt x="44515" y="45591"/>
                </a:lnTo>
                <a:lnTo>
                  <a:pt x="44450" y="47625"/>
                </a:lnTo>
                <a:lnTo>
                  <a:pt x="44450" y="146050"/>
                </a:lnTo>
                <a:lnTo>
                  <a:pt x="60325" y="146050"/>
                </a:lnTo>
                <a:lnTo>
                  <a:pt x="61003" y="146069"/>
                </a:lnTo>
                <a:lnTo>
                  <a:pt x="61661" y="146125"/>
                </a:lnTo>
                <a:lnTo>
                  <a:pt x="62299" y="146219"/>
                </a:lnTo>
                <a:lnTo>
                  <a:pt x="62918" y="146350"/>
                </a:lnTo>
                <a:lnTo>
                  <a:pt x="63517" y="146519"/>
                </a:lnTo>
                <a:lnTo>
                  <a:pt x="64095" y="146725"/>
                </a:lnTo>
                <a:lnTo>
                  <a:pt x="64654" y="146968"/>
                </a:lnTo>
                <a:lnTo>
                  <a:pt x="65193" y="147249"/>
                </a:lnTo>
                <a:lnTo>
                  <a:pt x="65713" y="147568"/>
                </a:lnTo>
                <a:lnTo>
                  <a:pt x="66212" y="147924"/>
                </a:lnTo>
                <a:lnTo>
                  <a:pt x="66692" y="148318"/>
                </a:lnTo>
                <a:lnTo>
                  <a:pt x="67151" y="148749"/>
                </a:lnTo>
                <a:lnTo>
                  <a:pt x="67582" y="149208"/>
                </a:lnTo>
                <a:lnTo>
                  <a:pt x="67976" y="149688"/>
                </a:lnTo>
                <a:lnTo>
                  <a:pt x="68332" y="150187"/>
                </a:lnTo>
                <a:lnTo>
                  <a:pt x="68651" y="150707"/>
                </a:lnTo>
                <a:lnTo>
                  <a:pt x="68932" y="151246"/>
                </a:lnTo>
                <a:lnTo>
                  <a:pt x="69175" y="151805"/>
                </a:lnTo>
                <a:lnTo>
                  <a:pt x="69381" y="152383"/>
                </a:lnTo>
                <a:lnTo>
                  <a:pt x="69550" y="152982"/>
                </a:lnTo>
                <a:lnTo>
                  <a:pt x="69681" y="153601"/>
                </a:lnTo>
                <a:lnTo>
                  <a:pt x="69775" y="154239"/>
                </a:lnTo>
                <a:lnTo>
                  <a:pt x="69831" y="154897"/>
                </a:lnTo>
                <a:lnTo>
                  <a:pt x="69850" y="155575"/>
                </a:lnTo>
                <a:lnTo>
                  <a:pt x="69850" y="203200"/>
                </a:lnTo>
                <a:lnTo>
                  <a:pt x="57150" y="203200"/>
                </a:lnTo>
                <a:lnTo>
                  <a:pt x="57150" y="219075"/>
                </a:lnTo>
                <a:lnTo>
                  <a:pt x="57131" y="219753"/>
                </a:lnTo>
                <a:lnTo>
                  <a:pt x="57075" y="220411"/>
                </a:lnTo>
                <a:lnTo>
                  <a:pt x="56981" y="221049"/>
                </a:lnTo>
                <a:lnTo>
                  <a:pt x="56850" y="221668"/>
                </a:lnTo>
                <a:lnTo>
                  <a:pt x="56681" y="222267"/>
                </a:lnTo>
                <a:lnTo>
                  <a:pt x="56475" y="222845"/>
                </a:lnTo>
                <a:lnTo>
                  <a:pt x="56232" y="223404"/>
                </a:lnTo>
                <a:lnTo>
                  <a:pt x="55951" y="223943"/>
                </a:lnTo>
                <a:lnTo>
                  <a:pt x="55632" y="224463"/>
                </a:lnTo>
                <a:lnTo>
                  <a:pt x="55276" y="224962"/>
                </a:lnTo>
                <a:lnTo>
                  <a:pt x="54882" y="225442"/>
                </a:lnTo>
                <a:lnTo>
                  <a:pt x="54451" y="225901"/>
                </a:lnTo>
                <a:lnTo>
                  <a:pt x="53992" y="226332"/>
                </a:lnTo>
                <a:lnTo>
                  <a:pt x="53512" y="226726"/>
                </a:lnTo>
                <a:lnTo>
                  <a:pt x="53013" y="227082"/>
                </a:lnTo>
                <a:lnTo>
                  <a:pt x="52493" y="227401"/>
                </a:lnTo>
                <a:lnTo>
                  <a:pt x="51954" y="227682"/>
                </a:lnTo>
                <a:lnTo>
                  <a:pt x="51395" y="227925"/>
                </a:lnTo>
                <a:lnTo>
                  <a:pt x="50817" y="228131"/>
                </a:lnTo>
                <a:lnTo>
                  <a:pt x="50218" y="228300"/>
                </a:lnTo>
                <a:lnTo>
                  <a:pt x="49599" y="228431"/>
                </a:lnTo>
                <a:lnTo>
                  <a:pt x="48961" y="228525"/>
                </a:lnTo>
                <a:lnTo>
                  <a:pt x="48303" y="228581"/>
                </a:lnTo>
                <a:lnTo>
                  <a:pt x="47625" y="228600"/>
                </a:lnTo>
                <a:lnTo>
                  <a:pt x="22225" y="228600"/>
                </a:lnTo>
                <a:close/>
              </a:path>
            </a:pathLst>
          </a:cu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블록 picocli 4.7"/>
          <p:cNvSpPr/>
          <p:nvPr/>
        </p:nvSpPr>
        <p:spPr>
          <a:xfrm>
            <a:off x="7947660" y="5044440"/>
            <a:ext cx="1790700" cy="10363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3716">
            <a:solidFill>
              <a:srgbClr val="8EC3EC"/>
            </a:solidFill>
          </a:ln>
        </p:spPr>
        <p:txBody>
          <a:bodyPr rtlCol="0" anchor="t" lIns="45720" tIns="49530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picocli 4.7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명령줄 해석</a:t>
            </a:r>
          </a:p>
        </p:txBody>
      </p:sp>
      <p:sp>
        <p:nvSpPr>
          <p:cNvPr id="45" name="아이콘 terminal"/>
          <p:cNvSpPr/>
          <p:nvPr/>
        </p:nvSpPr>
        <p:spPr>
          <a:xfrm>
            <a:off x="8716010" y="524002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9050" y="203200"/>
                </a:moveTo>
                <a:lnTo>
                  <a:pt x="17793" y="203160"/>
                </a:lnTo>
                <a:lnTo>
                  <a:pt x="16563" y="203041"/>
                </a:lnTo>
                <a:lnTo>
                  <a:pt x="15359" y="202843"/>
                </a:lnTo>
                <a:lnTo>
                  <a:pt x="14182" y="202565"/>
                </a:lnTo>
                <a:lnTo>
                  <a:pt x="13031" y="202208"/>
                </a:lnTo>
                <a:lnTo>
                  <a:pt x="11906" y="201771"/>
                </a:lnTo>
                <a:lnTo>
                  <a:pt x="10808" y="201255"/>
                </a:lnTo>
                <a:lnTo>
                  <a:pt x="9737" y="200660"/>
                </a:lnTo>
                <a:lnTo>
                  <a:pt x="8692" y="199985"/>
                </a:lnTo>
                <a:lnTo>
                  <a:pt x="7673" y="199231"/>
                </a:lnTo>
                <a:lnTo>
                  <a:pt x="6681" y="198398"/>
                </a:lnTo>
                <a:lnTo>
                  <a:pt x="5715" y="197485"/>
                </a:lnTo>
                <a:lnTo>
                  <a:pt x="4802" y="196519"/>
                </a:lnTo>
                <a:lnTo>
                  <a:pt x="3969" y="195527"/>
                </a:lnTo>
                <a:lnTo>
                  <a:pt x="3215" y="194508"/>
                </a:lnTo>
                <a:lnTo>
                  <a:pt x="2540" y="193463"/>
                </a:lnTo>
                <a:lnTo>
                  <a:pt x="1945" y="192392"/>
                </a:lnTo>
                <a:lnTo>
                  <a:pt x="1429" y="191294"/>
                </a:lnTo>
                <a:lnTo>
                  <a:pt x="992" y="190169"/>
                </a:lnTo>
                <a:lnTo>
                  <a:pt x="635" y="189018"/>
                </a:lnTo>
                <a:lnTo>
                  <a:pt x="357" y="187841"/>
                </a:lnTo>
                <a:lnTo>
                  <a:pt x="159" y="186637"/>
                </a:lnTo>
                <a:lnTo>
                  <a:pt x="40" y="185407"/>
                </a:lnTo>
                <a:lnTo>
                  <a:pt x="0" y="1841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234950" y="0"/>
                </a:lnTo>
                <a:lnTo>
                  <a:pt x="236207" y="40"/>
                </a:lnTo>
                <a:lnTo>
                  <a:pt x="237437" y="159"/>
                </a:lnTo>
                <a:lnTo>
                  <a:pt x="238641" y="357"/>
                </a:lnTo>
                <a:lnTo>
                  <a:pt x="239818" y="635"/>
                </a:lnTo>
                <a:lnTo>
                  <a:pt x="240969" y="992"/>
                </a:lnTo>
                <a:lnTo>
                  <a:pt x="242094" y="1429"/>
                </a:lnTo>
                <a:lnTo>
                  <a:pt x="243192" y="1945"/>
                </a:lnTo>
                <a:lnTo>
                  <a:pt x="244263" y="2540"/>
                </a:lnTo>
                <a:lnTo>
                  <a:pt x="245308" y="3215"/>
                </a:lnTo>
                <a:lnTo>
                  <a:pt x="246327" y="3969"/>
                </a:lnTo>
                <a:lnTo>
                  <a:pt x="247319" y="4802"/>
                </a:lnTo>
                <a:lnTo>
                  <a:pt x="248285" y="5715"/>
                </a:lnTo>
                <a:lnTo>
                  <a:pt x="249198" y="6681"/>
                </a:lnTo>
                <a:lnTo>
                  <a:pt x="250031" y="7673"/>
                </a:lnTo>
                <a:lnTo>
                  <a:pt x="250785" y="8692"/>
                </a:lnTo>
                <a:lnTo>
                  <a:pt x="251460" y="9737"/>
                </a:lnTo>
                <a:lnTo>
                  <a:pt x="252055" y="10808"/>
                </a:lnTo>
                <a:lnTo>
                  <a:pt x="252571" y="11906"/>
                </a:lnTo>
                <a:lnTo>
                  <a:pt x="253008" y="13031"/>
                </a:lnTo>
                <a:lnTo>
                  <a:pt x="253365" y="14182"/>
                </a:lnTo>
                <a:lnTo>
                  <a:pt x="253643" y="15359"/>
                </a:lnTo>
                <a:lnTo>
                  <a:pt x="253841" y="16563"/>
                </a:lnTo>
                <a:lnTo>
                  <a:pt x="253960" y="17793"/>
                </a:lnTo>
                <a:lnTo>
                  <a:pt x="254000" y="19050"/>
                </a:lnTo>
                <a:lnTo>
                  <a:pt x="254000" y="184150"/>
                </a:lnTo>
                <a:lnTo>
                  <a:pt x="253960" y="185407"/>
                </a:lnTo>
                <a:lnTo>
                  <a:pt x="253841" y="186637"/>
                </a:lnTo>
                <a:lnTo>
                  <a:pt x="253643" y="187841"/>
                </a:lnTo>
                <a:lnTo>
                  <a:pt x="253365" y="189018"/>
                </a:lnTo>
                <a:lnTo>
                  <a:pt x="253008" y="190169"/>
                </a:lnTo>
                <a:lnTo>
                  <a:pt x="252571" y="191294"/>
                </a:lnTo>
                <a:lnTo>
                  <a:pt x="252055" y="192392"/>
                </a:lnTo>
                <a:lnTo>
                  <a:pt x="251460" y="193463"/>
                </a:lnTo>
                <a:lnTo>
                  <a:pt x="250785" y="194508"/>
                </a:lnTo>
                <a:lnTo>
                  <a:pt x="250031" y="195527"/>
                </a:lnTo>
                <a:lnTo>
                  <a:pt x="249198" y="196519"/>
                </a:lnTo>
                <a:lnTo>
                  <a:pt x="248285" y="197485"/>
                </a:lnTo>
                <a:lnTo>
                  <a:pt x="247319" y="198398"/>
                </a:lnTo>
                <a:lnTo>
                  <a:pt x="246327" y="199231"/>
                </a:lnTo>
                <a:lnTo>
                  <a:pt x="245308" y="199985"/>
                </a:lnTo>
                <a:lnTo>
                  <a:pt x="244263" y="200660"/>
                </a:lnTo>
                <a:lnTo>
                  <a:pt x="243192" y="201255"/>
                </a:lnTo>
                <a:lnTo>
                  <a:pt x="242094" y="201771"/>
                </a:lnTo>
                <a:lnTo>
                  <a:pt x="240969" y="202208"/>
                </a:lnTo>
                <a:lnTo>
                  <a:pt x="239818" y="202565"/>
                </a:lnTo>
                <a:lnTo>
                  <a:pt x="238641" y="202843"/>
                </a:lnTo>
                <a:lnTo>
                  <a:pt x="237437" y="203041"/>
                </a:lnTo>
                <a:lnTo>
                  <a:pt x="236207" y="203160"/>
                </a:lnTo>
                <a:lnTo>
                  <a:pt x="234950" y="203200"/>
                </a:lnTo>
                <a:lnTo>
                  <a:pt x="19050" y="203200"/>
                </a:lnTo>
                <a:close/>
                <a:moveTo>
                  <a:pt x="19050" y="184150"/>
                </a:moveTo>
                <a:lnTo>
                  <a:pt x="234950" y="184150"/>
                </a:lnTo>
                <a:lnTo>
                  <a:pt x="234950" y="45720"/>
                </a:lnTo>
                <a:lnTo>
                  <a:pt x="19050" y="45720"/>
                </a:lnTo>
                <a:lnTo>
                  <a:pt x="19050" y="184150"/>
                </a:lnTo>
                <a:close/>
                <a:moveTo>
                  <a:pt x="69850" y="161290"/>
                </a:moveTo>
                <a:lnTo>
                  <a:pt x="56515" y="147955"/>
                </a:lnTo>
                <a:lnTo>
                  <a:pt x="89218" y="114935"/>
                </a:lnTo>
                <a:lnTo>
                  <a:pt x="56198" y="81915"/>
                </a:lnTo>
                <a:lnTo>
                  <a:pt x="69850" y="68580"/>
                </a:lnTo>
                <a:lnTo>
                  <a:pt x="116205" y="114935"/>
                </a:lnTo>
                <a:lnTo>
                  <a:pt x="69850" y="161290"/>
                </a:lnTo>
                <a:close/>
                <a:moveTo>
                  <a:pt x="130175" y="162560"/>
                </a:moveTo>
                <a:lnTo>
                  <a:pt x="130175" y="143510"/>
                </a:lnTo>
                <a:lnTo>
                  <a:pt x="200025" y="143510"/>
                </a:lnTo>
                <a:lnTo>
                  <a:pt x="200025" y="162560"/>
                </a:lnTo>
                <a:lnTo>
                  <a:pt x="130175" y="162560"/>
                </a:lnTo>
                <a:close/>
              </a:path>
            </a:pathLst>
          </a:cu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블록 SnakeYAML · Logback"/>
          <p:cNvSpPr/>
          <p:nvPr/>
        </p:nvSpPr>
        <p:spPr>
          <a:xfrm>
            <a:off x="9860280" y="5044440"/>
            <a:ext cx="1790700" cy="103632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13716">
            <a:solidFill>
              <a:srgbClr val="8EC3EC"/>
            </a:solidFill>
          </a:ln>
        </p:spPr>
        <p:txBody>
          <a:bodyPr rtlCol="0" anchor="t" lIns="45720" tIns="49530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SnakeYAML · Logback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설정 읽기 · 로그</a:t>
            </a:r>
          </a:p>
        </p:txBody>
      </p:sp>
      <p:sp>
        <p:nvSpPr>
          <p:cNvPr id="47" name="아이콘 description"/>
          <p:cNvSpPr/>
          <p:nvPr/>
        </p:nvSpPr>
        <p:spPr>
          <a:xfrm>
            <a:off x="10654030" y="5214620"/>
            <a:ext cx="203200" cy="254000"/>
          </a:xfrm>
          <a:custGeom>
            <a:avLst/>
            <a:gdLst/>
            <a:ahLst/>
            <a:cxnLst/>
            <a:rect l="l" t="t" r="r" b="b"/>
            <a:pathLst>
              <a:path w="203200" h="254000">
                <a:moveTo>
                  <a:pt x="50482" y="200025"/>
                </a:moveTo>
                <a:lnTo>
                  <a:pt x="152718" y="200025"/>
                </a:lnTo>
                <a:lnTo>
                  <a:pt x="152718" y="180975"/>
                </a:lnTo>
                <a:lnTo>
                  <a:pt x="50482" y="180975"/>
                </a:lnTo>
                <a:lnTo>
                  <a:pt x="50482" y="200025"/>
                </a:lnTo>
                <a:close/>
                <a:moveTo>
                  <a:pt x="50482" y="146050"/>
                </a:moveTo>
                <a:lnTo>
                  <a:pt x="152718" y="146050"/>
                </a:lnTo>
                <a:lnTo>
                  <a:pt x="152718" y="127000"/>
                </a:lnTo>
                <a:lnTo>
                  <a:pt x="50482" y="127000"/>
                </a:lnTo>
                <a:lnTo>
                  <a:pt x="50482" y="146050"/>
                </a:lnTo>
                <a:close/>
                <a:moveTo>
                  <a:pt x="19050" y="254000"/>
                </a:moveTo>
                <a:lnTo>
                  <a:pt x="17793" y="253960"/>
                </a:lnTo>
                <a:lnTo>
                  <a:pt x="16563" y="253841"/>
                </a:lnTo>
                <a:lnTo>
                  <a:pt x="15359" y="253643"/>
                </a:lnTo>
                <a:lnTo>
                  <a:pt x="14182" y="253365"/>
                </a:lnTo>
                <a:lnTo>
                  <a:pt x="13031" y="253008"/>
                </a:lnTo>
                <a:lnTo>
                  <a:pt x="11906" y="252571"/>
                </a:lnTo>
                <a:lnTo>
                  <a:pt x="10808" y="252055"/>
                </a:lnTo>
                <a:lnTo>
                  <a:pt x="9737" y="251460"/>
                </a:lnTo>
                <a:lnTo>
                  <a:pt x="8692" y="250785"/>
                </a:lnTo>
                <a:lnTo>
                  <a:pt x="7673" y="250031"/>
                </a:lnTo>
                <a:lnTo>
                  <a:pt x="6681" y="249198"/>
                </a:lnTo>
                <a:lnTo>
                  <a:pt x="5715" y="248285"/>
                </a:lnTo>
                <a:lnTo>
                  <a:pt x="4802" y="247319"/>
                </a:lnTo>
                <a:lnTo>
                  <a:pt x="3969" y="246327"/>
                </a:lnTo>
                <a:lnTo>
                  <a:pt x="3215" y="245308"/>
                </a:lnTo>
                <a:lnTo>
                  <a:pt x="2540" y="244263"/>
                </a:lnTo>
                <a:lnTo>
                  <a:pt x="1945" y="243192"/>
                </a:lnTo>
                <a:lnTo>
                  <a:pt x="1429" y="242094"/>
                </a:lnTo>
                <a:lnTo>
                  <a:pt x="992" y="240969"/>
                </a:lnTo>
                <a:lnTo>
                  <a:pt x="635" y="239818"/>
                </a:lnTo>
                <a:lnTo>
                  <a:pt x="357" y="238641"/>
                </a:lnTo>
                <a:lnTo>
                  <a:pt x="159" y="237437"/>
                </a:lnTo>
                <a:lnTo>
                  <a:pt x="40" y="236207"/>
                </a:lnTo>
                <a:lnTo>
                  <a:pt x="0" y="2349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133668" y="0"/>
                </a:lnTo>
                <a:lnTo>
                  <a:pt x="203200" y="69532"/>
                </a:lnTo>
                <a:lnTo>
                  <a:pt x="203200" y="234950"/>
                </a:lnTo>
                <a:lnTo>
                  <a:pt x="203160" y="236207"/>
                </a:lnTo>
                <a:lnTo>
                  <a:pt x="203041" y="237437"/>
                </a:lnTo>
                <a:lnTo>
                  <a:pt x="202843" y="238641"/>
                </a:lnTo>
                <a:lnTo>
                  <a:pt x="202565" y="239818"/>
                </a:lnTo>
                <a:lnTo>
                  <a:pt x="202208" y="240969"/>
                </a:lnTo>
                <a:lnTo>
                  <a:pt x="201771" y="242094"/>
                </a:lnTo>
                <a:lnTo>
                  <a:pt x="201255" y="243192"/>
                </a:lnTo>
                <a:lnTo>
                  <a:pt x="200660" y="244263"/>
                </a:lnTo>
                <a:lnTo>
                  <a:pt x="199985" y="245308"/>
                </a:lnTo>
                <a:lnTo>
                  <a:pt x="199231" y="246327"/>
                </a:lnTo>
                <a:lnTo>
                  <a:pt x="198398" y="247319"/>
                </a:lnTo>
                <a:lnTo>
                  <a:pt x="197485" y="248285"/>
                </a:lnTo>
                <a:lnTo>
                  <a:pt x="196519" y="249198"/>
                </a:lnTo>
                <a:lnTo>
                  <a:pt x="195527" y="250031"/>
                </a:lnTo>
                <a:lnTo>
                  <a:pt x="194508" y="250785"/>
                </a:lnTo>
                <a:lnTo>
                  <a:pt x="193463" y="251460"/>
                </a:lnTo>
                <a:lnTo>
                  <a:pt x="192392" y="252055"/>
                </a:lnTo>
                <a:lnTo>
                  <a:pt x="191294" y="252571"/>
                </a:lnTo>
                <a:lnTo>
                  <a:pt x="190169" y="253008"/>
                </a:lnTo>
                <a:lnTo>
                  <a:pt x="189018" y="253365"/>
                </a:lnTo>
                <a:lnTo>
                  <a:pt x="187841" y="253643"/>
                </a:lnTo>
                <a:lnTo>
                  <a:pt x="186637" y="253841"/>
                </a:lnTo>
                <a:lnTo>
                  <a:pt x="185407" y="253960"/>
                </a:lnTo>
                <a:lnTo>
                  <a:pt x="184150" y="254000"/>
                </a:lnTo>
                <a:lnTo>
                  <a:pt x="19050" y="254000"/>
                </a:lnTo>
                <a:close/>
                <a:moveTo>
                  <a:pt x="124142" y="78105"/>
                </a:moveTo>
                <a:lnTo>
                  <a:pt x="124142" y="19050"/>
                </a:lnTo>
                <a:lnTo>
                  <a:pt x="19050" y="19050"/>
                </a:lnTo>
                <a:lnTo>
                  <a:pt x="19050" y="234950"/>
                </a:lnTo>
                <a:lnTo>
                  <a:pt x="184150" y="234950"/>
                </a:lnTo>
                <a:lnTo>
                  <a:pt x="184150" y="78105"/>
                </a:lnTo>
                <a:lnTo>
                  <a:pt x="124142" y="78105"/>
                </a:lnTo>
                <a:close/>
                <a:moveTo>
                  <a:pt x="19050" y="19050"/>
                </a:moveTo>
                <a:lnTo>
                  <a:pt x="19050" y="78105"/>
                </a:lnTo>
                <a:lnTo>
                  <a:pt x="19050" y="19050"/>
                </a:lnTo>
                <a:lnTo>
                  <a:pt x="19050" y="234950"/>
                </a:lnTo>
                <a:lnTo>
                  <a:pt x="19050" y="19050"/>
                </a:lnTo>
                <a:close/>
              </a:path>
            </a:pathLst>
          </a:custGeom>
          <a:solidFill>
            <a:srgbClr val="1F4E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8" name="연결 cdc→apply"/>
          <p:cNvCxnSpPr>
            <a:stCxn id="24" idx="3"/>
            <a:endCxn id="26" idx="1"/>
          </p:cNvCxnSpPr>
          <p:nvPr/>
        </p:nvCxnSpPr>
        <p:spPr>
          <a:xfrm>
            <a:off x="8244840" y="2880360"/>
            <a:ext cx="457200" cy="0"/>
          </a:xfrm>
          <a:prstGeom prst="line">
            <a:avLst/>
          </a:prstGeom>
          <a:ln w="16764">
            <a:solidFill>
              <a:srgbClr val="2B86C9"/>
            </a:solidFill>
            <a:prstDash val="dash"/>
            <a:tailEnd type="triangle" w="med" len="med"/>
          </a:ln>
        </p:spPr>
      </p:cxnSp>
      <p:sp>
        <p:nvSpPr>
          <p:cNvPr id="49" name="글"/>
          <p:cNvSpPr txBox="1"/>
          <p:nvPr/>
        </p:nvSpPr>
        <p:spPr>
          <a:xfrm>
            <a:off x="365760" y="3002280"/>
            <a:ext cx="33528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>
                <a:solidFill>
                  <a:srgbClr val="1F4E8C"/>
                </a:solidFill>
                <a:latin typeface="Pretendard"/>
                <a:ea typeface="Pretendard"/>
                <a:cs typeface="Pretendard"/>
              </a:rPr>
              <a:t>의</a:t>
            </a:r>
          </a:p>
        </p:txBody>
      </p:sp>
      <p:sp>
        <p:nvSpPr>
          <p:cNvPr id="50" name="글"/>
          <p:cNvSpPr txBox="1"/>
          <p:nvPr/>
        </p:nvSpPr>
        <p:spPr>
          <a:xfrm>
            <a:off x="365760" y="3230880"/>
            <a:ext cx="33528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>
                <a:solidFill>
                  <a:srgbClr val="1F4E8C"/>
                </a:solidFill>
                <a:latin typeface="Pretendard"/>
                <a:ea typeface="Pretendard"/>
                <a:cs typeface="Pretendard"/>
              </a:rPr>
              <a:t>존</a:t>
            </a:r>
          </a:p>
        </p:txBody>
      </p:sp>
      <p:sp>
        <p:nvSpPr>
          <p:cNvPr id="51" name="글"/>
          <p:cNvSpPr txBox="1"/>
          <p:nvPr/>
        </p:nvSpPr>
        <p:spPr>
          <a:xfrm>
            <a:off x="365760" y="3459480"/>
            <a:ext cx="33528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>
                <a:solidFill>
                  <a:srgbClr val="1F4E8C"/>
                </a:solidFill>
                <a:latin typeface="Pretendard"/>
                <a:ea typeface="Pretendard"/>
                <a:cs typeface="Pretendard"/>
              </a:rPr>
              <a:t>방</a:t>
            </a:r>
          </a:p>
        </p:txBody>
      </p:sp>
      <p:sp>
        <p:nvSpPr>
          <p:cNvPr id="52" name="글"/>
          <p:cNvSpPr txBox="1"/>
          <p:nvPr/>
        </p:nvSpPr>
        <p:spPr>
          <a:xfrm>
            <a:off x="365760" y="3688080"/>
            <a:ext cx="335280" cy="213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>
                <a:solidFill>
                  <a:srgbClr val="1F4E8C"/>
                </a:solidFill>
                <a:latin typeface="Pretendard"/>
                <a:ea typeface="Pretendard"/>
                <a:cs typeface="Pretendard"/>
              </a:rPr>
              <a:t>향</a:t>
            </a:r>
          </a:p>
        </p:txBody>
      </p:sp>
      <p:sp>
        <p:nvSpPr>
          <p:cNvPr id="53" name="범례"/>
          <p:cNvSpPr/>
          <p:nvPr/>
        </p:nvSpPr>
        <p:spPr>
          <a:xfrm>
            <a:off x="381000" y="6309360"/>
            <a:ext cx="3665601" cy="39624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0668">
            <a:solidFill>
              <a:srgbClr val="8EC3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범례 제목"/>
          <p:cNvSpPr txBox="1"/>
          <p:nvPr/>
        </p:nvSpPr>
        <p:spPr>
          <a:xfrm>
            <a:off x="518160" y="6309360"/>
            <a:ext cx="3810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0B2545"/>
                </a:solidFill>
                <a:latin typeface="Pretendard"/>
                <a:ea typeface="Pretendard"/>
                <a:cs typeface="Pretendard"/>
              </a:rPr>
              <a:t>범례</a:t>
            </a:r>
          </a:p>
        </p:txBody>
      </p:sp>
      <p:cxnSp>
        <p:nvCxnSpPr>
          <p:cNvPr id="55" name="범례 실시간 질의"/>
          <p:cNvCxnSpPr/>
          <p:nvPr/>
        </p:nvCxnSpPr>
        <p:spPr>
          <a:xfrm>
            <a:off x="914400" y="6507480"/>
            <a:ext cx="350520" cy="0"/>
          </a:xfrm>
          <a:prstGeom prst="line">
            <a:avLst/>
          </a:prstGeom>
          <a:ln w="16764">
            <a:solidFill>
              <a:srgbClr val="1F4E8C"/>
            </a:solidFill>
            <a:tailEnd type="triangle" w="med" len="med"/>
          </a:ln>
        </p:spPr>
      </p:cxnSp>
      <p:sp>
        <p:nvSpPr>
          <p:cNvPr id="56" name="범례 글 실시간 질의"/>
          <p:cNvSpPr txBox="1"/>
          <p:nvPr/>
        </p:nvSpPr>
        <p:spPr>
          <a:xfrm>
            <a:off x="1341120" y="6309360"/>
            <a:ext cx="871347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실시간 질의</a:t>
            </a:r>
          </a:p>
        </p:txBody>
      </p:sp>
      <p:cxnSp>
        <p:nvCxnSpPr>
          <p:cNvPr id="57" name="범례 비동기 데이터 흐름"/>
          <p:cNvCxnSpPr/>
          <p:nvPr/>
        </p:nvCxnSpPr>
        <p:spPr>
          <a:xfrm>
            <a:off x="2288667" y="6507480"/>
            <a:ext cx="350520" cy="0"/>
          </a:xfrm>
          <a:prstGeom prst="line">
            <a:avLst/>
          </a:prstGeom>
          <a:ln w="16764">
            <a:solidFill>
              <a:srgbClr val="2B86C9"/>
            </a:solidFill>
            <a:prstDash val="dash"/>
            <a:tailEnd type="triangle" w="med" len="med"/>
          </a:ln>
        </p:spPr>
      </p:cxnSp>
      <p:sp>
        <p:nvSpPr>
          <p:cNvPr id="58" name="범례 글 비동기 데이터 흐름"/>
          <p:cNvSpPr txBox="1"/>
          <p:nvPr/>
        </p:nvSpPr>
        <p:spPr>
          <a:xfrm>
            <a:off x="2715387" y="6309360"/>
            <a:ext cx="1331214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비동기 데이터 흐름</a:t>
            </a:r>
          </a:p>
        </p:txBody>
      </p:sp>
      <p:sp>
        <p:nvSpPr>
          <p:cNvPr id="59" name="설명"/>
          <p:cNvSpPr txBox="1"/>
          <p:nvPr/>
        </p:nvSpPr>
        <p:spPr>
          <a:xfrm>
            <a:off x="5702808" y="6347460"/>
            <a:ext cx="6108192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점선: CDC 가 대상 PG 의 kdms.change_log 에 쌓고 반영기가 따로 읽는다(수집과 반영 분리)</a:t>
            </a:r>
          </a:p>
        </p:txBody>
      </p:sp>
      <p:sp>
        <p:nvSpPr>
          <p:cNvPr id="60" name="설명"/>
          <p:cNvSpPr txBox="1"/>
          <p:nvPr/>
        </p:nvSpPr>
        <p:spPr>
          <a:xfrm>
            <a:off x="5741670" y="6537960"/>
            <a:ext cx="6069330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강조: 무중단의 핵심(CDC 수집·반영) · 엔진 사이 순서는 kdms.state 의 작업 상태로 정한다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KDMS SW 아키텍처</dc:title>
  <dc:subject/>
  <dc:creator>KDMS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