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막대"/>
          <p:cNvSpPr/>
          <p:nvPr/>
        </p:nvSpPr>
        <p:spPr>
          <a:xfrm>
            <a:off x="381000" y="274320"/>
            <a:ext cx="53340" cy="548640"/>
          </a:xfrm>
          <a:prstGeom prst="roundRect">
            <a:avLst>
              <a:gd name="adj" fmla="val 50000"/>
            </a:avLst>
          </a:pr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제목"/>
          <p:cNvSpPr txBox="1"/>
          <p:nvPr/>
        </p:nvSpPr>
        <p:spPr>
          <a:xfrm>
            <a:off x="533400" y="228600"/>
            <a:ext cx="8001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6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KDMS 전환·롤백 절차서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533400" y="64008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8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사람이 쓰기를 멈춘다 → kdms cutover --yes 가 6단계를 자동으로 → 점검·배포 뒤 사람이 앱을 PG 로 옮긴다</a:t>
            </a:r>
          </a:p>
        </p:txBody>
      </p:sp>
      <p:sp>
        <p:nvSpPr>
          <p:cNvPr id="5" name="문서 정보"/>
          <p:cNvSpPr txBox="1"/>
          <p:nvPr/>
        </p:nvSpPr>
        <p:spPr>
          <a:xfrm>
            <a:off x="8382000" y="411480"/>
            <a:ext cx="342900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KDMS-D09 · v0.2 · 2026-10-10</a:t>
            </a:r>
          </a:p>
        </p:txBody>
      </p:sp>
      <p:sp>
        <p:nvSpPr>
          <p:cNvPr id="6" name="영역 준비 · 쓰기 중지 (사람)"/>
          <p:cNvSpPr/>
          <p:nvPr/>
        </p:nvSpPr>
        <p:spPr>
          <a:xfrm>
            <a:off x="335280" y="960120"/>
            <a:ext cx="11521440" cy="1447800"/>
          </a:xfrm>
          <a:prstGeom prst="roundRect">
            <a:avLst>
              <a:gd name="adj" fmla="val 9473"/>
            </a:avLst>
          </a:prstGeom>
          <a:solidFill>
            <a:srgbClr val="EEF8F3"/>
          </a:solidFill>
          <a:ln w="10668">
            <a:solidFill>
              <a:srgbClr val="9DD3B8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준비 · 쓰기 중지 (사람)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2 부터 다운타임</a:t>
            </a:r>
          </a:p>
        </p:txBody>
      </p:sp>
      <p:sp>
        <p:nvSpPr>
          <p:cNvPr id="7" name="영역 kdms cutover --yes (자동)"/>
          <p:cNvSpPr/>
          <p:nvPr/>
        </p:nvSpPr>
        <p:spPr>
          <a:xfrm>
            <a:off x="335280" y="2529840"/>
            <a:ext cx="11521440" cy="2133600"/>
          </a:xfrm>
          <a:prstGeom prst="roundRect">
            <a:avLst>
              <a:gd name="adj" fmla="val 6428"/>
            </a:avLst>
          </a:prstGeom>
          <a:solidFill>
            <a:srgbClr val="EEF8F3"/>
          </a:solidFill>
          <a:ln w="15240">
            <a:solidFill>
              <a:srgbClr val="1E6B4F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kdms cutover --yes (자동)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다시 실행해도 같은 결과 · 중간에 죽으면 그대로 다시 실행(처음 단계부터)</a:t>
            </a:r>
          </a:p>
        </p:txBody>
      </p:sp>
      <p:sp>
        <p:nvSpPr>
          <p:cNvPr id="8" name="영역 전환 뒤 점검 · 앱 전환 · 되돌리기"/>
          <p:cNvSpPr/>
          <p:nvPr/>
        </p:nvSpPr>
        <p:spPr>
          <a:xfrm>
            <a:off x="335280" y="4785360"/>
            <a:ext cx="11521440" cy="1234440"/>
          </a:xfrm>
          <a:prstGeom prst="roundRect">
            <a:avLst>
              <a:gd name="adj" fmla="val 11111"/>
            </a:avLst>
          </a:prstGeom>
          <a:solidFill>
            <a:srgbClr val="EEF8F3"/>
          </a:solidFill>
          <a:ln w="10668">
            <a:solidFill>
              <a:srgbClr val="9DD3B8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전환 뒤 점검 · 앱 전환 · 되돌리기</a:t>
            </a:r>
          </a:p>
        </p:txBody>
      </p:sp>
      <p:cxnSp>
        <p:nvCxnSpPr>
          <p:cNvPr id="9" name="선"/>
          <p:cNvCxnSpPr/>
          <p:nvPr/>
        </p:nvCxnSpPr>
        <p:spPr>
          <a:xfrm flipV="1">
            <a:off x="5524500" y="4724400"/>
            <a:ext cx="0" cy="320040"/>
          </a:xfrm>
          <a:prstGeom prst="line">
            <a:avLst/>
          </a:prstGeom>
          <a:ln w="16764">
            <a:solidFill>
              <a:srgbClr val="2E9E6E"/>
            </a:solidFill>
            <a:prstDash val="dash"/>
          </a:ln>
        </p:spPr>
      </p:cxnSp>
      <p:cxnSp>
        <p:nvCxnSpPr>
          <p:cNvPr id="10" name="선"/>
          <p:cNvCxnSpPr/>
          <p:nvPr/>
        </p:nvCxnSpPr>
        <p:spPr>
          <a:xfrm>
            <a:off x="5524500" y="4724400"/>
            <a:ext cx="5600700" cy="0"/>
          </a:xfrm>
          <a:prstGeom prst="line">
            <a:avLst/>
          </a:prstGeom>
          <a:ln w="16764">
            <a:solidFill>
              <a:srgbClr val="2E9E6E"/>
            </a:solidFill>
            <a:prstDash val="dash"/>
          </a:ln>
        </p:spPr>
      </p:cxnSp>
      <p:cxnSp>
        <p:nvCxnSpPr>
          <p:cNvPr id="11" name="선"/>
          <p:cNvCxnSpPr/>
          <p:nvPr/>
        </p:nvCxnSpPr>
        <p:spPr>
          <a:xfrm>
            <a:off x="11125200" y="4724400"/>
            <a:ext cx="0" cy="36576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12" name="블록 전환 준비"/>
          <p:cNvSpPr/>
          <p:nvPr/>
        </p:nvSpPr>
        <p:spPr>
          <a:xfrm>
            <a:off x="563880" y="1722120"/>
            <a:ext cx="1219200" cy="335280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 w="15240">
            <a:solidFill>
              <a:srgbClr val="0B3D2E"/>
            </a:solidFill>
          </a:ln>
        </p:spPr>
        <p:txBody>
          <a:bodyPr rtlCol="0" anchor="ctr" lIns="297561" tIns="0" rIns="0" bIns="0" wrap="none">
            <a:no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전환 준비</a:t>
            </a:r>
          </a:p>
        </p:txBody>
      </p:sp>
      <p:sp>
        <p:nvSpPr>
          <p:cNvPr id="13" name="블록 지연 확인"/>
          <p:cNvSpPr/>
          <p:nvPr/>
        </p:nvSpPr>
        <p:spPr>
          <a:xfrm>
            <a:off x="2133600" y="1493520"/>
            <a:ext cx="1905000" cy="79248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733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지연 확인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 status · 웹 화면</a:t>
            </a:r>
          </a:p>
        </p:txBody>
      </p:sp>
      <p:sp>
        <p:nvSpPr>
          <p:cNvPr id="14" name="아이콘 timer"/>
          <p:cNvSpPr/>
          <p:nvPr/>
        </p:nvSpPr>
        <p:spPr>
          <a:xfrm>
            <a:off x="2971800" y="1529080"/>
            <a:ext cx="228600" cy="266382"/>
          </a:xfrm>
          <a:custGeom>
            <a:avLst/>
            <a:gdLst/>
            <a:ahLst/>
            <a:cxnLst/>
            <a:rect l="l" t="t" r="r" b="b"/>
            <a:pathLst>
              <a:path w="228600" h="266382">
                <a:moveTo>
                  <a:pt x="76200" y="19050"/>
                </a:moveTo>
                <a:lnTo>
                  <a:pt x="76200" y="0"/>
                </a:lnTo>
                <a:lnTo>
                  <a:pt x="152400" y="0"/>
                </a:lnTo>
                <a:lnTo>
                  <a:pt x="152400" y="19050"/>
                </a:lnTo>
                <a:lnTo>
                  <a:pt x="76200" y="19050"/>
                </a:lnTo>
                <a:close/>
                <a:moveTo>
                  <a:pt x="104775" y="160972"/>
                </a:moveTo>
                <a:lnTo>
                  <a:pt x="123825" y="160972"/>
                </a:lnTo>
                <a:lnTo>
                  <a:pt x="123825" y="87948"/>
                </a:lnTo>
                <a:lnTo>
                  <a:pt x="104775" y="87948"/>
                </a:lnTo>
                <a:lnTo>
                  <a:pt x="104775" y="160972"/>
                </a:lnTo>
                <a:close/>
                <a:moveTo>
                  <a:pt x="70009" y="257334"/>
                </a:moveTo>
                <a:lnTo>
                  <a:pt x="66579" y="255780"/>
                </a:lnTo>
                <a:lnTo>
                  <a:pt x="63222" y="254137"/>
                </a:lnTo>
                <a:lnTo>
                  <a:pt x="59938" y="252403"/>
                </a:lnTo>
                <a:lnTo>
                  <a:pt x="56727" y="250578"/>
                </a:lnTo>
                <a:lnTo>
                  <a:pt x="53588" y="248663"/>
                </a:lnTo>
                <a:lnTo>
                  <a:pt x="50522" y="246658"/>
                </a:lnTo>
                <a:lnTo>
                  <a:pt x="47529" y="244562"/>
                </a:lnTo>
                <a:lnTo>
                  <a:pt x="44609" y="242376"/>
                </a:lnTo>
                <a:lnTo>
                  <a:pt x="41761" y="240099"/>
                </a:lnTo>
                <a:lnTo>
                  <a:pt x="38986" y="237733"/>
                </a:lnTo>
                <a:lnTo>
                  <a:pt x="36284" y="235275"/>
                </a:lnTo>
                <a:lnTo>
                  <a:pt x="33655" y="232727"/>
                </a:lnTo>
                <a:lnTo>
                  <a:pt x="31107" y="230098"/>
                </a:lnTo>
                <a:lnTo>
                  <a:pt x="28650" y="227396"/>
                </a:lnTo>
                <a:lnTo>
                  <a:pt x="26283" y="224621"/>
                </a:lnTo>
                <a:lnTo>
                  <a:pt x="24007" y="221774"/>
                </a:lnTo>
                <a:lnTo>
                  <a:pt x="21820" y="218853"/>
                </a:lnTo>
                <a:lnTo>
                  <a:pt x="19725" y="215860"/>
                </a:lnTo>
                <a:lnTo>
                  <a:pt x="17719" y="212794"/>
                </a:lnTo>
                <a:lnTo>
                  <a:pt x="15804" y="209656"/>
                </a:lnTo>
                <a:lnTo>
                  <a:pt x="13980" y="206444"/>
                </a:lnTo>
                <a:lnTo>
                  <a:pt x="12246" y="203160"/>
                </a:lnTo>
                <a:lnTo>
                  <a:pt x="10602" y="199803"/>
                </a:lnTo>
                <a:lnTo>
                  <a:pt x="9049" y="196374"/>
                </a:lnTo>
                <a:lnTo>
                  <a:pt x="7603" y="192889"/>
                </a:lnTo>
                <a:lnTo>
                  <a:pt x="6284" y="189367"/>
                </a:lnTo>
                <a:lnTo>
                  <a:pt x="5090" y="185807"/>
                </a:lnTo>
                <a:lnTo>
                  <a:pt x="4022" y="182210"/>
                </a:lnTo>
                <a:lnTo>
                  <a:pt x="3079" y="178575"/>
                </a:lnTo>
                <a:lnTo>
                  <a:pt x="2262" y="174903"/>
                </a:lnTo>
                <a:lnTo>
                  <a:pt x="1571" y="171193"/>
                </a:lnTo>
                <a:lnTo>
                  <a:pt x="1005" y="167446"/>
                </a:lnTo>
                <a:lnTo>
                  <a:pt x="566" y="163661"/>
                </a:lnTo>
                <a:lnTo>
                  <a:pt x="251" y="159839"/>
                </a:lnTo>
                <a:lnTo>
                  <a:pt x="63" y="155980"/>
                </a:lnTo>
                <a:lnTo>
                  <a:pt x="0" y="152082"/>
                </a:lnTo>
                <a:lnTo>
                  <a:pt x="63" y="148185"/>
                </a:lnTo>
                <a:lnTo>
                  <a:pt x="251" y="144326"/>
                </a:lnTo>
                <a:lnTo>
                  <a:pt x="566" y="140504"/>
                </a:lnTo>
                <a:lnTo>
                  <a:pt x="1005" y="136719"/>
                </a:lnTo>
                <a:lnTo>
                  <a:pt x="1571" y="132972"/>
                </a:lnTo>
                <a:lnTo>
                  <a:pt x="2262" y="129262"/>
                </a:lnTo>
                <a:lnTo>
                  <a:pt x="3079" y="125590"/>
                </a:lnTo>
                <a:lnTo>
                  <a:pt x="4022" y="121955"/>
                </a:lnTo>
                <a:lnTo>
                  <a:pt x="5090" y="118358"/>
                </a:lnTo>
                <a:lnTo>
                  <a:pt x="6284" y="114798"/>
                </a:lnTo>
                <a:lnTo>
                  <a:pt x="7603" y="111276"/>
                </a:lnTo>
                <a:lnTo>
                  <a:pt x="9049" y="107791"/>
                </a:lnTo>
                <a:lnTo>
                  <a:pt x="10602" y="104362"/>
                </a:lnTo>
                <a:lnTo>
                  <a:pt x="12246" y="101005"/>
                </a:lnTo>
                <a:lnTo>
                  <a:pt x="13980" y="97721"/>
                </a:lnTo>
                <a:lnTo>
                  <a:pt x="15804" y="94509"/>
                </a:lnTo>
                <a:lnTo>
                  <a:pt x="17719" y="91371"/>
                </a:lnTo>
                <a:lnTo>
                  <a:pt x="19725" y="88305"/>
                </a:lnTo>
                <a:lnTo>
                  <a:pt x="21820" y="85312"/>
                </a:lnTo>
                <a:lnTo>
                  <a:pt x="24007" y="82391"/>
                </a:lnTo>
                <a:lnTo>
                  <a:pt x="26283" y="79544"/>
                </a:lnTo>
                <a:lnTo>
                  <a:pt x="28650" y="76769"/>
                </a:lnTo>
                <a:lnTo>
                  <a:pt x="31107" y="74067"/>
                </a:lnTo>
                <a:lnTo>
                  <a:pt x="33655" y="71438"/>
                </a:lnTo>
                <a:lnTo>
                  <a:pt x="36284" y="68890"/>
                </a:lnTo>
                <a:lnTo>
                  <a:pt x="38986" y="66432"/>
                </a:lnTo>
                <a:lnTo>
                  <a:pt x="41761" y="64066"/>
                </a:lnTo>
                <a:lnTo>
                  <a:pt x="44609" y="61789"/>
                </a:lnTo>
                <a:lnTo>
                  <a:pt x="47529" y="59603"/>
                </a:lnTo>
                <a:lnTo>
                  <a:pt x="50522" y="57507"/>
                </a:lnTo>
                <a:lnTo>
                  <a:pt x="53588" y="55502"/>
                </a:lnTo>
                <a:lnTo>
                  <a:pt x="56727" y="53587"/>
                </a:lnTo>
                <a:lnTo>
                  <a:pt x="59938" y="51762"/>
                </a:lnTo>
                <a:lnTo>
                  <a:pt x="63222" y="50028"/>
                </a:lnTo>
                <a:lnTo>
                  <a:pt x="66579" y="48385"/>
                </a:lnTo>
                <a:lnTo>
                  <a:pt x="70009" y="46831"/>
                </a:lnTo>
                <a:lnTo>
                  <a:pt x="73494" y="45386"/>
                </a:lnTo>
                <a:lnTo>
                  <a:pt x="77016" y="44066"/>
                </a:lnTo>
                <a:lnTo>
                  <a:pt x="80576" y="42872"/>
                </a:lnTo>
                <a:lnTo>
                  <a:pt x="84173" y="41804"/>
                </a:lnTo>
                <a:lnTo>
                  <a:pt x="87807" y="40862"/>
                </a:lnTo>
                <a:lnTo>
                  <a:pt x="91480" y="40045"/>
                </a:lnTo>
                <a:lnTo>
                  <a:pt x="95189" y="39353"/>
                </a:lnTo>
                <a:lnTo>
                  <a:pt x="98937" y="38788"/>
                </a:lnTo>
                <a:lnTo>
                  <a:pt x="102721" y="38348"/>
                </a:lnTo>
                <a:lnTo>
                  <a:pt x="106543" y="38034"/>
                </a:lnTo>
                <a:lnTo>
                  <a:pt x="110403" y="37845"/>
                </a:lnTo>
                <a:lnTo>
                  <a:pt x="114300" y="37782"/>
                </a:lnTo>
                <a:lnTo>
                  <a:pt x="117828" y="37832"/>
                </a:lnTo>
                <a:lnTo>
                  <a:pt x="121320" y="37981"/>
                </a:lnTo>
                <a:lnTo>
                  <a:pt x="124778" y="38229"/>
                </a:lnTo>
                <a:lnTo>
                  <a:pt x="128199" y="38576"/>
                </a:lnTo>
                <a:lnTo>
                  <a:pt x="131586" y="39023"/>
                </a:lnTo>
                <a:lnTo>
                  <a:pt x="134938" y="39568"/>
                </a:lnTo>
                <a:lnTo>
                  <a:pt x="138254" y="40213"/>
                </a:lnTo>
                <a:lnTo>
                  <a:pt x="141534" y="40958"/>
                </a:lnTo>
                <a:lnTo>
                  <a:pt x="144780" y="41801"/>
                </a:lnTo>
                <a:lnTo>
                  <a:pt x="147990" y="42743"/>
                </a:lnTo>
                <a:lnTo>
                  <a:pt x="151165" y="43785"/>
                </a:lnTo>
                <a:lnTo>
                  <a:pt x="154305" y="44926"/>
                </a:lnTo>
                <a:lnTo>
                  <a:pt x="157398" y="46155"/>
                </a:lnTo>
                <a:lnTo>
                  <a:pt x="160435" y="47462"/>
                </a:lnTo>
                <a:lnTo>
                  <a:pt x="163413" y="48845"/>
                </a:lnTo>
                <a:lnTo>
                  <a:pt x="166335" y="50306"/>
                </a:lnTo>
                <a:lnTo>
                  <a:pt x="169199" y="51844"/>
                </a:lnTo>
                <a:lnTo>
                  <a:pt x="172006" y="53459"/>
                </a:lnTo>
                <a:lnTo>
                  <a:pt x="174755" y="55151"/>
                </a:lnTo>
                <a:lnTo>
                  <a:pt x="177447" y="56921"/>
                </a:lnTo>
                <a:lnTo>
                  <a:pt x="180082" y="58767"/>
                </a:lnTo>
                <a:lnTo>
                  <a:pt x="182660" y="60691"/>
                </a:lnTo>
                <a:lnTo>
                  <a:pt x="185180" y="62692"/>
                </a:lnTo>
                <a:lnTo>
                  <a:pt x="187642" y="64770"/>
                </a:lnTo>
                <a:lnTo>
                  <a:pt x="203835" y="48578"/>
                </a:lnTo>
                <a:lnTo>
                  <a:pt x="217170" y="61912"/>
                </a:lnTo>
                <a:lnTo>
                  <a:pt x="200978" y="78105"/>
                </a:lnTo>
                <a:lnTo>
                  <a:pt x="202859" y="80259"/>
                </a:lnTo>
                <a:lnTo>
                  <a:pt x="204695" y="82488"/>
                </a:lnTo>
                <a:lnTo>
                  <a:pt x="206484" y="84792"/>
                </a:lnTo>
                <a:lnTo>
                  <a:pt x="208227" y="87171"/>
                </a:lnTo>
                <a:lnTo>
                  <a:pt x="209924" y="89625"/>
                </a:lnTo>
                <a:lnTo>
                  <a:pt x="211574" y="92154"/>
                </a:lnTo>
                <a:lnTo>
                  <a:pt x="213178" y="94758"/>
                </a:lnTo>
                <a:lnTo>
                  <a:pt x="214736" y="97437"/>
                </a:lnTo>
                <a:lnTo>
                  <a:pt x="216247" y="100191"/>
                </a:lnTo>
                <a:lnTo>
                  <a:pt x="217712" y="103020"/>
                </a:lnTo>
                <a:lnTo>
                  <a:pt x="219131" y="105924"/>
                </a:lnTo>
                <a:lnTo>
                  <a:pt x="220504" y="108902"/>
                </a:lnTo>
                <a:lnTo>
                  <a:pt x="221797" y="111967"/>
                </a:lnTo>
                <a:lnTo>
                  <a:pt x="222978" y="115129"/>
                </a:lnTo>
                <a:lnTo>
                  <a:pt x="224046" y="118388"/>
                </a:lnTo>
                <a:lnTo>
                  <a:pt x="225002" y="121744"/>
                </a:lnTo>
                <a:lnTo>
                  <a:pt x="225845" y="125196"/>
                </a:lnTo>
                <a:lnTo>
                  <a:pt x="226576" y="128746"/>
                </a:lnTo>
                <a:lnTo>
                  <a:pt x="227194" y="132393"/>
                </a:lnTo>
                <a:lnTo>
                  <a:pt x="227700" y="136137"/>
                </a:lnTo>
                <a:lnTo>
                  <a:pt x="228094" y="139978"/>
                </a:lnTo>
                <a:lnTo>
                  <a:pt x="228375" y="143916"/>
                </a:lnTo>
                <a:lnTo>
                  <a:pt x="228544" y="147951"/>
                </a:lnTo>
                <a:lnTo>
                  <a:pt x="228600" y="152082"/>
                </a:lnTo>
                <a:lnTo>
                  <a:pt x="228537" y="155980"/>
                </a:lnTo>
                <a:lnTo>
                  <a:pt x="228349" y="159839"/>
                </a:lnTo>
                <a:lnTo>
                  <a:pt x="228034" y="163661"/>
                </a:lnTo>
                <a:lnTo>
                  <a:pt x="227595" y="167446"/>
                </a:lnTo>
                <a:lnTo>
                  <a:pt x="227029" y="171193"/>
                </a:lnTo>
                <a:lnTo>
                  <a:pt x="226338" y="174903"/>
                </a:lnTo>
                <a:lnTo>
                  <a:pt x="225521" y="178575"/>
                </a:lnTo>
                <a:lnTo>
                  <a:pt x="224578" y="182210"/>
                </a:lnTo>
                <a:lnTo>
                  <a:pt x="223510" y="185807"/>
                </a:lnTo>
                <a:lnTo>
                  <a:pt x="222316" y="189367"/>
                </a:lnTo>
                <a:lnTo>
                  <a:pt x="220997" y="192889"/>
                </a:lnTo>
                <a:lnTo>
                  <a:pt x="219551" y="196374"/>
                </a:lnTo>
                <a:lnTo>
                  <a:pt x="217998" y="199803"/>
                </a:lnTo>
                <a:lnTo>
                  <a:pt x="216354" y="203160"/>
                </a:lnTo>
                <a:lnTo>
                  <a:pt x="214620" y="206444"/>
                </a:lnTo>
                <a:lnTo>
                  <a:pt x="212796" y="209656"/>
                </a:lnTo>
                <a:lnTo>
                  <a:pt x="210881" y="212794"/>
                </a:lnTo>
                <a:lnTo>
                  <a:pt x="208875" y="215860"/>
                </a:lnTo>
                <a:lnTo>
                  <a:pt x="206780" y="218853"/>
                </a:lnTo>
                <a:lnTo>
                  <a:pt x="204593" y="221774"/>
                </a:lnTo>
                <a:lnTo>
                  <a:pt x="202317" y="224621"/>
                </a:lnTo>
                <a:lnTo>
                  <a:pt x="199950" y="227396"/>
                </a:lnTo>
                <a:lnTo>
                  <a:pt x="197493" y="230098"/>
                </a:lnTo>
                <a:lnTo>
                  <a:pt x="194945" y="232727"/>
                </a:lnTo>
                <a:lnTo>
                  <a:pt x="192316" y="235275"/>
                </a:lnTo>
                <a:lnTo>
                  <a:pt x="189614" y="237733"/>
                </a:lnTo>
                <a:lnTo>
                  <a:pt x="186839" y="240099"/>
                </a:lnTo>
                <a:lnTo>
                  <a:pt x="183991" y="242376"/>
                </a:lnTo>
                <a:lnTo>
                  <a:pt x="181071" y="244562"/>
                </a:lnTo>
                <a:lnTo>
                  <a:pt x="178078" y="246658"/>
                </a:lnTo>
                <a:lnTo>
                  <a:pt x="175012" y="248663"/>
                </a:lnTo>
                <a:lnTo>
                  <a:pt x="171873" y="250578"/>
                </a:lnTo>
                <a:lnTo>
                  <a:pt x="168662" y="252403"/>
                </a:lnTo>
                <a:lnTo>
                  <a:pt x="165378" y="254137"/>
                </a:lnTo>
                <a:lnTo>
                  <a:pt x="162021" y="255780"/>
                </a:lnTo>
                <a:lnTo>
                  <a:pt x="158591" y="257334"/>
                </a:lnTo>
                <a:lnTo>
                  <a:pt x="155106" y="258779"/>
                </a:lnTo>
                <a:lnTo>
                  <a:pt x="151584" y="260099"/>
                </a:lnTo>
                <a:lnTo>
                  <a:pt x="148024" y="261293"/>
                </a:lnTo>
                <a:lnTo>
                  <a:pt x="144427" y="262361"/>
                </a:lnTo>
                <a:lnTo>
                  <a:pt x="140793" y="263303"/>
                </a:lnTo>
                <a:lnTo>
                  <a:pt x="137120" y="264120"/>
                </a:lnTo>
                <a:lnTo>
                  <a:pt x="133411" y="264812"/>
                </a:lnTo>
                <a:lnTo>
                  <a:pt x="129663" y="265377"/>
                </a:lnTo>
                <a:lnTo>
                  <a:pt x="125879" y="265817"/>
                </a:lnTo>
                <a:lnTo>
                  <a:pt x="122057" y="266131"/>
                </a:lnTo>
                <a:lnTo>
                  <a:pt x="118197" y="266320"/>
                </a:lnTo>
                <a:lnTo>
                  <a:pt x="114300" y="266382"/>
                </a:lnTo>
                <a:lnTo>
                  <a:pt x="110403" y="266320"/>
                </a:lnTo>
                <a:lnTo>
                  <a:pt x="106543" y="266131"/>
                </a:lnTo>
                <a:lnTo>
                  <a:pt x="102721" y="265817"/>
                </a:lnTo>
                <a:lnTo>
                  <a:pt x="98937" y="265377"/>
                </a:lnTo>
                <a:lnTo>
                  <a:pt x="95189" y="264812"/>
                </a:lnTo>
                <a:lnTo>
                  <a:pt x="91480" y="264120"/>
                </a:lnTo>
                <a:lnTo>
                  <a:pt x="87807" y="263303"/>
                </a:lnTo>
                <a:lnTo>
                  <a:pt x="84173" y="262361"/>
                </a:lnTo>
                <a:lnTo>
                  <a:pt x="80576" y="261293"/>
                </a:lnTo>
                <a:lnTo>
                  <a:pt x="77016" y="260099"/>
                </a:lnTo>
                <a:lnTo>
                  <a:pt x="73494" y="258779"/>
                </a:lnTo>
                <a:lnTo>
                  <a:pt x="70009" y="257334"/>
                </a:lnTo>
                <a:close/>
                <a:moveTo>
                  <a:pt x="181769" y="219551"/>
                </a:moveTo>
                <a:lnTo>
                  <a:pt x="186206" y="214838"/>
                </a:lnTo>
                <a:lnTo>
                  <a:pt x="190257" y="209960"/>
                </a:lnTo>
                <a:lnTo>
                  <a:pt x="193923" y="204916"/>
                </a:lnTo>
                <a:lnTo>
                  <a:pt x="197203" y="199708"/>
                </a:lnTo>
                <a:lnTo>
                  <a:pt x="200097" y="194333"/>
                </a:lnTo>
                <a:lnTo>
                  <a:pt x="202605" y="188793"/>
                </a:lnTo>
                <a:lnTo>
                  <a:pt x="204727" y="183088"/>
                </a:lnTo>
                <a:lnTo>
                  <a:pt x="206463" y="177218"/>
                </a:lnTo>
                <a:lnTo>
                  <a:pt x="207814" y="171182"/>
                </a:lnTo>
                <a:lnTo>
                  <a:pt x="208778" y="164981"/>
                </a:lnTo>
                <a:lnTo>
                  <a:pt x="209357" y="158614"/>
                </a:lnTo>
                <a:lnTo>
                  <a:pt x="209550" y="152082"/>
                </a:lnTo>
                <a:lnTo>
                  <a:pt x="209357" y="145551"/>
                </a:lnTo>
                <a:lnTo>
                  <a:pt x="208778" y="139184"/>
                </a:lnTo>
                <a:lnTo>
                  <a:pt x="207814" y="132983"/>
                </a:lnTo>
                <a:lnTo>
                  <a:pt x="206463" y="126947"/>
                </a:lnTo>
                <a:lnTo>
                  <a:pt x="204727" y="121077"/>
                </a:lnTo>
                <a:lnTo>
                  <a:pt x="202605" y="115372"/>
                </a:lnTo>
                <a:lnTo>
                  <a:pt x="200097" y="109832"/>
                </a:lnTo>
                <a:lnTo>
                  <a:pt x="197203" y="104458"/>
                </a:lnTo>
                <a:lnTo>
                  <a:pt x="193923" y="99249"/>
                </a:lnTo>
                <a:lnTo>
                  <a:pt x="190257" y="94205"/>
                </a:lnTo>
                <a:lnTo>
                  <a:pt x="186206" y="89327"/>
                </a:lnTo>
                <a:lnTo>
                  <a:pt x="181769" y="84614"/>
                </a:lnTo>
                <a:lnTo>
                  <a:pt x="177056" y="80176"/>
                </a:lnTo>
                <a:lnTo>
                  <a:pt x="172178" y="76125"/>
                </a:lnTo>
                <a:lnTo>
                  <a:pt x="167134" y="72459"/>
                </a:lnTo>
                <a:lnTo>
                  <a:pt x="161925" y="69180"/>
                </a:lnTo>
                <a:lnTo>
                  <a:pt x="156551" y="66286"/>
                </a:lnTo>
                <a:lnTo>
                  <a:pt x="151011" y="63778"/>
                </a:lnTo>
                <a:lnTo>
                  <a:pt x="145306" y="61656"/>
                </a:lnTo>
                <a:lnTo>
                  <a:pt x="139435" y="59919"/>
                </a:lnTo>
                <a:lnTo>
                  <a:pt x="133400" y="58569"/>
                </a:lnTo>
                <a:lnTo>
                  <a:pt x="127198" y="57604"/>
                </a:lnTo>
                <a:lnTo>
                  <a:pt x="120832" y="57025"/>
                </a:lnTo>
                <a:lnTo>
                  <a:pt x="114300" y="56832"/>
                </a:lnTo>
                <a:lnTo>
                  <a:pt x="107768" y="57025"/>
                </a:lnTo>
                <a:lnTo>
                  <a:pt x="101402" y="57604"/>
                </a:lnTo>
                <a:lnTo>
                  <a:pt x="95200" y="58569"/>
                </a:lnTo>
                <a:lnTo>
                  <a:pt x="89165" y="59919"/>
                </a:lnTo>
                <a:lnTo>
                  <a:pt x="83294" y="61656"/>
                </a:lnTo>
                <a:lnTo>
                  <a:pt x="77589" y="63778"/>
                </a:lnTo>
                <a:lnTo>
                  <a:pt x="72049" y="66286"/>
                </a:lnTo>
                <a:lnTo>
                  <a:pt x="66675" y="69180"/>
                </a:lnTo>
                <a:lnTo>
                  <a:pt x="61466" y="72459"/>
                </a:lnTo>
                <a:lnTo>
                  <a:pt x="56422" y="76125"/>
                </a:lnTo>
                <a:lnTo>
                  <a:pt x="51544" y="80176"/>
                </a:lnTo>
                <a:lnTo>
                  <a:pt x="46831" y="84614"/>
                </a:lnTo>
                <a:lnTo>
                  <a:pt x="42394" y="89327"/>
                </a:lnTo>
                <a:lnTo>
                  <a:pt x="38343" y="94205"/>
                </a:lnTo>
                <a:lnTo>
                  <a:pt x="34677" y="99249"/>
                </a:lnTo>
                <a:lnTo>
                  <a:pt x="31397" y="104458"/>
                </a:lnTo>
                <a:lnTo>
                  <a:pt x="28503" y="109832"/>
                </a:lnTo>
                <a:lnTo>
                  <a:pt x="25995" y="115372"/>
                </a:lnTo>
                <a:lnTo>
                  <a:pt x="23873" y="121077"/>
                </a:lnTo>
                <a:lnTo>
                  <a:pt x="22137" y="126947"/>
                </a:lnTo>
                <a:lnTo>
                  <a:pt x="20786" y="132983"/>
                </a:lnTo>
                <a:lnTo>
                  <a:pt x="19822" y="139184"/>
                </a:lnTo>
                <a:lnTo>
                  <a:pt x="19243" y="145551"/>
                </a:lnTo>
                <a:lnTo>
                  <a:pt x="19050" y="152082"/>
                </a:lnTo>
                <a:lnTo>
                  <a:pt x="19243" y="158614"/>
                </a:lnTo>
                <a:lnTo>
                  <a:pt x="19822" y="164981"/>
                </a:lnTo>
                <a:lnTo>
                  <a:pt x="20786" y="171182"/>
                </a:lnTo>
                <a:lnTo>
                  <a:pt x="22137" y="177218"/>
                </a:lnTo>
                <a:lnTo>
                  <a:pt x="23873" y="183088"/>
                </a:lnTo>
                <a:lnTo>
                  <a:pt x="25995" y="188793"/>
                </a:lnTo>
                <a:lnTo>
                  <a:pt x="28503" y="194333"/>
                </a:lnTo>
                <a:lnTo>
                  <a:pt x="31397" y="199708"/>
                </a:lnTo>
                <a:lnTo>
                  <a:pt x="34677" y="204916"/>
                </a:lnTo>
                <a:lnTo>
                  <a:pt x="38343" y="209960"/>
                </a:lnTo>
                <a:lnTo>
                  <a:pt x="42394" y="214838"/>
                </a:lnTo>
                <a:lnTo>
                  <a:pt x="46831" y="219551"/>
                </a:lnTo>
                <a:lnTo>
                  <a:pt x="51544" y="223989"/>
                </a:lnTo>
                <a:lnTo>
                  <a:pt x="56422" y="228040"/>
                </a:lnTo>
                <a:lnTo>
                  <a:pt x="61466" y="231706"/>
                </a:lnTo>
                <a:lnTo>
                  <a:pt x="66675" y="234985"/>
                </a:lnTo>
                <a:lnTo>
                  <a:pt x="72049" y="237879"/>
                </a:lnTo>
                <a:lnTo>
                  <a:pt x="77589" y="240387"/>
                </a:lnTo>
                <a:lnTo>
                  <a:pt x="83294" y="242509"/>
                </a:lnTo>
                <a:lnTo>
                  <a:pt x="89165" y="244246"/>
                </a:lnTo>
                <a:lnTo>
                  <a:pt x="95200" y="245596"/>
                </a:lnTo>
                <a:lnTo>
                  <a:pt x="101402" y="246561"/>
                </a:lnTo>
                <a:lnTo>
                  <a:pt x="107768" y="247140"/>
                </a:lnTo>
                <a:lnTo>
                  <a:pt x="114300" y="247332"/>
                </a:lnTo>
                <a:lnTo>
                  <a:pt x="120832" y="247140"/>
                </a:lnTo>
                <a:lnTo>
                  <a:pt x="127198" y="246561"/>
                </a:lnTo>
                <a:lnTo>
                  <a:pt x="133400" y="245596"/>
                </a:lnTo>
                <a:lnTo>
                  <a:pt x="139435" y="244246"/>
                </a:lnTo>
                <a:lnTo>
                  <a:pt x="145306" y="242509"/>
                </a:lnTo>
                <a:lnTo>
                  <a:pt x="151011" y="240387"/>
                </a:lnTo>
                <a:lnTo>
                  <a:pt x="156551" y="237879"/>
                </a:lnTo>
                <a:lnTo>
                  <a:pt x="161925" y="234985"/>
                </a:lnTo>
                <a:lnTo>
                  <a:pt x="167134" y="231706"/>
                </a:lnTo>
                <a:lnTo>
                  <a:pt x="172178" y="228040"/>
                </a:lnTo>
                <a:lnTo>
                  <a:pt x="177056" y="223989"/>
                </a:lnTo>
                <a:lnTo>
                  <a:pt x="181769" y="219551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2186940" y="154686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6" name="블록 원천 앱 쓰기 중지"/>
          <p:cNvSpPr/>
          <p:nvPr/>
        </p:nvSpPr>
        <p:spPr>
          <a:xfrm>
            <a:off x="4419600" y="1493520"/>
            <a:ext cx="1905000" cy="79248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733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원천 앱 쓰기 중지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다운타임 시작</a:t>
            </a:r>
          </a:p>
        </p:txBody>
      </p:sp>
      <p:sp>
        <p:nvSpPr>
          <p:cNvPr id="17" name="아이콘 pause_circle"/>
          <p:cNvSpPr/>
          <p:nvPr/>
        </p:nvSpPr>
        <p:spPr>
          <a:xfrm>
            <a:off x="5245100" y="154178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2075" y="177800"/>
                </a:moveTo>
                <a:lnTo>
                  <a:pt x="111125" y="177800"/>
                </a:lnTo>
                <a:lnTo>
                  <a:pt x="111125" y="76200"/>
                </a:lnTo>
                <a:lnTo>
                  <a:pt x="92075" y="76200"/>
                </a:lnTo>
                <a:lnTo>
                  <a:pt x="92075" y="177800"/>
                </a:lnTo>
                <a:close/>
                <a:moveTo>
                  <a:pt x="142875" y="177800"/>
                </a:moveTo>
                <a:lnTo>
                  <a:pt x="161925" y="177800"/>
                </a:lnTo>
                <a:lnTo>
                  <a:pt x="161925" y="76200"/>
                </a:lnTo>
                <a:lnTo>
                  <a:pt x="142875" y="76200"/>
                </a:lnTo>
                <a:lnTo>
                  <a:pt x="142875" y="177800"/>
                </a:lnTo>
                <a:close/>
                <a:moveTo>
                  <a:pt x="127000" y="254000"/>
                </a:moveTo>
                <a:lnTo>
                  <a:pt x="122681" y="253931"/>
                </a:lnTo>
                <a:lnTo>
                  <a:pt x="118401" y="253722"/>
                </a:lnTo>
                <a:lnTo>
                  <a:pt x="114161" y="253375"/>
                </a:lnTo>
                <a:lnTo>
                  <a:pt x="109961" y="252889"/>
                </a:lnTo>
                <a:lnTo>
                  <a:pt x="105800" y="252264"/>
                </a:lnTo>
                <a:lnTo>
                  <a:pt x="101679" y="251500"/>
                </a:lnTo>
                <a:lnTo>
                  <a:pt x="97598" y="250597"/>
                </a:lnTo>
                <a:lnTo>
                  <a:pt x="93557" y="249555"/>
                </a:lnTo>
                <a:lnTo>
                  <a:pt x="89555" y="248374"/>
                </a:lnTo>
                <a:lnTo>
                  <a:pt x="85593" y="247055"/>
                </a:lnTo>
                <a:lnTo>
                  <a:pt x="81670" y="245596"/>
                </a:lnTo>
                <a:lnTo>
                  <a:pt x="77788" y="243999"/>
                </a:lnTo>
                <a:lnTo>
                  <a:pt x="73965" y="242281"/>
                </a:lnTo>
                <a:lnTo>
                  <a:pt x="70225" y="240462"/>
                </a:lnTo>
                <a:lnTo>
                  <a:pt x="66566" y="238542"/>
                </a:lnTo>
                <a:lnTo>
                  <a:pt x="62988" y="236520"/>
                </a:lnTo>
                <a:lnTo>
                  <a:pt x="59493" y="234397"/>
                </a:lnTo>
                <a:lnTo>
                  <a:pt x="56078" y="232172"/>
                </a:lnTo>
                <a:lnTo>
                  <a:pt x="52746" y="229846"/>
                </a:lnTo>
                <a:lnTo>
                  <a:pt x="49495" y="227418"/>
                </a:lnTo>
                <a:lnTo>
                  <a:pt x="46325" y="224889"/>
                </a:lnTo>
                <a:lnTo>
                  <a:pt x="43237" y="222259"/>
                </a:lnTo>
                <a:lnTo>
                  <a:pt x="40231" y="219527"/>
                </a:lnTo>
                <a:lnTo>
                  <a:pt x="37306" y="216694"/>
                </a:lnTo>
                <a:lnTo>
                  <a:pt x="34473" y="213769"/>
                </a:lnTo>
                <a:lnTo>
                  <a:pt x="31741" y="210763"/>
                </a:lnTo>
                <a:lnTo>
                  <a:pt x="29111" y="207675"/>
                </a:lnTo>
                <a:lnTo>
                  <a:pt x="26582" y="204505"/>
                </a:lnTo>
                <a:lnTo>
                  <a:pt x="24154" y="201254"/>
                </a:lnTo>
                <a:lnTo>
                  <a:pt x="21828" y="197922"/>
                </a:lnTo>
                <a:lnTo>
                  <a:pt x="19603" y="194507"/>
                </a:lnTo>
                <a:lnTo>
                  <a:pt x="17480" y="191012"/>
                </a:lnTo>
                <a:lnTo>
                  <a:pt x="15458" y="187434"/>
                </a:lnTo>
                <a:lnTo>
                  <a:pt x="13538" y="183775"/>
                </a:lnTo>
                <a:lnTo>
                  <a:pt x="11719" y="180035"/>
                </a:lnTo>
                <a:lnTo>
                  <a:pt x="10001" y="176212"/>
                </a:lnTo>
                <a:lnTo>
                  <a:pt x="8404" y="172330"/>
                </a:lnTo>
                <a:lnTo>
                  <a:pt x="6945" y="168407"/>
                </a:lnTo>
                <a:lnTo>
                  <a:pt x="5626" y="164445"/>
                </a:lnTo>
                <a:lnTo>
                  <a:pt x="4445" y="160443"/>
                </a:lnTo>
                <a:lnTo>
                  <a:pt x="3403" y="156402"/>
                </a:lnTo>
                <a:lnTo>
                  <a:pt x="2500" y="152321"/>
                </a:lnTo>
                <a:lnTo>
                  <a:pt x="1736" y="148200"/>
                </a:lnTo>
                <a:lnTo>
                  <a:pt x="1111" y="144039"/>
                </a:lnTo>
                <a:lnTo>
                  <a:pt x="625" y="139839"/>
                </a:lnTo>
                <a:lnTo>
                  <a:pt x="278" y="135599"/>
                </a:lnTo>
                <a:lnTo>
                  <a:pt x="69" y="131319"/>
                </a:lnTo>
                <a:lnTo>
                  <a:pt x="0" y="127000"/>
                </a:lnTo>
                <a:lnTo>
                  <a:pt x="69" y="122630"/>
                </a:lnTo>
                <a:lnTo>
                  <a:pt x="278" y="118304"/>
                </a:lnTo>
                <a:lnTo>
                  <a:pt x="625" y="114022"/>
                </a:lnTo>
                <a:lnTo>
                  <a:pt x="1111" y="109784"/>
                </a:lnTo>
                <a:lnTo>
                  <a:pt x="1736" y="105591"/>
                </a:lnTo>
                <a:lnTo>
                  <a:pt x="2500" y="101441"/>
                </a:lnTo>
                <a:lnTo>
                  <a:pt x="3403" y="97336"/>
                </a:lnTo>
                <a:lnTo>
                  <a:pt x="4445" y="93274"/>
                </a:lnTo>
                <a:lnTo>
                  <a:pt x="5626" y="89257"/>
                </a:lnTo>
                <a:lnTo>
                  <a:pt x="6945" y="85284"/>
                </a:lnTo>
                <a:lnTo>
                  <a:pt x="8404" y="81355"/>
                </a:lnTo>
                <a:lnTo>
                  <a:pt x="10001" y="77470"/>
                </a:lnTo>
                <a:lnTo>
                  <a:pt x="11719" y="73649"/>
                </a:lnTo>
                <a:lnTo>
                  <a:pt x="13538" y="69912"/>
                </a:lnTo>
                <a:lnTo>
                  <a:pt x="15458" y="66258"/>
                </a:lnTo>
                <a:lnTo>
                  <a:pt x="17480" y="62689"/>
                </a:lnTo>
                <a:lnTo>
                  <a:pt x="19603" y="59203"/>
                </a:lnTo>
                <a:lnTo>
                  <a:pt x="21828" y="55801"/>
                </a:lnTo>
                <a:lnTo>
                  <a:pt x="24154" y="52482"/>
                </a:lnTo>
                <a:lnTo>
                  <a:pt x="26582" y="49248"/>
                </a:lnTo>
                <a:lnTo>
                  <a:pt x="29111" y="46097"/>
                </a:lnTo>
                <a:lnTo>
                  <a:pt x="31741" y="43030"/>
                </a:lnTo>
                <a:lnTo>
                  <a:pt x="34473" y="40047"/>
                </a:lnTo>
                <a:lnTo>
                  <a:pt x="37306" y="37148"/>
                </a:lnTo>
                <a:lnTo>
                  <a:pt x="40231" y="34340"/>
                </a:lnTo>
                <a:lnTo>
                  <a:pt x="43237" y="31631"/>
                </a:lnTo>
                <a:lnTo>
                  <a:pt x="46325" y="29021"/>
                </a:lnTo>
                <a:lnTo>
                  <a:pt x="49495" y="26511"/>
                </a:lnTo>
                <a:lnTo>
                  <a:pt x="52746" y="24100"/>
                </a:lnTo>
                <a:lnTo>
                  <a:pt x="56078" y="21788"/>
                </a:lnTo>
                <a:lnTo>
                  <a:pt x="59493" y="19576"/>
                </a:lnTo>
                <a:lnTo>
                  <a:pt x="62988" y="17462"/>
                </a:lnTo>
                <a:lnTo>
                  <a:pt x="66566" y="15448"/>
                </a:lnTo>
                <a:lnTo>
                  <a:pt x="70225" y="13533"/>
                </a:lnTo>
                <a:lnTo>
                  <a:pt x="73965" y="11718"/>
                </a:lnTo>
                <a:lnTo>
                  <a:pt x="77788" y="10001"/>
                </a:lnTo>
                <a:lnTo>
                  <a:pt x="81670" y="8404"/>
                </a:lnTo>
                <a:lnTo>
                  <a:pt x="85593" y="6945"/>
                </a:lnTo>
                <a:lnTo>
                  <a:pt x="89555" y="5626"/>
                </a:lnTo>
                <a:lnTo>
                  <a:pt x="93557" y="4445"/>
                </a:lnTo>
                <a:lnTo>
                  <a:pt x="97598" y="3403"/>
                </a:lnTo>
                <a:lnTo>
                  <a:pt x="101679" y="2500"/>
                </a:lnTo>
                <a:lnTo>
                  <a:pt x="105800" y="1736"/>
                </a:lnTo>
                <a:lnTo>
                  <a:pt x="109961" y="1111"/>
                </a:lnTo>
                <a:lnTo>
                  <a:pt x="114161" y="625"/>
                </a:lnTo>
                <a:lnTo>
                  <a:pt x="118401" y="278"/>
                </a:lnTo>
                <a:lnTo>
                  <a:pt x="122681" y="69"/>
                </a:lnTo>
                <a:lnTo>
                  <a:pt x="127000" y="0"/>
                </a:lnTo>
                <a:lnTo>
                  <a:pt x="131370" y="69"/>
                </a:lnTo>
                <a:lnTo>
                  <a:pt x="135696" y="278"/>
                </a:lnTo>
                <a:lnTo>
                  <a:pt x="139978" y="625"/>
                </a:lnTo>
                <a:lnTo>
                  <a:pt x="144216" y="1111"/>
                </a:lnTo>
                <a:lnTo>
                  <a:pt x="148409" y="1736"/>
                </a:lnTo>
                <a:lnTo>
                  <a:pt x="152559" y="2500"/>
                </a:lnTo>
                <a:lnTo>
                  <a:pt x="156664" y="3403"/>
                </a:lnTo>
                <a:lnTo>
                  <a:pt x="160726" y="4445"/>
                </a:lnTo>
                <a:lnTo>
                  <a:pt x="164743" y="5626"/>
                </a:lnTo>
                <a:lnTo>
                  <a:pt x="168716" y="6945"/>
                </a:lnTo>
                <a:lnTo>
                  <a:pt x="172645" y="8404"/>
                </a:lnTo>
                <a:lnTo>
                  <a:pt x="176530" y="10001"/>
                </a:lnTo>
                <a:lnTo>
                  <a:pt x="180351" y="11718"/>
                </a:lnTo>
                <a:lnTo>
                  <a:pt x="184088" y="13533"/>
                </a:lnTo>
                <a:lnTo>
                  <a:pt x="187742" y="15448"/>
                </a:lnTo>
                <a:lnTo>
                  <a:pt x="191311" y="17462"/>
                </a:lnTo>
                <a:lnTo>
                  <a:pt x="194797" y="19576"/>
                </a:lnTo>
                <a:lnTo>
                  <a:pt x="198199" y="21788"/>
                </a:lnTo>
                <a:lnTo>
                  <a:pt x="201518" y="24100"/>
                </a:lnTo>
                <a:lnTo>
                  <a:pt x="204752" y="26511"/>
                </a:lnTo>
                <a:lnTo>
                  <a:pt x="207903" y="29021"/>
                </a:lnTo>
                <a:lnTo>
                  <a:pt x="210970" y="31631"/>
                </a:lnTo>
                <a:lnTo>
                  <a:pt x="213953" y="34340"/>
                </a:lnTo>
                <a:lnTo>
                  <a:pt x="216852" y="37148"/>
                </a:lnTo>
                <a:lnTo>
                  <a:pt x="219660" y="40047"/>
                </a:lnTo>
                <a:lnTo>
                  <a:pt x="222369" y="43030"/>
                </a:lnTo>
                <a:lnTo>
                  <a:pt x="224979" y="46097"/>
                </a:lnTo>
                <a:lnTo>
                  <a:pt x="227489" y="49248"/>
                </a:lnTo>
                <a:lnTo>
                  <a:pt x="229900" y="52482"/>
                </a:lnTo>
                <a:lnTo>
                  <a:pt x="232212" y="55801"/>
                </a:lnTo>
                <a:lnTo>
                  <a:pt x="234424" y="59203"/>
                </a:lnTo>
                <a:lnTo>
                  <a:pt x="236538" y="62689"/>
                </a:lnTo>
                <a:lnTo>
                  <a:pt x="238552" y="66258"/>
                </a:lnTo>
                <a:lnTo>
                  <a:pt x="240467" y="69912"/>
                </a:lnTo>
                <a:lnTo>
                  <a:pt x="242282" y="73649"/>
                </a:lnTo>
                <a:lnTo>
                  <a:pt x="243999" y="77470"/>
                </a:lnTo>
                <a:lnTo>
                  <a:pt x="245596" y="81355"/>
                </a:lnTo>
                <a:lnTo>
                  <a:pt x="247055" y="85284"/>
                </a:lnTo>
                <a:lnTo>
                  <a:pt x="248374" y="89257"/>
                </a:lnTo>
                <a:lnTo>
                  <a:pt x="249555" y="93274"/>
                </a:lnTo>
                <a:lnTo>
                  <a:pt x="250597" y="97336"/>
                </a:lnTo>
                <a:lnTo>
                  <a:pt x="251500" y="101441"/>
                </a:lnTo>
                <a:lnTo>
                  <a:pt x="252264" y="105591"/>
                </a:lnTo>
                <a:lnTo>
                  <a:pt x="252889" y="109784"/>
                </a:lnTo>
                <a:lnTo>
                  <a:pt x="253375" y="114022"/>
                </a:lnTo>
                <a:lnTo>
                  <a:pt x="253722" y="118304"/>
                </a:lnTo>
                <a:lnTo>
                  <a:pt x="253931" y="122630"/>
                </a:lnTo>
                <a:lnTo>
                  <a:pt x="254000" y="127000"/>
                </a:lnTo>
                <a:lnTo>
                  <a:pt x="253931" y="131319"/>
                </a:lnTo>
                <a:lnTo>
                  <a:pt x="253722" y="135599"/>
                </a:lnTo>
                <a:lnTo>
                  <a:pt x="253375" y="139839"/>
                </a:lnTo>
                <a:lnTo>
                  <a:pt x="252889" y="144039"/>
                </a:lnTo>
                <a:lnTo>
                  <a:pt x="252264" y="148200"/>
                </a:lnTo>
                <a:lnTo>
                  <a:pt x="251500" y="152321"/>
                </a:lnTo>
                <a:lnTo>
                  <a:pt x="250597" y="156402"/>
                </a:lnTo>
                <a:lnTo>
                  <a:pt x="249555" y="160443"/>
                </a:lnTo>
                <a:lnTo>
                  <a:pt x="248374" y="164445"/>
                </a:lnTo>
                <a:lnTo>
                  <a:pt x="247055" y="168407"/>
                </a:lnTo>
                <a:lnTo>
                  <a:pt x="245596" y="172330"/>
                </a:lnTo>
                <a:lnTo>
                  <a:pt x="243999" y="176212"/>
                </a:lnTo>
                <a:lnTo>
                  <a:pt x="242282" y="180035"/>
                </a:lnTo>
                <a:lnTo>
                  <a:pt x="240467" y="183775"/>
                </a:lnTo>
                <a:lnTo>
                  <a:pt x="238552" y="187434"/>
                </a:lnTo>
                <a:lnTo>
                  <a:pt x="236538" y="191012"/>
                </a:lnTo>
                <a:lnTo>
                  <a:pt x="234424" y="194507"/>
                </a:lnTo>
                <a:lnTo>
                  <a:pt x="232212" y="197922"/>
                </a:lnTo>
                <a:lnTo>
                  <a:pt x="229900" y="201254"/>
                </a:lnTo>
                <a:lnTo>
                  <a:pt x="227489" y="204505"/>
                </a:lnTo>
                <a:lnTo>
                  <a:pt x="224979" y="207675"/>
                </a:lnTo>
                <a:lnTo>
                  <a:pt x="222369" y="210763"/>
                </a:lnTo>
                <a:lnTo>
                  <a:pt x="219660" y="213769"/>
                </a:lnTo>
                <a:lnTo>
                  <a:pt x="216852" y="216694"/>
                </a:lnTo>
                <a:lnTo>
                  <a:pt x="213953" y="219527"/>
                </a:lnTo>
                <a:lnTo>
                  <a:pt x="210970" y="222259"/>
                </a:lnTo>
                <a:lnTo>
                  <a:pt x="207903" y="224889"/>
                </a:lnTo>
                <a:lnTo>
                  <a:pt x="204752" y="227418"/>
                </a:lnTo>
                <a:lnTo>
                  <a:pt x="201518" y="229846"/>
                </a:lnTo>
                <a:lnTo>
                  <a:pt x="198199" y="232172"/>
                </a:lnTo>
                <a:lnTo>
                  <a:pt x="194797" y="234397"/>
                </a:lnTo>
                <a:lnTo>
                  <a:pt x="191311" y="236520"/>
                </a:lnTo>
                <a:lnTo>
                  <a:pt x="187742" y="238542"/>
                </a:lnTo>
                <a:lnTo>
                  <a:pt x="184088" y="240462"/>
                </a:lnTo>
                <a:lnTo>
                  <a:pt x="180351" y="242281"/>
                </a:lnTo>
                <a:lnTo>
                  <a:pt x="176530" y="243999"/>
                </a:lnTo>
                <a:lnTo>
                  <a:pt x="172645" y="245596"/>
                </a:lnTo>
                <a:lnTo>
                  <a:pt x="168716" y="247055"/>
                </a:lnTo>
                <a:lnTo>
                  <a:pt x="164743" y="248374"/>
                </a:lnTo>
                <a:lnTo>
                  <a:pt x="160726" y="249555"/>
                </a:lnTo>
                <a:lnTo>
                  <a:pt x="156664" y="250597"/>
                </a:lnTo>
                <a:lnTo>
                  <a:pt x="152559" y="251500"/>
                </a:lnTo>
                <a:lnTo>
                  <a:pt x="148409" y="252264"/>
                </a:lnTo>
                <a:lnTo>
                  <a:pt x="144216" y="252889"/>
                </a:lnTo>
                <a:lnTo>
                  <a:pt x="139978" y="253375"/>
                </a:lnTo>
                <a:lnTo>
                  <a:pt x="135696" y="253722"/>
                </a:lnTo>
                <a:lnTo>
                  <a:pt x="131370" y="253931"/>
                </a:lnTo>
                <a:lnTo>
                  <a:pt x="127000" y="254000"/>
                </a:lnTo>
                <a:close/>
                <a:moveTo>
                  <a:pt x="127000" y="234950"/>
                </a:moveTo>
                <a:lnTo>
                  <a:pt x="134419" y="234731"/>
                </a:lnTo>
                <a:lnTo>
                  <a:pt x="141649" y="234072"/>
                </a:lnTo>
                <a:lnTo>
                  <a:pt x="148689" y="232976"/>
                </a:lnTo>
                <a:lnTo>
                  <a:pt x="155540" y="231440"/>
                </a:lnTo>
                <a:lnTo>
                  <a:pt x="162201" y="229465"/>
                </a:lnTo>
                <a:lnTo>
                  <a:pt x="168672" y="227052"/>
                </a:lnTo>
                <a:lnTo>
                  <a:pt x="174954" y="224200"/>
                </a:lnTo>
                <a:lnTo>
                  <a:pt x="181046" y="220909"/>
                </a:lnTo>
                <a:lnTo>
                  <a:pt x="186948" y="217180"/>
                </a:lnTo>
                <a:lnTo>
                  <a:pt x="192661" y="213012"/>
                </a:lnTo>
                <a:lnTo>
                  <a:pt x="198184" y="208405"/>
                </a:lnTo>
                <a:lnTo>
                  <a:pt x="203518" y="203359"/>
                </a:lnTo>
                <a:lnTo>
                  <a:pt x="208538" y="198002"/>
                </a:lnTo>
                <a:lnTo>
                  <a:pt x="213122" y="192462"/>
                </a:lnTo>
                <a:lnTo>
                  <a:pt x="217269" y="186740"/>
                </a:lnTo>
                <a:lnTo>
                  <a:pt x="220980" y="180834"/>
                </a:lnTo>
                <a:lnTo>
                  <a:pt x="224254" y="174745"/>
                </a:lnTo>
                <a:lnTo>
                  <a:pt x="227092" y="168473"/>
                </a:lnTo>
                <a:lnTo>
                  <a:pt x="229493" y="162019"/>
                </a:lnTo>
                <a:lnTo>
                  <a:pt x="231458" y="155381"/>
                </a:lnTo>
                <a:lnTo>
                  <a:pt x="232985" y="148560"/>
                </a:lnTo>
                <a:lnTo>
                  <a:pt x="234077" y="141556"/>
                </a:lnTo>
                <a:lnTo>
                  <a:pt x="234732" y="134370"/>
                </a:lnTo>
                <a:lnTo>
                  <a:pt x="234950" y="127000"/>
                </a:lnTo>
                <a:lnTo>
                  <a:pt x="234732" y="119581"/>
                </a:lnTo>
                <a:lnTo>
                  <a:pt x="234077" y="112351"/>
                </a:lnTo>
                <a:lnTo>
                  <a:pt x="232985" y="105311"/>
                </a:lnTo>
                <a:lnTo>
                  <a:pt x="231458" y="98460"/>
                </a:lnTo>
                <a:lnTo>
                  <a:pt x="229493" y="91799"/>
                </a:lnTo>
                <a:lnTo>
                  <a:pt x="227092" y="85328"/>
                </a:lnTo>
                <a:lnTo>
                  <a:pt x="224254" y="79046"/>
                </a:lnTo>
                <a:lnTo>
                  <a:pt x="220980" y="72954"/>
                </a:lnTo>
                <a:lnTo>
                  <a:pt x="217269" y="67052"/>
                </a:lnTo>
                <a:lnTo>
                  <a:pt x="213122" y="61339"/>
                </a:lnTo>
                <a:lnTo>
                  <a:pt x="208538" y="55816"/>
                </a:lnTo>
                <a:lnTo>
                  <a:pt x="203518" y="50482"/>
                </a:lnTo>
                <a:lnTo>
                  <a:pt x="198184" y="45462"/>
                </a:lnTo>
                <a:lnTo>
                  <a:pt x="192661" y="40878"/>
                </a:lnTo>
                <a:lnTo>
                  <a:pt x="186948" y="36731"/>
                </a:lnTo>
                <a:lnTo>
                  <a:pt x="181046" y="33020"/>
                </a:lnTo>
                <a:lnTo>
                  <a:pt x="174954" y="29746"/>
                </a:lnTo>
                <a:lnTo>
                  <a:pt x="168672" y="26908"/>
                </a:lnTo>
                <a:lnTo>
                  <a:pt x="162201" y="24507"/>
                </a:lnTo>
                <a:lnTo>
                  <a:pt x="155540" y="22542"/>
                </a:lnTo>
                <a:lnTo>
                  <a:pt x="148689" y="21015"/>
                </a:lnTo>
                <a:lnTo>
                  <a:pt x="141649" y="19923"/>
                </a:lnTo>
                <a:lnTo>
                  <a:pt x="134419" y="19268"/>
                </a:lnTo>
                <a:lnTo>
                  <a:pt x="127000" y="19050"/>
                </a:lnTo>
                <a:lnTo>
                  <a:pt x="119630" y="19268"/>
                </a:lnTo>
                <a:lnTo>
                  <a:pt x="112444" y="19923"/>
                </a:lnTo>
                <a:lnTo>
                  <a:pt x="105440" y="21015"/>
                </a:lnTo>
                <a:lnTo>
                  <a:pt x="98619" y="22542"/>
                </a:lnTo>
                <a:lnTo>
                  <a:pt x="91981" y="24507"/>
                </a:lnTo>
                <a:lnTo>
                  <a:pt x="85527" y="26908"/>
                </a:lnTo>
                <a:lnTo>
                  <a:pt x="79255" y="29746"/>
                </a:lnTo>
                <a:lnTo>
                  <a:pt x="73166" y="33020"/>
                </a:lnTo>
                <a:lnTo>
                  <a:pt x="67260" y="36731"/>
                </a:lnTo>
                <a:lnTo>
                  <a:pt x="61538" y="40878"/>
                </a:lnTo>
                <a:lnTo>
                  <a:pt x="55998" y="45462"/>
                </a:lnTo>
                <a:lnTo>
                  <a:pt x="50641" y="50482"/>
                </a:lnTo>
                <a:lnTo>
                  <a:pt x="45595" y="55816"/>
                </a:lnTo>
                <a:lnTo>
                  <a:pt x="40988" y="61339"/>
                </a:lnTo>
                <a:lnTo>
                  <a:pt x="36820" y="67052"/>
                </a:lnTo>
                <a:lnTo>
                  <a:pt x="33091" y="72954"/>
                </a:lnTo>
                <a:lnTo>
                  <a:pt x="29800" y="79046"/>
                </a:lnTo>
                <a:lnTo>
                  <a:pt x="26948" y="85328"/>
                </a:lnTo>
                <a:lnTo>
                  <a:pt x="24535" y="91799"/>
                </a:lnTo>
                <a:lnTo>
                  <a:pt x="22560" y="98460"/>
                </a:lnTo>
                <a:lnTo>
                  <a:pt x="21024" y="105311"/>
                </a:lnTo>
                <a:lnTo>
                  <a:pt x="19928" y="112351"/>
                </a:lnTo>
                <a:lnTo>
                  <a:pt x="19269" y="119581"/>
                </a:lnTo>
                <a:lnTo>
                  <a:pt x="19050" y="127000"/>
                </a:lnTo>
                <a:lnTo>
                  <a:pt x="19269" y="134370"/>
                </a:lnTo>
                <a:lnTo>
                  <a:pt x="19928" y="141556"/>
                </a:lnTo>
                <a:lnTo>
                  <a:pt x="21024" y="148560"/>
                </a:lnTo>
                <a:lnTo>
                  <a:pt x="22560" y="155381"/>
                </a:lnTo>
                <a:lnTo>
                  <a:pt x="24535" y="162019"/>
                </a:lnTo>
                <a:lnTo>
                  <a:pt x="26948" y="168473"/>
                </a:lnTo>
                <a:lnTo>
                  <a:pt x="29800" y="174745"/>
                </a:lnTo>
                <a:lnTo>
                  <a:pt x="33091" y="180834"/>
                </a:lnTo>
                <a:lnTo>
                  <a:pt x="36820" y="186740"/>
                </a:lnTo>
                <a:lnTo>
                  <a:pt x="40988" y="192462"/>
                </a:lnTo>
                <a:lnTo>
                  <a:pt x="45595" y="198002"/>
                </a:lnTo>
                <a:lnTo>
                  <a:pt x="50641" y="203359"/>
                </a:lnTo>
                <a:lnTo>
                  <a:pt x="55998" y="208405"/>
                </a:lnTo>
                <a:lnTo>
                  <a:pt x="61538" y="213012"/>
                </a:lnTo>
                <a:lnTo>
                  <a:pt x="67260" y="217180"/>
                </a:lnTo>
                <a:lnTo>
                  <a:pt x="73166" y="220909"/>
                </a:lnTo>
                <a:lnTo>
                  <a:pt x="79255" y="224200"/>
                </a:lnTo>
                <a:lnTo>
                  <a:pt x="85527" y="227052"/>
                </a:lnTo>
                <a:lnTo>
                  <a:pt x="91981" y="229465"/>
                </a:lnTo>
                <a:lnTo>
                  <a:pt x="98619" y="231440"/>
                </a:lnTo>
                <a:lnTo>
                  <a:pt x="105440" y="232976"/>
                </a:lnTo>
                <a:lnTo>
                  <a:pt x="112444" y="234072"/>
                </a:lnTo>
                <a:lnTo>
                  <a:pt x="119630" y="234731"/>
                </a:lnTo>
                <a:lnTo>
                  <a:pt x="127000" y="234950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2"/>
          <p:cNvSpPr/>
          <p:nvPr/>
        </p:nvSpPr>
        <p:spPr>
          <a:xfrm>
            <a:off x="4472940" y="154686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블록 kdms sync 중지"/>
          <p:cNvSpPr/>
          <p:nvPr/>
        </p:nvSpPr>
        <p:spPr>
          <a:xfrm>
            <a:off x="6705600" y="1493520"/>
            <a:ext cx="1905000" cy="79248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733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kdms sync 중지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Ctrl+C · 배치 마치고</a:t>
            </a:r>
          </a:p>
        </p:txBody>
      </p:sp>
      <p:sp>
        <p:nvSpPr>
          <p:cNvPr id="20" name="아이콘 sync"/>
          <p:cNvSpPr/>
          <p:nvPr/>
        </p:nvSpPr>
        <p:spPr>
          <a:xfrm>
            <a:off x="7556500" y="156718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222" y="203200"/>
                </a:moveTo>
                <a:lnTo>
                  <a:pt x="2222" y="184150"/>
                </a:lnTo>
                <a:lnTo>
                  <a:pt x="43498" y="184150"/>
                </a:lnTo>
                <a:lnTo>
                  <a:pt x="38735" y="180340"/>
                </a:lnTo>
                <a:lnTo>
                  <a:pt x="35426" y="177621"/>
                </a:lnTo>
                <a:lnTo>
                  <a:pt x="32270" y="174863"/>
                </a:lnTo>
                <a:lnTo>
                  <a:pt x="29270" y="172065"/>
                </a:lnTo>
                <a:lnTo>
                  <a:pt x="26423" y="169228"/>
                </a:lnTo>
                <a:lnTo>
                  <a:pt x="23731" y="166350"/>
                </a:lnTo>
                <a:lnTo>
                  <a:pt x="21193" y="163433"/>
                </a:lnTo>
                <a:lnTo>
                  <a:pt x="18810" y="160476"/>
                </a:lnTo>
                <a:lnTo>
                  <a:pt x="16581" y="157480"/>
                </a:lnTo>
                <a:lnTo>
                  <a:pt x="14506" y="154444"/>
                </a:lnTo>
                <a:lnTo>
                  <a:pt x="12585" y="151368"/>
                </a:lnTo>
                <a:lnTo>
                  <a:pt x="10819" y="148253"/>
                </a:lnTo>
                <a:lnTo>
                  <a:pt x="9208" y="145098"/>
                </a:lnTo>
                <a:lnTo>
                  <a:pt x="7737" y="141892"/>
                </a:lnTo>
                <a:lnTo>
                  <a:pt x="6394" y="138624"/>
                </a:lnTo>
                <a:lnTo>
                  <a:pt x="5179" y="135295"/>
                </a:lnTo>
                <a:lnTo>
                  <a:pt x="4092" y="131904"/>
                </a:lnTo>
                <a:lnTo>
                  <a:pt x="3133" y="128451"/>
                </a:lnTo>
                <a:lnTo>
                  <a:pt x="2302" y="124936"/>
                </a:lnTo>
                <a:lnTo>
                  <a:pt x="1599" y="121360"/>
                </a:lnTo>
                <a:lnTo>
                  <a:pt x="1023" y="117722"/>
                </a:lnTo>
                <a:lnTo>
                  <a:pt x="575" y="114022"/>
                </a:lnTo>
                <a:lnTo>
                  <a:pt x="256" y="110261"/>
                </a:lnTo>
                <a:lnTo>
                  <a:pt x="64" y="106437"/>
                </a:lnTo>
                <a:lnTo>
                  <a:pt x="0" y="102552"/>
                </a:lnTo>
                <a:lnTo>
                  <a:pt x="138" y="96991"/>
                </a:lnTo>
                <a:lnTo>
                  <a:pt x="551" y="91524"/>
                </a:lnTo>
                <a:lnTo>
                  <a:pt x="1240" y="86152"/>
                </a:lnTo>
                <a:lnTo>
                  <a:pt x="2205" y="80874"/>
                </a:lnTo>
                <a:lnTo>
                  <a:pt x="3445" y="75692"/>
                </a:lnTo>
                <a:lnTo>
                  <a:pt x="4961" y="70604"/>
                </a:lnTo>
                <a:lnTo>
                  <a:pt x="6752" y="65611"/>
                </a:lnTo>
                <a:lnTo>
                  <a:pt x="8819" y="60713"/>
                </a:lnTo>
                <a:lnTo>
                  <a:pt x="11162" y="55910"/>
                </a:lnTo>
                <a:lnTo>
                  <a:pt x="13780" y="51201"/>
                </a:lnTo>
                <a:lnTo>
                  <a:pt x="16674" y="46588"/>
                </a:lnTo>
                <a:lnTo>
                  <a:pt x="19844" y="42069"/>
                </a:lnTo>
                <a:lnTo>
                  <a:pt x="23238" y="37713"/>
                </a:lnTo>
                <a:lnTo>
                  <a:pt x="26807" y="33589"/>
                </a:lnTo>
                <a:lnTo>
                  <a:pt x="30549" y="29696"/>
                </a:lnTo>
                <a:lnTo>
                  <a:pt x="34466" y="26035"/>
                </a:lnTo>
                <a:lnTo>
                  <a:pt x="38558" y="22605"/>
                </a:lnTo>
                <a:lnTo>
                  <a:pt x="42823" y="19407"/>
                </a:lnTo>
                <a:lnTo>
                  <a:pt x="47262" y="16441"/>
                </a:lnTo>
                <a:lnTo>
                  <a:pt x="51876" y="13705"/>
                </a:lnTo>
                <a:lnTo>
                  <a:pt x="56664" y="11202"/>
                </a:lnTo>
                <a:lnTo>
                  <a:pt x="61626" y="8930"/>
                </a:lnTo>
                <a:lnTo>
                  <a:pt x="66762" y="6889"/>
                </a:lnTo>
                <a:lnTo>
                  <a:pt x="72072" y="5080"/>
                </a:lnTo>
                <a:lnTo>
                  <a:pt x="72072" y="24765"/>
                </a:lnTo>
                <a:lnTo>
                  <a:pt x="68168" y="26384"/>
                </a:lnTo>
                <a:lnTo>
                  <a:pt x="64391" y="28174"/>
                </a:lnTo>
                <a:lnTo>
                  <a:pt x="60742" y="30133"/>
                </a:lnTo>
                <a:lnTo>
                  <a:pt x="57221" y="32262"/>
                </a:lnTo>
                <a:lnTo>
                  <a:pt x="53827" y="34560"/>
                </a:lnTo>
                <a:lnTo>
                  <a:pt x="50562" y="37028"/>
                </a:lnTo>
                <a:lnTo>
                  <a:pt x="47424" y="39667"/>
                </a:lnTo>
                <a:lnTo>
                  <a:pt x="44415" y="42474"/>
                </a:lnTo>
                <a:lnTo>
                  <a:pt x="41533" y="45452"/>
                </a:lnTo>
                <a:lnTo>
                  <a:pt x="38779" y="48600"/>
                </a:lnTo>
                <a:lnTo>
                  <a:pt x="36153" y="51917"/>
                </a:lnTo>
                <a:lnTo>
                  <a:pt x="33655" y="55404"/>
                </a:lnTo>
                <a:lnTo>
                  <a:pt x="31322" y="59005"/>
                </a:lnTo>
                <a:lnTo>
                  <a:pt x="29192" y="62667"/>
                </a:lnTo>
                <a:lnTo>
                  <a:pt x="27265" y="66387"/>
                </a:lnTo>
                <a:lnTo>
                  <a:pt x="25541" y="70168"/>
                </a:lnTo>
                <a:lnTo>
                  <a:pt x="24020" y="74007"/>
                </a:lnTo>
                <a:lnTo>
                  <a:pt x="22701" y="77907"/>
                </a:lnTo>
                <a:lnTo>
                  <a:pt x="21586" y="81865"/>
                </a:lnTo>
                <a:lnTo>
                  <a:pt x="20673" y="85884"/>
                </a:lnTo>
                <a:lnTo>
                  <a:pt x="19963" y="89962"/>
                </a:lnTo>
                <a:lnTo>
                  <a:pt x="19456" y="94099"/>
                </a:lnTo>
                <a:lnTo>
                  <a:pt x="19151" y="98296"/>
                </a:lnTo>
                <a:lnTo>
                  <a:pt x="19050" y="102552"/>
                </a:lnTo>
                <a:lnTo>
                  <a:pt x="19102" y="105850"/>
                </a:lnTo>
                <a:lnTo>
                  <a:pt x="19257" y="109074"/>
                </a:lnTo>
                <a:lnTo>
                  <a:pt x="19516" y="112226"/>
                </a:lnTo>
                <a:lnTo>
                  <a:pt x="19879" y="115305"/>
                </a:lnTo>
                <a:lnTo>
                  <a:pt x="20345" y="118312"/>
                </a:lnTo>
                <a:lnTo>
                  <a:pt x="20915" y="121245"/>
                </a:lnTo>
                <a:lnTo>
                  <a:pt x="21589" y="124106"/>
                </a:lnTo>
                <a:lnTo>
                  <a:pt x="22366" y="126894"/>
                </a:lnTo>
                <a:lnTo>
                  <a:pt x="23247" y="129609"/>
                </a:lnTo>
                <a:lnTo>
                  <a:pt x="24231" y="132252"/>
                </a:lnTo>
                <a:lnTo>
                  <a:pt x="25320" y="134822"/>
                </a:lnTo>
                <a:lnTo>
                  <a:pt x="26511" y="137319"/>
                </a:lnTo>
                <a:lnTo>
                  <a:pt x="27791" y="139752"/>
                </a:lnTo>
                <a:lnTo>
                  <a:pt x="29144" y="142130"/>
                </a:lnTo>
                <a:lnTo>
                  <a:pt x="30569" y="144453"/>
                </a:lnTo>
                <a:lnTo>
                  <a:pt x="32068" y="146720"/>
                </a:lnTo>
                <a:lnTo>
                  <a:pt x="33638" y="148933"/>
                </a:lnTo>
                <a:lnTo>
                  <a:pt x="35282" y="151090"/>
                </a:lnTo>
                <a:lnTo>
                  <a:pt x="36999" y="153193"/>
                </a:lnTo>
                <a:lnTo>
                  <a:pt x="38788" y="155240"/>
                </a:lnTo>
                <a:lnTo>
                  <a:pt x="40650" y="157232"/>
                </a:lnTo>
                <a:lnTo>
                  <a:pt x="42585" y="159169"/>
                </a:lnTo>
                <a:lnTo>
                  <a:pt x="44592" y="161051"/>
                </a:lnTo>
                <a:lnTo>
                  <a:pt x="46672" y="162878"/>
                </a:lnTo>
                <a:lnTo>
                  <a:pt x="56198" y="169545"/>
                </a:lnTo>
                <a:lnTo>
                  <a:pt x="56198" y="130175"/>
                </a:lnTo>
                <a:lnTo>
                  <a:pt x="75248" y="130175"/>
                </a:lnTo>
                <a:lnTo>
                  <a:pt x="75248" y="203200"/>
                </a:lnTo>
                <a:lnTo>
                  <a:pt x="2222" y="203200"/>
                </a:lnTo>
                <a:close/>
                <a:moveTo>
                  <a:pt x="131445" y="198437"/>
                </a:moveTo>
                <a:lnTo>
                  <a:pt x="131445" y="178435"/>
                </a:lnTo>
                <a:lnTo>
                  <a:pt x="135398" y="176816"/>
                </a:lnTo>
                <a:lnTo>
                  <a:pt x="139215" y="175026"/>
                </a:lnTo>
                <a:lnTo>
                  <a:pt x="142895" y="173067"/>
                </a:lnTo>
                <a:lnTo>
                  <a:pt x="146438" y="170938"/>
                </a:lnTo>
                <a:lnTo>
                  <a:pt x="149845" y="168640"/>
                </a:lnTo>
                <a:lnTo>
                  <a:pt x="153114" y="166172"/>
                </a:lnTo>
                <a:lnTo>
                  <a:pt x="156247" y="163533"/>
                </a:lnTo>
                <a:lnTo>
                  <a:pt x="159244" y="160726"/>
                </a:lnTo>
                <a:lnTo>
                  <a:pt x="162104" y="157748"/>
                </a:lnTo>
                <a:lnTo>
                  <a:pt x="164827" y="154600"/>
                </a:lnTo>
                <a:lnTo>
                  <a:pt x="167413" y="151283"/>
                </a:lnTo>
                <a:lnTo>
                  <a:pt x="169862" y="147796"/>
                </a:lnTo>
                <a:lnTo>
                  <a:pt x="172145" y="144195"/>
                </a:lnTo>
                <a:lnTo>
                  <a:pt x="174228" y="140533"/>
                </a:lnTo>
                <a:lnTo>
                  <a:pt x="176113" y="136813"/>
                </a:lnTo>
                <a:lnTo>
                  <a:pt x="177800" y="133032"/>
                </a:lnTo>
                <a:lnTo>
                  <a:pt x="179288" y="129193"/>
                </a:lnTo>
                <a:lnTo>
                  <a:pt x="180578" y="125293"/>
                </a:lnTo>
                <a:lnTo>
                  <a:pt x="181670" y="121335"/>
                </a:lnTo>
                <a:lnTo>
                  <a:pt x="182562" y="117316"/>
                </a:lnTo>
                <a:lnTo>
                  <a:pt x="183257" y="113238"/>
                </a:lnTo>
                <a:lnTo>
                  <a:pt x="183753" y="109101"/>
                </a:lnTo>
                <a:lnTo>
                  <a:pt x="184051" y="104904"/>
                </a:lnTo>
                <a:lnTo>
                  <a:pt x="184150" y="100648"/>
                </a:lnTo>
                <a:lnTo>
                  <a:pt x="184098" y="98104"/>
                </a:lnTo>
                <a:lnTo>
                  <a:pt x="183943" y="95554"/>
                </a:lnTo>
                <a:lnTo>
                  <a:pt x="183684" y="92998"/>
                </a:lnTo>
                <a:lnTo>
                  <a:pt x="183321" y="90435"/>
                </a:lnTo>
                <a:lnTo>
                  <a:pt x="182855" y="87865"/>
                </a:lnTo>
                <a:lnTo>
                  <a:pt x="182285" y="85288"/>
                </a:lnTo>
                <a:lnTo>
                  <a:pt x="181611" y="82705"/>
                </a:lnTo>
                <a:lnTo>
                  <a:pt x="180834" y="80116"/>
                </a:lnTo>
                <a:lnTo>
                  <a:pt x="179953" y="77520"/>
                </a:lnTo>
                <a:lnTo>
                  <a:pt x="178969" y="74917"/>
                </a:lnTo>
                <a:lnTo>
                  <a:pt x="177880" y="72307"/>
                </a:lnTo>
                <a:lnTo>
                  <a:pt x="176689" y="69691"/>
                </a:lnTo>
                <a:lnTo>
                  <a:pt x="175413" y="67097"/>
                </a:lnTo>
                <a:lnTo>
                  <a:pt x="174074" y="64554"/>
                </a:lnTo>
                <a:lnTo>
                  <a:pt x="172670" y="62061"/>
                </a:lnTo>
                <a:lnTo>
                  <a:pt x="171203" y="59619"/>
                </a:lnTo>
                <a:lnTo>
                  <a:pt x="169672" y="57228"/>
                </a:lnTo>
                <a:lnTo>
                  <a:pt x="168077" y="54888"/>
                </a:lnTo>
                <a:lnTo>
                  <a:pt x="166417" y="52598"/>
                </a:lnTo>
                <a:lnTo>
                  <a:pt x="164694" y="50359"/>
                </a:lnTo>
                <a:lnTo>
                  <a:pt x="162907" y="48171"/>
                </a:lnTo>
                <a:lnTo>
                  <a:pt x="161056" y="46033"/>
                </a:lnTo>
                <a:lnTo>
                  <a:pt x="159141" y="43946"/>
                </a:lnTo>
                <a:lnTo>
                  <a:pt x="157162" y="41910"/>
                </a:lnTo>
                <a:lnTo>
                  <a:pt x="147955" y="33655"/>
                </a:lnTo>
                <a:lnTo>
                  <a:pt x="147955" y="73025"/>
                </a:lnTo>
                <a:lnTo>
                  <a:pt x="128905" y="73025"/>
                </a:lnTo>
                <a:lnTo>
                  <a:pt x="128905" y="0"/>
                </a:lnTo>
                <a:lnTo>
                  <a:pt x="201930" y="0"/>
                </a:lnTo>
                <a:lnTo>
                  <a:pt x="201930" y="19050"/>
                </a:lnTo>
                <a:lnTo>
                  <a:pt x="160338" y="19050"/>
                </a:lnTo>
                <a:lnTo>
                  <a:pt x="165100" y="23495"/>
                </a:lnTo>
                <a:lnTo>
                  <a:pt x="168209" y="26476"/>
                </a:lnTo>
                <a:lnTo>
                  <a:pt x="171185" y="29492"/>
                </a:lnTo>
                <a:lnTo>
                  <a:pt x="174030" y="32544"/>
                </a:lnTo>
                <a:lnTo>
                  <a:pt x="176742" y="35631"/>
                </a:lnTo>
                <a:lnTo>
                  <a:pt x="179321" y="38753"/>
                </a:lnTo>
                <a:lnTo>
                  <a:pt x="181769" y="41910"/>
                </a:lnTo>
                <a:lnTo>
                  <a:pt x="184084" y="45103"/>
                </a:lnTo>
                <a:lnTo>
                  <a:pt x="186267" y="48331"/>
                </a:lnTo>
                <a:lnTo>
                  <a:pt x="188317" y="51594"/>
                </a:lnTo>
                <a:lnTo>
                  <a:pt x="190235" y="54892"/>
                </a:lnTo>
                <a:lnTo>
                  <a:pt x="192021" y="58226"/>
                </a:lnTo>
                <a:lnTo>
                  <a:pt x="193675" y="61595"/>
                </a:lnTo>
                <a:lnTo>
                  <a:pt x="195196" y="64971"/>
                </a:lnTo>
                <a:lnTo>
                  <a:pt x="196585" y="68324"/>
                </a:lnTo>
                <a:lnTo>
                  <a:pt x="197842" y="71656"/>
                </a:lnTo>
                <a:lnTo>
                  <a:pt x="198967" y="74965"/>
                </a:lnTo>
                <a:lnTo>
                  <a:pt x="199959" y="78253"/>
                </a:lnTo>
                <a:lnTo>
                  <a:pt x="200819" y="81518"/>
                </a:lnTo>
                <a:lnTo>
                  <a:pt x="201546" y="84761"/>
                </a:lnTo>
                <a:lnTo>
                  <a:pt x="202142" y="87983"/>
                </a:lnTo>
                <a:lnTo>
                  <a:pt x="202605" y="91182"/>
                </a:lnTo>
                <a:lnTo>
                  <a:pt x="202935" y="94359"/>
                </a:lnTo>
                <a:lnTo>
                  <a:pt x="203134" y="97514"/>
                </a:lnTo>
                <a:lnTo>
                  <a:pt x="203200" y="100648"/>
                </a:lnTo>
                <a:lnTo>
                  <a:pt x="203063" y="106210"/>
                </a:lnTo>
                <a:lnTo>
                  <a:pt x="202653" y="111681"/>
                </a:lnTo>
                <a:lnTo>
                  <a:pt x="201970" y="117058"/>
                </a:lnTo>
                <a:lnTo>
                  <a:pt x="201013" y="122343"/>
                </a:lnTo>
                <a:lnTo>
                  <a:pt x="199782" y="127536"/>
                </a:lnTo>
                <a:lnTo>
                  <a:pt x="198279" y="132636"/>
                </a:lnTo>
                <a:lnTo>
                  <a:pt x="196502" y="137643"/>
                </a:lnTo>
                <a:lnTo>
                  <a:pt x="194451" y="142558"/>
                </a:lnTo>
                <a:lnTo>
                  <a:pt x="192127" y="147380"/>
                </a:lnTo>
                <a:lnTo>
                  <a:pt x="189530" y="152109"/>
                </a:lnTo>
                <a:lnTo>
                  <a:pt x="186659" y="156746"/>
                </a:lnTo>
                <a:lnTo>
                  <a:pt x="183515" y="161290"/>
                </a:lnTo>
                <a:lnTo>
                  <a:pt x="180146" y="165671"/>
                </a:lnTo>
                <a:lnTo>
                  <a:pt x="176601" y="169818"/>
                </a:lnTo>
                <a:lnTo>
                  <a:pt x="172879" y="173732"/>
                </a:lnTo>
                <a:lnTo>
                  <a:pt x="168981" y="177412"/>
                </a:lnTo>
                <a:lnTo>
                  <a:pt x="164906" y="180858"/>
                </a:lnTo>
                <a:lnTo>
                  <a:pt x="160655" y="184071"/>
                </a:lnTo>
                <a:lnTo>
                  <a:pt x="156228" y="187049"/>
                </a:lnTo>
                <a:lnTo>
                  <a:pt x="151624" y="189794"/>
                </a:lnTo>
                <a:lnTo>
                  <a:pt x="146844" y="192306"/>
                </a:lnTo>
                <a:lnTo>
                  <a:pt x="141887" y="194583"/>
                </a:lnTo>
                <a:lnTo>
                  <a:pt x="136754" y="196627"/>
                </a:lnTo>
                <a:lnTo>
                  <a:pt x="131445" y="198437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6758940" y="154686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연결점 A"/>
          <p:cNvSpPr/>
          <p:nvPr/>
        </p:nvSpPr>
        <p:spPr>
          <a:xfrm>
            <a:off x="9067800" y="1722120"/>
            <a:ext cx="335280" cy="335280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E6B4F"/>
            </a:solidFill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200" b="1">
                <a:solidFill>
                  <a:srgbClr val="1E6B4F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23" name="연결점 A"/>
          <p:cNvSpPr/>
          <p:nvPr/>
        </p:nvSpPr>
        <p:spPr>
          <a:xfrm>
            <a:off x="563880" y="3322320"/>
            <a:ext cx="335280" cy="335280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E6B4F"/>
            </a:solidFill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200" b="1">
                <a:solidFill>
                  <a:srgbClr val="1E6B4F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24" name="블록 마지막 반영"/>
          <p:cNvSpPr/>
          <p:nvPr/>
        </p:nvSpPr>
        <p:spPr>
          <a:xfrm>
            <a:off x="1219200" y="307848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B3D2E"/>
          </a:solidFill>
          <a:ln w="18288">
            <a:solidFill>
              <a:srgbClr val="0B3D2E"/>
            </a:solidFill>
          </a:ln>
        </p:spPr>
        <p:txBody>
          <a:bodyPr rtlCol="0" anchor="t" lIns="45720" tIns="3886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마지막 반영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drain · 최대 600초</a:t>
            </a:r>
          </a:p>
        </p:txBody>
      </p:sp>
      <p:sp>
        <p:nvSpPr>
          <p:cNvPr id="25" name="아이콘 published_with_changes"/>
          <p:cNvSpPr/>
          <p:nvPr/>
        </p:nvSpPr>
        <p:spPr>
          <a:xfrm>
            <a:off x="2009775" y="3142615"/>
            <a:ext cx="247650" cy="252730"/>
          </a:xfrm>
          <a:custGeom>
            <a:avLst/>
            <a:gdLst/>
            <a:ahLst/>
            <a:cxnLst/>
            <a:rect l="l" t="t" r="r" b="b"/>
            <a:pathLst>
              <a:path w="247650" h="252730">
                <a:moveTo>
                  <a:pt x="107950" y="252730"/>
                </a:moveTo>
                <a:lnTo>
                  <a:pt x="104161" y="252199"/>
                </a:lnTo>
                <a:lnTo>
                  <a:pt x="100414" y="251557"/>
                </a:lnTo>
                <a:lnTo>
                  <a:pt x="96709" y="250805"/>
                </a:lnTo>
                <a:lnTo>
                  <a:pt x="93045" y="249943"/>
                </a:lnTo>
                <a:lnTo>
                  <a:pt x="89424" y="248971"/>
                </a:lnTo>
                <a:lnTo>
                  <a:pt x="85844" y="247888"/>
                </a:lnTo>
                <a:lnTo>
                  <a:pt x="82306" y="246695"/>
                </a:lnTo>
                <a:lnTo>
                  <a:pt x="78811" y="245392"/>
                </a:lnTo>
                <a:lnTo>
                  <a:pt x="75357" y="243979"/>
                </a:lnTo>
                <a:lnTo>
                  <a:pt x="71945" y="242455"/>
                </a:lnTo>
                <a:lnTo>
                  <a:pt x="68574" y="240822"/>
                </a:lnTo>
                <a:lnTo>
                  <a:pt x="65246" y="239077"/>
                </a:lnTo>
                <a:lnTo>
                  <a:pt x="61976" y="237238"/>
                </a:lnTo>
                <a:lnTo>
                  <a:pt x="58782" y="235316"/>
                </a:lnTo>
                <a:lnTo>
                  <a:pt x="55662" y="233313"/>
                </a:lnTo>
                <a:lnTo>
                  <a:pt x="52617" y="231228"/>
                </a:lnTo>
                <a:lnTo>
                  <a:pt x="49647" y="229062"/>
                </a:lnTo>
                <a:lnTo>
                  <a:pt x="46752" y="226814"/>
                </a:lnTo>
                <a:lnTo>
                  <a:pt x="43932" y="224485"/>
                </a:lnTo>
                <a:lnTo>
                  <a:pt x="41187" y="222074"/>
                </a:lnTo>
                <a:lnTo>
                  <a:pt x="38517" y="219581"/>
                </a:lnTo>
                <a:lnTo>
                  <a:pt x="35922" y="217007"/>
                </a:lnTo>
                <a:lnTo>
                  <a:pt x="33401" y="214351"/>
                </a:lnTo>
                <a:lnTo>
                  <a:pt x="30956" y="211614"/>
                </a:lnTo>
                <a:lnTo>
                  <a:pt x="28592" y="208800"/>
                </a:lnTo>
                <a:lnTo>
                  <a:pt x="26313" y="205916"/>
                </a:lnTo>
                <a:lnTo>
                  <a:pt x="24120" y="202962"/>
                </a:lnTo>
                <a:lnTo>
                  <a:pt x="22013" y="199937"/>
                </a:lnTo>
                <a:lnTo>
                  <a:pt x="19993" y="196841"/>
                </a:lnTo>
                <a:lnTo>
                  <a:pt x="18058" y="193675"/>
                </a:lnTo>
                <a:lnTo>
                  <a:pt x="16209" y="190438"/>
                </a:lnTo>
                <a:lnTo>
                  <a:pt x="14446" y="187131"/>
                </a:lnTo>
                <a:lnTo>
                  <a:pt x="12769" y="183753"/>
                </a:lnTo>
                <a:lnTo>
                  <a:pt x="11179" y="180305"/>
                </a:lnTo>
                <a:lnTo>
                  <a:pt x="9674" y="176786"/>
                </a:lnTo>
                <a:lnTo>
                  <a:pt x="8255" y="173196"/>
                </a:lnTo>
                <a:lnTo>
                  <a:pt x="6936" y="169548"/>
                </a:lnTo>
                <a:lnTo>
                  <a:pt x="5733" y="165854"/>
                </a:lnTo>
                <a:lnTo>
                  <a:pt x="4643" y="162114"/>
                </a:lnTo>
                <a:lnTo>
                  <a:pt x="3669" y="158327"/>
                </a:lnTo>
                <a:lnTo>
                  <a:pt x="2809" y="154494"/>
                </a:lnTo>
                <a:lnTo>
                  <a:pt x="2064" y="150614"/>
                </a:lnTo>
                <a:lnTo>
                  <a:pt x="1433" y="146688"/>
                </a:lnTo>
                <a:lnTo>
                  <a:pt x="917" y="142716"/>
                </a:lnTo>
                <a:lnTo>
                  <a:pt x="516" y="138698"/>
                </a:lnTo>
                <a:lnTo>
                  <a:pt x="229" y="134633"/>
                </a:lnTo>
                <a:lnTo>
                  <a:pt x="57" y="130522"/>
                </a:lnTo>
                <a:lnTo>
                  <a:pt x="0" y="126365"/>
                </a:lnTo>
                <a:lnTo>
                  <a:pt x="92" y="121726"/>
                </a:lnTo>
                <a:lnTo>
                  <a:pt x="366" y="117122"/>
                </a:lnTo>
                <a:lnTo>
                  <a:pt x="824" y="112554"/>
                </a:lnTo>
                <a:lnTo>
                  <a:pt x="1464" y="108021"/>
                </a:lnTo>
                <a:lnTo>
                  <a:pt x="2288" y="103523"/>
                </a:lnTo>
                <a:lnTo>
                  <a:pt x="3294" y="99060"/>
                </a:lnTo>
                <a:lnTo>
                  <a:pt x="4484" y="94633"/>
                </a:lnTo>
                <a:lnTo>
                  <a:pt x="5856" y="90241"/>
                </a:lnTo>
                <a:lnTo>
                  <a:pt x="7412" y="85884"/>
                </a:lnTo>
                <a:lnTo>
                  <a:pt x="9150" y="81562"/>
                </a:lnTo>
                <a:lnTo>
                  <a:pt x="11072" y="77276"/>
                </a:lnTo>
                <a:lnTo>
                  <a:pt x="13176" y="73025"/>
                </a:lnTo>
                <a:lnTo>
                  <a:pt x="15435" y="68831"/>
                </a:lnTo>
                <a:lnTo>
                  <a:pt x="17820" y="64717"/>
                </a:lnTo>
                <a:lnTo>
                  <a:pt x="20330" y="60682"/>
                </a:lnTo>
                <a:lnTo>
                  <a:pt x="22966" y="56727"/>
                </a:lnTo>
                <a:lnTo>
                  <a:pt x="25727" y="52851"/>
                </a:lnTo>
                <a:lnTo>
                  <a:pt x="28615" y="49054"/>
                </a:lnTo>
                <a:lnTo>
                  <a:pt x="31628" y="45336"/>
                </a:lnTo>
                <a:lnTo>
                  <a:pt x="34766" y="41698"/>
                </a:lnTo>
                <a:lnTo>
                  <a:pt x="38031" y="38140"/>
                </a:lnTo>
                <a:lnTo>
                  <a:pt x="41421" y="34660"/>
                </a:lnTo>
                <a:lnTo>
                  <a:pt x="44936" y="31261"/>
                </a:lnTo>
                <a:lnTo>
                  <a:pt x="48577" y="27940"/>
                </a:lnTo>
                <a:lnTo>
                  <a:pt x="9843" y="27940"/>
                </a:lnTo>
                <a:lnTo>
                  <a:pt x="9843" y="8890"/>
                </a:lnTo>
                <a:lnTo>
                  <a:pt x="82550" y="8890"/>
                </a:lnTo>
                <a:lnTo>
                  <a:pt x="82550" y="81597"/>
                </a:lnTo>
                <a:lnTo>
                  <a:pt x="63500" y="81597"/>
                </a:lnTo>
                <a:lnTo>
                  <a:pt x="63500" y="40640"/>
                </a:lnTo>
                <a:lnTo>
                  <a:pt x="60171" y="43382"/>
                </a:lnTo>
                <a:lnTo>
                  <a:pt x="56956" y="46209"/>
                </a:lnTo>
                <a:lnTo>
                  <a:pt x="53856" y="49123"/>
                </a:lnTo>
                <a:lnTo>
                  <a:pt x="50871" y="52123"/>
                </a:lnTo>
                <a:lnTo>
                  <a:pt x="48000" y="55209"/>
                </a:lnTo>
                <a:lnTo>
                  <a:pt x="45244" y="58380"/>
                </a:lnTo>
                <a:lnTo>
                  <a:pt x="42602" y="61638"/>
                </a:lnTo>
                <a:lnTo>
                  <a:pt x="40076" y="64982"/>
                </a:lnTo>
                <a:lnTo>
                  <a:pt x="37663" y="68411"/>
                </a:lnTo>
                <a:lnTo>
                  <a:pt x="35366" y="71927"/>
                </a:lnTo>
                <a:lnTo>
                  <a:pt x="33183" y="75529"/>
                </a:lnTo>
                <a:lnTo>
                  <a:pt x="31115" y="79216"/>
                </a:lnTo>
                <a:lnTo>
                  <a:pt x="29188" y="82963"/>
                </a:lnTo>
                <a:lnTo>
                  <a:pt x="27428" y="86744"/>
                </a:lnTo>
                <a:lnTo>
                  <a:pt x="25837" y="90557"/>
                </a:lnTo>
                <a:lnTo>
                  <a:pt x="24412" y="94403"/>
                </a:lnTo>
                <a:lnTo>
                  <a:pt x="23155" y="98283"/>
                </a:lnTo>
                <a:lnTo>
                  <a:pt x="22066" y="102195"/>
                </a:lnTo>
                <a:lnTo>
                  <a:pt x="21145" y="106141"/>
                </a:lnTo>
                <a:lnTo>
                  <a:pt x="20391" y="110120"/>
                </a:lnTo>
                <a:lnTo>
                  <a:pt x="19804" y="114131"/>
                </a:lnTo>
                <a:lnTo>
                  <a:pt x="19385" y="118176"/>
                </a:lnTo>
                <a:lnTo>
                  <a:pt x="19134" y="122254"/>
                </a:lnTo>
                <a:lnTo>
                  <a:pt x="19050" y="126365"/>
                </a:lnTo>
                <a:lnTo>
                  <a:pt x="19226" y="133265"/>
                </a:lnTo>
                <a:lnTo>
                  <a:pt x="19756" y="139995"/>
                </a:lnTo>
                <a:lnTo>
                  <a:pt x="20637" y="146556"/>
                </a:lnTo>
                <a:lnTo>
                  <a:pt x="21872" y="152947"/>
                </a:lnTo>
                <a:lnTo>
                  <a:pt x="23460" y="159168"/>
                </a:lnTo>
                <a:lnTo>
                  <a:pt x="25400" y="165219"/>
                </a:lnTo>
                <a:lnTo>
                  <a:pt x="27693" y="171101"/>
                </a:lnTo>
                <a:lnTo>
                  <a:pt x="30339" y="176812"/>
                </a:lnTo>
                <a:lnTo>
                  <a:pt x="33337" y="182354"/>
                </a:lnTo>
                <a:lnTo>
                  <a:pt x="36689" y="187726"/>
                </a:lnTo>
                <a:lnTo>
                  <a:pt x="40393" y="192929"/>
                </a:lnTo>
                <a:lnTo>
                  <a:pt x="44450" y="197961"/>
                </a:lnTo>
                <a:lnTo>
                  <a:pt x="48772" y="202742"/>
                </a:lnTo>
                <a:lnTo>
                  <a:pt x="53269" y="207191"/>
                </a:lnTo>
                <a:lnTo>
                  <a:pt x="57944" y="211306"/>
                </a:lnTo>
                <a:lnTo>
                  <a:pt x="62794" y="215089"/>
                </a:lnTo>
                <a:lnTo>
                  <a:pt x="67822" y="218538"/>
                </a:lnTo>
                <a:lnTo>
                  <a:pt x="73025" y="221655"/>
                </a:lnTo>
                <a:lnTo>
                  <a:pt x="78405" y="224438"/>
                </a:lnTo>
                <a:lnTo>
                  <a:pt x="83961" y="226889"/>
                </a:lnTo>
                <a:lnTo>
                  <a:pt x="89694" y="229007"/>
                </a:lnTo>
                <a:lnTo>
                  <a:pt x="95603" y="230792"/>
                </a:lnTo>
                <a:lnTo>
                  <a:pt x="101688" y="232244"/>
                </a:lnTo>
                <a:lnTo>
                  <a:pt x="107950" y="233363"/>
                </a:lnTo>
                <a:lnTo>
                  <a:pt x="107950" y="252730"/>
                </a:lnTo>
                <a:close/>
                <a:moveTo>
                  <a:pt x="105727" y="180340"/>
                </a:moveTo>
                <a:lnTo>
                  <a:pt x="56515" y="131127"/>
                </a:lnTo>
                <a:lnTo>
                  <a:pt x="69850" y="117793"/>
                </a:lnTo>
                <a:lnTo>
                  <a:pt x="105727" y="153670"/>
                </a:lnTo>
                <a:lnTo>
                  <a:pt x="177800" y="81597"/>
                </a:lnTo>
                <a:lnTo>
                  <a:pt x="191135" y="94933"/>
                </a:lnTo>
                <a:lnTo>
                  <a:pt x="105727" y="180340"/>
                </a:lnTo>
                <a:close/>
                <a:moveTo>
                  <a:pt x="165100" y="243840"/>
                </a:moveTo>
                <a:lnTo>
                  <a:pt x="165100" y="171133"/>
                </a:lnTo>
                <a:lnTo>
                  <a:pt x="184150" y="171133"/>
                </a:lnTo>
                <a:lnTo>
                  <a:pt x="184150" y="212090"/>
                </a:lnTo>
                <a:lnTo>
                  <a:pt x="187479" y="209299"/>
                </a:lnTo>
                <a:lnTo>
                  <a:pt x="190694" y="206428"/>
                </a:lnTo>
                <a:lnTo>
                  <a:pt x="193794" y="203478"/>
                </a:lnTo>
                <a:lnTo>
                  <a:pt x="196779" y="200448"/>
                </a:lnTo>
                <a:lnTo>
                  <a:pt x="199650" y="197339"/>
                </a:lnTo>
                <a:lnTo>
                  <a:pt x="202406" y="194151"/>
                </a:lnTo>
                <a:lnTo>
                  <a:pt x="205048" y="190884"/>
                </a:lnTo>
                <a:lnTo>
                  <a:pt x="207574" y="187537"/>
                </a:lnTo>
                <a:lnTo>
                  <a:pt x="209987" y="184110"/>
                </a:lnTo>
                <a:lnTo>
                  <a:pt x="212284" y="180605"/>
                </a:lnTo>
                <a:lnTo>
                  <a:pt x="214467" y="177019"/>
                </a:lnTo>
                <a:lnTo>
                  <a:pt x="216535" y="173355"/>
                </a:lnTo>
                <a:lnTo>
                  <a:pt x="218462" y="169633"/>
                </a:lnTo>
                <a:lnTo>
                  <a:pt x="220222" y="165876"/>
                </a:lnTo>
                <a:lnTo>
                  <a:pt x="221813" y="162084"/>
                </a:lnTo>
                <a:lnTo>
                  <a:pt x="223238" y="158256"/>
                </a:lnTo>
                <a:lnTo>
                  <a:pt x="224495" y="154393"/>
                </a:lnTo>
                <a:lnTo>
                  <a:pt x="225584" y="150495"/>
                </a:lnTo>
                <a:lnTo>
                  <a:pt x="226505" y="146562"/>
                </a:lnTo>
                <a:lnTo>
                  <a:pt x="227259" y="142593"/>
                </a:lnTo>
                <a:lnTo>
                  <a:pt x="227846" y="138589"/>
                </a:lnTo>
                <a:lnTo>
                  <a:pt x="228265" y="134549"/>
                </a:lnTo>
                <a:lnTo>
                  <a:pt x="228516" y="130475"/>
                </a:lnTo>
                <a:lnTo>
                  <a:pt x="228600" y="126365"/>
                </a:lnTo>
                <a:lnTo>
                  <a:pt x="228424" y="119465"/>
                </a:lnTo>
                <a:lnTo>
                  <a:pt x="227894" y="112735"/>
                </a:lnTo>
                <a:lnTo>
                  <a:pt x="227013" y="106174"/>
                </a:lnTo>
                <a:lnTo>
                  <a:pt x="225778" y="99783"/>
                </a:lnTo>
                <a:lnTo>
                  <a:pt x="224190" y="93562"/>
                </a:lnTo>
                <a:lnTo>
                  <a:pt x="222250" y="87511"/>
                </a:lnTo>
                <a:lnTo>
                  <a:pt x="219957" y="81629"/>
                </a:lnTo>
                <a:lnTo>
                  <a:pt x="217311" y="75918"/>
                </a:lnTo>
                <a:lnTo>
                  <a:pt x="214313" y="70376"/>
                </a:lnTo>
                <a:lnTo>
                  <a:pt x="210961" y="65004"/>
                </a:lnTo>
                <a:lnTo>
                  <a:pt x="207257" y="59801"/>
                </a:lnTo>
                <a:lnTo>
                  <a:pt x="203200" y="54769"/>
                </a:lnTo>
                <a:lnTo>
                  <a:pt x="198878" y="49988"/>
                </a:lnTo>
                <a:lnTo>
                  <a:pt x="194381" y="45539"/>
                </a:lnTo>
                <a:lnTo>
                  <a:pt x="189706" y="41424"/>
                </a:lnTo>
                <a:lnTo>
                  <a:pt x="184856" y="37641"/>
                </a:lnTo>
                <a:lnTo>
                  <a:pt x="179828" y="34192"/>
                </a:lnTo>
                <a:lnTo>
                  <a:pt x="174625" y="31075"/>
                </a:lnTo>
                <a:lnTo>
                  <a:pt x="169245" y="28292"/>
                </a:lnTo>
                <a:lnTo>
                  <a:pt x="163689" y="25841"/>
                </a:lnTo>
                <a:lnTo>
                  <a:pt x="157956" y="23723"/>
                </a:lnTo>
                <a:lnTo>
                  <a:pt x="152047" y="21938"/>
                </a:lnTo>
                <a:lnTo>
                  <a:pt x="145962" y="20486"/>
                </a:lnTo>
                <a:lnTo>
                  <a:pt x="139700" y="19367"/>
                </a:lnTo>
                <a:lnTo>
                  <a:pt x="139700" y="0"/>
                </a:lnTo>
                <a:lnTo>
                  <a:pt x="147318" y="1158"/>
                </a:lnTo>
                <a:lnTo>
                  <a:pt x="154720" y="2725"/>
                </a:lnTo>
                <a:lnTo>
                  <a:pt x="161905" y="4703"/>
                </a:lnTo>
                <a:lnTo>
                  <a:pt x="168875" y="7091"/>
                </a:lnTo>
                <a:lnTo>
                  <a:pt x="175628" y="9889"/>
                </a:lnTo>
                <a:lnTo>
                  <a:pt x="182166" y="13097"/>
                </a:lnTo>
                <a:lnTo>
                  <a:pt x="188487" y="16715"/>
                </a:lnTo>
                <a:lnTo>
                  <a:pt x="194592" y="20743"/>
                </a:lnTo>
                <a:lnTo>
                  <a:pt x="200481" y="25182"/>
                </a:lnTo>
                <a:lnTo>
                  <a:pt x="206155" y="30030"/>
                </a:lnTo>
                <a:lnTo>
                  <a:pt x="211612" y="35289"/>
                </a:lnTo>
                <a:lnTo>
                  <a:pt x="216853" y="40957"/>
                </a:lnTo>
                <a:lnTo>
                  <a:pt x="221772" y="46935"/>
                </a:lnTo>
                <a:lnTo>
                  <a:pt x="226263" y="53120"/>
                </a:lnTo>
                <a:lnTo>
                  <a:pt x="230326" y="59511"/>
                </a:lnTo>
                <a:lnTo>
                  <a:pt x="233962" y="66111"/>
                </a:lnTo>
                <a:lnTo>
                  <a:pt x="237170" y="72917"/>
                </a:lnTo>
                <a:lnTo>
                  <a:pt x="239951" y="79931"/>
                </a:lnTo>
                <a:lnTo>
                  <a:pt x="242303" y="87152"/>
                </a:lnTo>
                <a:lnTo>
                  <a:pt x="244228" y="94580"/>
                </a:lnTo>
                <a:lnTo>
                  <a:pt x="245725" y="102215"/>
                </a:lnTo>
                <a:lnTo>
                  <a:pt x="246795" y="110058"/>
                </a:lnTo>
                <a:lnTo>
                  <a:pt x="247436" y="118108"/>
                </a:lnTo>
                <a:lnTo>
                  <a:pt x="247650" y="126365"/>
                </a:lnTo>
                <a:lnTo>
                  <a:pt x="247558" y="131004"/>
                </a:lnTo>
                <a:lnTo>
                  <a:pt x="247284" y="135608"/>
                </a:lnTo>
                <a:lnTo>
                  <a:pt x="246826" y="140176"/>
                </a:lnTo>
                <a:lnTo>
                  <a:pt x="246186" y="144709"/>
                </a:lnTo>
                <a:lnTo>
                  <a:pt x="245362" y="149207"/>
                </a:lnTo>
                <a:lnTo>
                  <a:pt x="244356" y="153670"/>
                </a:lnTo>
                <a:lnTo>
                  <a:pt x="243166" y="158097"/>
                </a:lnTo>
                <a:lnTo>
                  <a:pt x="241794" y="162489"/>
                </a:lnTo>
                <a:lnTo>
                  <a:pt x="240238" y="166846"/>
                </a:lnTo>
                <a:lnTo>
                  <a:pt x="238500" y="171168"/>
                </a:lnTo>
                <a:lnTo>
                  <a:pt x="236578" y="175454"/>
                </a:lnTo>
                <a:lnTo>
                  <a:pt x="234474" y="179705"/>
                </a:lnTo>
                <a:lnTo>
                  <a:pt x="232215" y="183899"/>
                </a:lnTo>
                <a:lnTo>
                  <a:pt x="229830" y="188013"/>
                </a:lnTo>
                <a:lnTo>
                  <a:pt x="227320" y="192048"/>
                </a:lnTo>
                <a:lnTo>
                  <a:pt x="224684" y="196003"/>
                </a:lnTo>
                <a:lnTo>
                  <a:pt x="221923" y="199879"/>
                </a:lnTo>
                <a:lnTo>
                  <a:pt x="219035" y="203676"/>
                </a:lnTo>
                <a:lnTo>
                  <a:pt x="216022" y="207394"/>
                </a:lnTo>
                <a:lnTo>
                  <a:pt x="212884" y="211032"/>
                </a:lnTo>
                <a:lnTo>
                  <a:pt x="209619" y="214590"/>
                </a:lnTo>
                <a:lnTo>
                  <a:pt x="206229" y="218070"/>
                </a:lnTo>
                <a:lnTo>
                  <a:pt x="202714" y="221469"/>
                </a:lnTo>
                <a:lnTo>
                  <a:pt x="199073" y="224790"/>
                </a:lnTo>
                <a:lnTo>
                  <a:pt x="237807" y="224790"/>
                </a:lnTo>
                <a:lnTo>
                  <a:pt x="237807" y="243840"/>
                </a:lnTo>
                <a:lnTo>
                  <a:pt x="165100" y="2438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번호 4"/>
          <p:cNvSpPr/>
          <p:nvPr/>
        </p:nvSpPr>
        <p:spPr>
          <a:xfrm>
            <a:off x="1272540" y="3131820"/>
            <a:ext cx="213360" cy="213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블록 재적재 · 인덱스"/>
          <p:cNvSpPr/>
          <p:nvPr/>
        </p:nvSpPr>
        <p:spPr>
          <a:xfrm>
            <a:off x="3429000" y="3078480"/>
            <a:ext cx="19050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886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재적재 · 인덱스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PK 없는 표 · UNIQUE</a:t>
            </a:r>
          </a:p>
        </p:txBody>
      </p:sp>
      <p:sp>
        <p:nvSpPr>
          <p:cNvPr id="28" name="아이콘 database_upload"/>
          <p:cNvSpPr/>
          <p:nvPr/>
        </p:nvSpPr>
        <p:spPr>
          <a:xfrm>
            <a:off x="4267200" y="315468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2555" y="228600"/>
                </a:moveTo>
                <a:lnTo>
                  <a:pt x="122555" y="228441"/>
                </a:lnTo>
                <a:lnTo>
                  <a:pt x="122555" y="228600"/>
                </a:lnTo>
                <a:lnTo>
                  <a:pt x="120739" y="228637"/>
                </a:lnTo>
                <a:lnTo>
                  <a:pt x="118785" y="228644"/>
                </a:lnTo>
                <a:lnTo>
                  <a:pt x="116691" y="228620"/>
                </a:lnTo>
                <a:lnTo>
                  <a:pt x="114459" y="228565"/>
                </a:lnTo>
                <a:lnTo>
                  <a:pt x="112087" y="228479"/>
                </a:lnTo>
                <a:lnTo>
                  <a:pt x="109577" y="228362"/>
                </a:lnTo>
                <a:lnTo>
                  <a:pt x="106928" y="228214"/>
                </a:lnTo>
                <a:lnTo>
                  <a:pt x="104140" y="228036"/>
                </a:lnTo>
                <a:lnTo>
                  <a:pt x="101213" y="227826"/>
                </a:lnTo>
                <a:lnTo>
                  <a:pt x="98147" y="227586"/>
                </a:lnTo>
                <a:lnTo>
                  <a:pt x="94942" y="227315"/>
                </a:lnTo>
                <a:lnTo>
                  <a:pt x="91599" y="227012"/>
                </a:lnTo>
                <a:lnTo>
                  <a:pt x="88187" y="226670"/>
                </a:lnTo>
                <a:lnTo>
                  <a:pt x="84777" y="226276"/>
                </a:lnTo>
                <a:lnTo>
                  <a:pt x="81369" y="225832"/>
                </a:lnTo>
                <a:lnTo>
                  <a:pt x="77964" y="225337"/>
                </a:lnTo>
                <a:lnTo>
                  <a:pt x="74561" y="224791"/>
                </a:lnTo>
                <a:lnTo>
                  <a:pt x="71160" y="224195"/>
                </a:lnTo>
                <a:lnTo>
                  <a:pt x="67761" y="223548"/>
                </a:lnTo>
                <a:lnTo>
                  <a:pt x="64364" y="222850"/>
                </a:lnTo>
                <a:lnTo>
                  <a:pt x="60970" y="222101"/>
                </a:lnTo>
                <a:lnTo>
                  <a:pt x="57578" y="221302"/>
                </a:lnTo>
                <a:lnTo>
                  <a:pt x="54188" y="220452"/>
                </a:lnTo>
                <a:lnTo>
                  <a:pt x="50800" y="219551"/>
                </a:lnTo>
                <a:lnTo>
                  <a:pt x="47449" y="218594"/>
                </a:lnTo>
                <a:lnTo>
                  <a:pt x="44168" y="217576"/>
                </a:lnTo>
                <a:lnTo>
                  <a:pt x="40958" y="216495"/>
                </a:lnTo>
                <a:lnTo>
                  <a:pt x="37818" y="215353"/>
                </a:lnTo>
                <a:lnTo>
                  <a:pt x="34749" y="214149"/>
                </a:lnTo>
                <a:lnTo>
                  <a:pt x="31750" y="212884"/>
                </a:lnTo>
                <a:lnTo>
                  <a:pt x="28822" y="211556"/>
                </a:lnTo>
                <a:lnTo>
                  <a:pt x="25964" y="210167"/>
                </a:lnTo>
                <a:lnTo>
                  <a:pt x="23178" y="208717"/>
                </a:lnTo>
                <a:lnTo>
                  <a:pt x="20461" y="207204"/>
                </a:lnTo>
                <a:lnTo>
                  <a:pt x="17815" y="205630"/>
                </a:lnTo>
                <a:lnTo>
                  <a:pt x="15240" y="203994"/>
                </a:lnTo>
                <a:lnTo>
                  <a:pt x="12806" y="202284"/>
                </a:lnTo>
                <a:lnTo>
                  <a:pt x="10583" y="200488"/>
                </a:lnTo>
                <a:lnTo>
                  <a:pt x="8572" y="198606"/>
                </a:lnTo>
                <a:lnTo>
                  <a:pt x="6773" y="196638"/>
                </a:lnTo>
                <a:lnTo>
                  <a:pt x="5186" y="194585"/>
                </a:lnTo>
                <a:lnTo>
                  <a:pt x="3810" y="192445"/>
                </a:lnTo>
                <a:lnTo>
                  <a:pt x="2646" y="190219"/>
                </a:lnTo>
                <a:lnTo>
                  <a:pt x="1693" y="187907"/>
                </a:lnTo>
                <a:lnTo>
                  <a:pt x="952" y="185509"/>
                </a:lnTo>
                <a:lnTo>
                  <a:pt x="423" y="183026"/>
                </a:lnTo>
                <a:lnTo>
                  <a:pt x="106" y="180456"/>
                </a:lnTo>
                <a:lnTo>
                  <a:pt x="0" y="177800"/>
                </a:lnTo>
                <a:lnTo>
                  <a:pt x="106" y="180456"/>
                </a:lnTo>
                <a:lnTo>
                  <a:pt x="423" y="183026"/>
                </a:lnTo>
                <a:lnTo>
                  <a:pt x="952" y="185509"/>
                </a:lnTo>
                <a:lnTo>
                  <a:pt x="1693" y="187907"/>
                </a:lnTo>
                <a:lnTo>
                  <a:pt x="2646" y="190219"/>
                </a:lnTo>
                <a:lnTo>
                  <a:pt x="3810" y="192445"/>
                </a:lnTo>
                <a:lnTo>
                  <a:pt x="5186" y="194585"/>
                </a:lnTo>
                <a:lnTo>
                  <a:pt x="6773" y="196638"/>
                </a:lnTo>
                <a:lnTo>
                  <a:pt x="8572" y="198606"/>
                </a:lnTo>
                <a:lnTo>
                  <a:pt x="10583" y="200488"/>
                </a:lnTo>
                <a:lnTo>
                  <a:pt x="12806" y="202284"/>
                </a:lnTo>
                <a:lnTo>
                  <a:pt x="15240" y="203994"/>
                </a:lnTo>
                <a:lnTo>
                  <a:pt x="17815" y="205630"/>
                </a:lnTo>
                <a:lnTo>
                  <a:pt x="20461" y="207204"/>
                </a:lnTo>
                <a:lnTo>
                  <a:pt x="23178" y="208717"/>
                </a:lnTo>
                <a:lnTo>
                  <a:pt x="25964" y="210167"/>
                </a:lnTo>
                <a:lnTo>
                  <a:pt x="28822" y="211556"/>
                </a:lnTo>
                <a:lnTo>
                  <a:pt x="31750" y="212884"/>
                </a:lnTo>
                <a:lnTo>
                  <a:pt x="34749" y="214149"/>
                </a:lnTo>
                <a:lnTo>
                  <a:pt x="37818" y="215353"/>
                </a:lnTo>
                <a:lnTo>
                  <a:pt x="40958" y="216495"/>
                </a:lnTo>
                <a:lnTo>
                  <a:pt x="44168" y="217576"/>
                </a:lnTo>
                <a:lnTo>
                  <a:pt x="47449" y="218594"/>
                </a:lnTo>
                <a:lnTo>
                  <a:pt x="50800" y="219551"/>
                </a:lnTo>
                <a:lnTo>
                  <a:pt x="54188" y="220452"/>
                </a:lnTo>
                <a:lnTo>
                  <a:pt x="57578" y="221302"/>
                </a:lnTo>
                <a:lnTo>
                  <a:pt x="60970" y="222101"/>
                </a:lnTo>
                <a:lnTo>
                  <a:pt x="64364" y="222850"/>
                </a:lnTo>
                <a:lnTo>
                  <a:pt x="67761" y="223548"/>
                </a:lnTo>
                <a:lnTo>
                  <a:pt x="71160" y="224195"/>
                </a:lnTo>
                <a:lnTo>
                  <a:pt x="74561" y="224791"/>
                </a:lnTo>
                <a:lnTo>
                  <a:pt x="77964" y="225337"/>
                </a:lnTo>
                <a:lnTo>
                  <a:pt x="81369" y="225832"/>
                </a:lnTo>
                <a:lnTo>
                  <a:pt x="84777" y="226276"/>
                </a:lnTo>
                <a:lnTo>
                  <a:pt x="88187" y="226670"/>
                </a:lnTo>
                <a:lnTo>
                  <a:pt x="91599" y="227012"/>
                </a:lnTo>
                <a:lnTo>
                  <a:pt x="94942" y="227315"/>
                </a:lnTo>
                <a:lnTo>
                  <a:pt x="98147" y="227586"/>
                </a:lnTo>
                <a:lnTo>
                  <a:pt x="101213" y="227826"/>
                </a:lnTo>
                <a:lnTo>
                  <a:pt x="104140" y="228036"/>
                </a:lnTo>
                <a:lnTo>
                  <a:pt x="106928" y="228214"/>
                </a:lnTo>
                <a:lnTo>
                  <a:pt x="109577" y="228362"/>
                </a:lnTo>
                <a:lnTo>
                  <a:pt x="112087" y="228479"/>
                </a:lnTo>
                <a:lnTo>
                  <a:pt x="114459" y="228565"/>
                </a:lnTo>
                <a:lnTo>
                  <a:pt x="116691" y="228620"/>
                </a:lnTo>
                <a:lnTo>
                  <a:pt x="118785" y="228644"/>
                </a:lnTo>
                <a:lnTo>
                  <a:pt x="120739" y="228637"/>
                </a:lnTo>
                <a:lnTo>
                  <a:pt x="122555" y="228600"/>
                </a:lnTo>
                <a:close/>
                <a:moveTo>
                  <a:pt x="113982" y="160655"/>
                </a:moveTo>
                <a:lnTo>
                  <a:pt x="113982" y="160338"/>
                </a:lnTo>
                <a:lnTo>
                  <a:pt x="113982" y="160655"/>
                </a:lnTo>
                <a:lnTo>
                  <a:pt x="111251" y="160645"/>
                </a:lnTo>
                <a:lnTo>
                  <a:pt x="108559" y="160615"/>
                </a:lnTo>
                <a:lnTo>
                  <a:pt x="105906" y="160566"/>
                </a:lnTo>
                <a:lnTo>
                  <a:pt x="103293" y="160496"/>
                </a:lnTo>
                <a:lnTo>
                  <a:pt x="100720" y="160407"/>
                </a:lnTo>
                <a:lnTo>
                  <a:pt x="98187" y="160298"/>
                </a:lnTo>
                <a:lnTo>
                  <a:pt x="95693" y="160169"/>
                </a:lnTo>
                <a:lnTo>
                  <a:pt x="93239" y="160020"/>
                </a:lnTo>
                <a:lnTo>
                  <a:pt x="90825" y="159851"/>
                </a:lnTo>
                <a:lnTo>
                  <a:pt x="88450" y="159663"/>
                </a:lnTo>
                <a:lnTo>
                  <a:pt x="86115" y="159454"/>
                </a:lnTo>
                <a:lnTo>
                  <a:pt x="83820" y="159226"/>
                </a:lnTo>
                <a:lnTo>
                  <a:pt x="81560" y="158978"/>
                </a:lnTo>
                <a:lnTo>
                  <a:pt x="79331" y="158710"/>
                </a:lnTo>
                <a:lnTo>
                  <a:pt x="77133" y="158423"/>
                </a:lnTo>
                <a:lnTo>
                  <a:pt x="74965" y="158115"/>
                </a:lnTo>
                <a:lnTo>
                  <a:pt x="72829" y="157788"/>
                </a:lnTo>
                <a:lnTo>
                  <a:pt x="70723" y="157440"/>
                </a:lnTo>
                <a:lnTo>
                  <a:pt x="68648" y="157073"/>
                </a:lnTo>
                <a:lnTo>
                  <a:pt x="66604" y="156686"/>
                </a:lnTo>
                <a:lnTo>
                  <a:pt x="64591" y="156279"/>
                </a:lnTo>
                <a:lnTo>
                  <a:pt x="62609" y="155853"/>
                </a:lnTo>
                <a:lnTo>
                  <a:pt x="60658" y="155406"/>
                </a:lnTo>
                <a:lnTo>
                  <a:pt x="58738" y="154940"/>
                </a:lnTo>
                <a:lnTo>
                  <a:pt x="56844" y="154456"/>
                </a:lnTo>
                <a:lnTo>
                  <a:pt x="54972" y="153957"/>
                </a:lnTo>
                <a:lnTo>
                  <a:pt x="53122" y="153442"/>
                </a:lnTo>
                <a:lnTo>
                  <a:pt x="51294" y="152912"/>
                </a:lnTo>
                <a:lnTo>
                  <a:pt x="49488" y="152366"/>
                </a:lnTo>
                <a:lnTo>
                  <a:pt x="47704" y="151805"/>
                </a:lnTo>
                <a:lnTo>
                  <a:pt x="45943" y="151228"/>
                </a:lnTo>
                <a:lnTo>
                  <a:pt x="44203" y="150636"/>
                </a:lnTo>
                <a:lnTo>
                  <a:pt x="42485" y="150029"/>
                </a:lnTo>
                <a:lnTo>
                  <a:pt x="40790" y="149406"/>
                </a:lnTo>
                <a:lnTo>
                  <a:pt x="39116" y="148767"/>
                </a:lnTo>
                <a:lnTo>
                  <a:pt x="37465" y="148114"/>
                </a:lnTo>
                <a:lnTo>
                  <a:pt x="35833" y="147445"/>
                </a:lnTo>
                <a:lnTo>
                  <a:pt x="34219" y="146760"/>
                </a:lnTo>
                <a:lnTo>
                  <a:pt x="32623" y="146060"/>
                </a:lnTo>
                <a:lnTo>
                  <a:pt x="31044" y="145344"/>
                </a:lnTo>
                <a:lnTo>
                  <a:pt x="29483" y="144614"/>
                </a:lnTo>
                <a:lnTo>
                  <a:pt x="27940" y="143867"/>
                </a:lnTo>
                <a:lnTo>
                  <a:pt x="26414" y="143105"/>
                </a:lnTo>
                <a:lnTo>
                  <a:pt x="24906" y="142328"/>
                </a:lnTo>
                <a:lnTo>
                  <a:pt x="23416" y="141536"/>
                </a:lnTo>
                <a:lnTo>
                  <a:pt x="21943" y="140727"/>
                </a:lnTo>
                <a:lnTo>
                  <a:pt x="20488" y="139904"/>
                </a:lnTo>
                <a:lnTo>
                  <a:pt x="19050" y="139065"/>
                </a:lnTo>
                <a:lnTo>
                  <a:pt x="20488" y="139904"/>
                </a:lnTo>
                <a:lnTo>
                  <a:pt x="21943" y="140727"/>
                </a:lnTo>
                <a:lnTo>
                  <a:pt x="23416" y="141536"/>
                </a:lnTo>
                <a:lnTo>
                  <a:pt x="24906" y="142328"/>
                </a:lnTo>
                <a:lnTo>
                  <a:pt x="26414" y="143105"/>
                </a:lnTo>
                <a:lnTo>
                  <a:pt x="27940" y="143867"/>
                </a:lnTo>
                <a:lnTo>
                  <a:pt x="29483" y="144614"/>
                </a:lnTo>
                <a:lnTo>
                  <a:pt x="31044" y="145344"/>
                </a:lnTo>
                <a:lnTo>
                  <a:pt x="32623" y="146060"/>
                </a:lnTo>
                <a:lnTo>
                  <a:pt x="34219" y="146760"/>
                </a:lnTo>
                <a:lnTo>
                  <a:pt x="35833" y="147445"/>
                </a:lnTo>
                <a:lnTo>
                  <a:pt x="37465" y="148114"/>
                </a:lnTo>
                <a:lnTo>
                  <a:pt x="39116" y="148767"/>
                </a:lnTo>
                <a:lnTo>
                  <a:pt x="40790" y="149406"/>
                </a:lnTo>
                <a:lnTo>
                  <a:pt x="42485" y="150029"/>
                </a:lnTo>
                <a:lnTo>
                  <a:pt x="44203" y="150636"/>
                </a:lnTo>
                <a:lnTo>
                  <a:pt x="45943" y="151228"/>
                </a:lnTo>
                <a:lnTo>
                  <a:pt x="47704" y="151805"/>
                </a:lnTo>
                <a:lnTo>
                  <a:pt x="49488" y="152366"/>
                </a:lnTo>
                <a:lnTo>
                  <a:pt x="51294" y="152912"/>
                </a:lnTo>
                <a:lnTo>
                  <a:pt x="53122" y="153442"/>
                </a:lnTo>
                <a:lnTo>
                  <a:pt x="54972" y="153957"/>
                </a:lnTo>
                <a:lnTo>
                  <a:pt x="56844" y="154456"/>
                </a:lnTo>
                <a:lnTo>
                  <a:pt x="58738" y="154940"/>
                </a:lnTo>
                <a:lnTo>
                  <a:pt x="60658" y="155406"/>
                </a:lnTo>
                <a:lnTo>
                  <a:pt x="62609" y="155853"/>
                </a:lnTo>
                <a:lnTo>
                  <a:pt x="64591" y="156279"/>
                </a:lnTo>
                <a:lnTo>
                  <a:pt x="66604" y="156686"/>
                </a:lnTo>
                <a:lnTo>
                  <a:pt x="68648" y="157073"/>
                </a:lnTo>
                <a:lnTo>
                  <a:pt x="70723" y="157440"/>
                </a:lnTo>
                <a:lnTo>
                  <a:pt x="72829" y="157788"/>
                </a:lnTo>
                <a:lnTo>
                  <a:pt x="74965" y="158115"/>
                </a:lnTo>
                <a:lnTo>
                  <a:pt x="77133" y="158423"/>
                </a:lnTo>
                <a:lnTo>
                  <a:pt x="79331" y="158710"/>
                </a:lnTo>
                <a:lnTo>
                  <a:pt x="81560" y="158978"/>
                </a:lnTo>
                <a:lnTo>
                  <a:pt x="83820" y="159226"/>
                </a:lnTo>
                <a:lnTo>
                  <a:pt x="86115" y="159454"/>
                </a:lnTo>
                <a:lnTo>
                  <a:pt x="88450" y="159663"/>
                </a:lnTo>
                <a:lnTo>
                  <a:pt x="90825" y="159851"/>
                </a:lnTo>
                <a:lnTo>
                  <a:pt x="93239" y="160020"/>
                </a:lnTo>
                <a:lnTo>
                  <a:pt x="95693" y="160169"/>
                </a:lnTo>
                <a:lnTo>
                  <a:pt x="98187" y="160298"/>
                </a:lnTo>
                <a:lnTo>
                  <a:pt x="100720" y="160407"/>
                </a:lnTo>
                <a:lnTo>
                  <a:pt x="103293" y="160496"/>
                </a:lnTo>
                <a:lnTo>
                  <a:pt x="105906" y="160566"/>
                </a:lnTo>
                <a:lnTo>
                  <a:pt x="108559" y="160615"/>
                </a:lnTo>
                <a:lnTo>
                  <a:pt x="111251" y="160645"/>
                </a:lnTo>
                <a:lnTo>
                  <a:pt x="113982" y="160655"/>
                </a:lnTo>
                <a:close/>
                <a:moveTo>
                  <a:pt x="114300" y="73660"/>
                </a:moveTo>
                <a:lnTo>
                  <a:pt x="118861" y="73602"/>
                </a:lnTo>
                <a:lnTo>
                  <a:pt x="123441" y="73426"/>
                </a:lnTo>
                <a:lnTo>
                  <a:pt x="128042" y="73134"/>
                </a:lnTo>
                <a:lnTo>
                  <a:pt x="132662" y="72725"/>
                </a:lnTo>
                <a:lnTo>
                  <a:pt x="137302" y="72199"/>
                </a:lnTo>
                <a:lnTo>
                  <a:pt x="141962" y="71557"/>
                </a:lnTo>
                <a:lnTo>
                  <a:pt x="146642" y="70797"/>
                </a:lnTo>
                <a:lnTo>
                  <a:pt x="151342" y="69921"/>
                </a:lnTo>
                <a:lnTo>
                  <a:pt x="156061" y="68927"/>
                </a:lnTo>
                <a:lnTo>
                  <a:pt x="160801" y="67817"/>
                </a:lnTo>
                <a:lnTo>
                  <a:pt x="165560" y="66590"/>
                </a:lnTo>
                <a:lnTo>
                  <a:pt x="170339" y="65246"/>
                </a:lnTo>
                <a:lnTo>
                  <a:pt x="174985" y="63830"/>
                </a:lnTo>
                <a:lnTo>
                  <a:pt x="179348" y="62384"/>
                </a:lnTo>
                <a:lnTo>
                  <a:pt x="183426" y="60910"/>
                </a:lnTo>
                <a:lnTo>
                  <a:pt x="187219" y="59408"/>
                </a:lnTo>
                <a:lnTo>
                  <a:pt x="190728" y="57877"/>
                </a:lnTo>
                <a:lnTo>
                  <a:pt x="193953" y="56317"/>
                </a:lnTo>
                <a:lnTo>
                  <a:pt x="196893" y="54728"/>
                </a:lnTo>
                <a:lnTo>
                  <a:pt x="199549" y="53111"/>
                </a:lnTo>
                <a:lnTo>
                  <a:pt x="201920" y="51465"/>
                </a:lnTo>
                <a:lnTo>
                  <a:pt x="204007" y="49790"/>
                </a:lnTo>
                <a:lnTo>
                  <a:pt x="205809" y="48087"/>
                </a:lnTo>
                <a:lnTo>
                  <a:pt x="207328" y="46355"/>
                </a:lnTo>
                <a:lnTo>
                  <a:pt x="205759" y="44673"/>
                </a:lnTo>
                <a:lnTo>
                  <a:pt x="203910" y="43012"/>
                </a:lnTo>
                <a:lnTo>
                  <a:pt x="201781" y="41374"/>
                </a:lnTo>
                <a:lnTo>
                  <a:pt x="199372" y="39758"/>
                </a:lnTo>
                <a:lnTo>
                  <a:pt x="196684" y="38164"/>
                </a:lnTo>
                <a:lnTo>
                  <a:pt x="193715" y="36592"/>
                </a:lnTo>
                <a:lnTo>
                  <a:pt x="190466" y="35042"/>
                </a:lnTo>
                <a:lnTo>
                  <a:pt x="186937" y="33514"/>
                </a:lnTo>
                <a:lnTo>
                  <a:pt x="183128" y="32008"/>
                </a:lnTo>
                <a:lnTo>
                  <a:pt x="179039" y="30524"/>
                </a:lnTo>
                <a:lnTo>
                  <a:pt x="174670" y="29062"/>
                </a:lnTo>
                <a:lnTo>
                  <a:pt x="170021" y="27622"/>
                </a:lnTo>
                <a:lnTo>
                  <a:pt x="165244" y="26253"/>
                </a:lnTo>
                <a:lnTo>
                  <a:pt x="160492" y="25003"/>
                </a:lnTo>
                <a:lnTo>
                  <a:pt x="155764" y="23872"/>
                </a:lnTo>
                <a:lnTo>
                  <a:pt x="151059" y="22860"/>
                </a:lnTo>
                <a:lnTo>
                  <a:pt x="146380" y="21967"/>
                </a:lnTo>
                <a:lnTo>
                  <a:pt x="141724" y="21193"/>
                </a:lnTo>
                <a:lnTo>
                  <a:pt x="137093" y="20538"/>
                </a:lnTo>
                <a:lnTo>
                  <a:pt x="132486" y="20002"/>
                </a:lnTo>
                <a:lnTo>
                  <a:pt x="127903" y="19586"/>
                </a:lnTo>
                <a:lnTo>
                  <a:pt x="123344" y="19288"/>
                </a:lnTo>
                <a:lnTo>
                  <a:pt x="118810" y="19110"/>
                </a:lnTo>
                <a:lnTo>
                  <a:pt x="114300" y="19050"/>
                </a:lnTo>
                <a:lnTo>
                  <a:pt x="109641" y="19107"/>
                </a:lnTo>
                <a:lnTo>
                  <a:pt x="104978" y="19279"/>
                </a:lnTo>
                <a:lnTo>
                  <a:pt x="100310" y="19566"/>
                </a:lnTo>
                <a:lnTo>
                  <a:pt x="95638" y="19967"/>
                </a:lnTo>
                <a:lnTo>
                  <a:pt x="90962" y="20483"/>
                </a:lnTo>
                <a:lnTo>
                  <a:pt x="86281" y="21114"/>
                </a:lnTo>
                <a:lnTo>
                  <a:pt x="81595" y="21859"/>
                </a:lnTo>
                <a:lnTo>
                  <a:pt x="76906" y="22719"/>
                </a:lnTo>
                <a:lnTo>
                  <a:pt x="72211" y="23693"/>
                </a:lnTo>
                <a:lnTo>
                  <a:pt x="67513" y="24783"/>
                </a:lnTo>
                <a:lnTo>
                  <a:pt x="62810" y="25986"/>
                </a:lnTo>
                <a:lnTo>
                  <a:pt x="58102" y="27305"/>
                </a:lnTo>
                <a:lnTo>
                  <a:pt x="53527" y="28698"/>
                </a:lnTo>
                <a:lnTo>
                  <a:pt x="49221" y="30127"/>
                </a:lnTo>
                <a:lnTo>
                  <a:pt x="45184" y="31591"/>
                </a:lnTo>
                <a:lnTo>
                  <a:pt x="41416" y="33091"/>
                </a:lnTo>
                <a:lnTo>
                  <a:pt x="37917" y="34625"/>
                </a:lnTo>
                <a:lnTo>
                  <a:pt x="34687" y="36195"/>
                </a:lnTo>
                <a:lnTo>
                  <a:pt x="31726" y="37800"/>
                </a:lnTo>
                <a:lnTo>
                  <a:pt x="29034" y="39441"/>
                </a:lnTo>
                <a:lnTo>
                  <a:pt x="26610" y="41116"/>
                </a:lnTo>
                <a:lnTo>
                  <a:pt x="24456" y="42827"/>
                </a:lnTo>
                <a:lnTo>
                  <a:pt x="22571" y="44573"/>
                </a:lnTo>
                <a:lnTo>
                  <a:pt x="20955" y="46355"/>
                </a:lnTo>
                <a:lnTo>
                  <a:pt x="22569" y="48186"/>
                </a:lnTo>
                <a:lnTo>
                  <a:pt x="24448" y="49975"/>
                </a:lnTo>
                <a:lnTo>
                  <a:pt x="26591" y="51723"/>
                </a:lnTo>
                <a:lnTo>
                  <a:pt x="28998" y="53428"/>
                </a:lnTo>
                <a:lnTo>
                  <a:pt x="31671" y="55092"/>
                </a:lnTo>
                <a:lnTo>
                  <a:pt x="34608" y="56713"/>
                </a:lnTo>
                <a:lnTo>
                  <a:pt x="37809" y="58293"/>
                </a:lnTo>
                <a:lnTo>
                  <a:pt x="41275" y="59831"/>
                </a:lnTo>
                <a:lnTo>
                  <a:pt x="45006" y="61327"/>
                </a:lnTo>
                <a:lnTo>
                  <a:pt x="49001" y="62781"/>
                </a:lnTo>
                <a:lnTo>
                  <a:pt x="53261" y="64193"/>
                </a:lnTo>
                <a:lnTo>
                  <a:pt x="57785" y="65564"/>
                </a:lnTo>
                <a:lnTo>
                  <a:pt x="62446" y="66857"/>
                </a:lnTo>
                <a:lnTo>
                  <a:pt x="67116" y="68038"/>
                </a:lnTo>
                <a:lnTo>
                  <a:pt x="71795" y="69106"/>
                </a:lnTo>
                <a:lnTo>
                  <a:pt x="76482" y="70062"/>
                </a:lnTo>
                <a:lnTo>
                  <a:pt x="81179" y="70905"/>
                </a:lnTo>
                <a:lnTo>
                  <a:pt x="85884" y="71636"/>
                </a:lnTo>
                <a:lnTo>
                  <a:pt x="90598" y="72254"/>
                </a:lnTo>
                <a:lnTo>
                  <a:pt x="95321" y="72760"/>
                </a:lnTo>
                <a:lnTo>
                  <a:pt x="100052" y="73154"/>
                </a:lnTo>
                <a:lnTo>
                  <a:pt x="104793" y="73435"/>
                </a:lnTo>
                <a:lnTo>
                  <a:pt x="109542" y="73604"/>
                </a:lnTo>
                <a:lnTo>
                  <a:pt x="114300" y="73660"/>
                </a:lnTo>
                <a:close/>
                <a:moveTo>
                  <a:pt x="188912" y="229870"/>
                </a:moveTo>
                <a:lnTo>
                  <a:pt x="198438" y="229870"/>
                </a:lnTo>
                <a:lnTo>
                  <a:pt x="198438" y="175578"/>
                </a:lnTo>
                <a:lnTo>
                  <a:pt x="222885" y="200025"/>
                </a:lnTo>
                <a:lnTo>
                  <a:pt x="229552" y="193358"/>
                </a:lnTo>
                <a:lnTo>
                  <a:pt x="193675" y="157480"/>
                </a:lnTo>
                <a:lnTo>
                  <a:pt x="157798" y="193358"/>
                </a:lnTo>
                <a:lnTo>
                  <a:pt x="164465" y="200025"/>
                </a:lnTo>
                <a:lnTo>
                  <a:pt x="188912" y="175578"/>
                </a:lnTo>
                <a:lnTo>
                  <a:pt x="188912" y="229870"/>
                </a:lnTo>
                <a:close/>
                <a:moveTo>
                  <a:pt x="151130" y="236379"/>
                </a:moveTo>
                <a:lnTo>
                  <a:pt x="148290" y="233392"/>
                </a:lnTo>
                <a:lnTo>
                  <a:pt x="145697" y="230307"/>
                </a:lnTo>
                <a:lnTo>
                  <a:pt x="143351" y="227122"/>
                </a:lnTo>
                <a:lnTo>
                  <a:pt x="141252" y="223838"/>
                </a:lnTo>
                <a:lnTo>
                  <a:pt x="139400" y="220454"/>
                </a:lnTo>
                <a:lnTo>
                  <a:pt x="137795" y="216972"/>
                </a:lnTo>
                <a:lnTo>
                  <a:pt x="136437" y="213390"/>
                </a:lnTo>
                <a:lnTo>
                  <a:pt x="135326" y="209709"/>
                </a:lnTo>
                <a:lnTo>
                  <a:pt x="134461" y="205929"/>
                </a:lnTo>
                <a:lnTo>
                  <a:pt x="133844" y="202049"/>
                </a:lnTo>
                <a:lnTo>
                  <a:pt x="133473" y="198070"/>
                </a:lnTo>
                <a:lnTo>
                  <a:pt x="133350" y="193992"/>
                </a:lnTo>
                <a:lnTo>
                  <a:pt x="133473" y="189863"/>
                </a:lnTo>
                <a:lnTo>
                  <a:pt x="133844" y="185835"/>
                </a:lnTo>
                <a:lnTo>
                  <a:pt x="134461" y="181908"/>
                </a:lnTo>
                <a:lnTo>
                  <a:pt x="135326" y="178082"/>
                </a:lnTo>
                <a:lnTo>
                  <a:pt x="136437" y="174358"/>
                </a:lnTo>
                <a:lnTo>
                  <a:pt x="137795" y="170736"/>
                </a:lnTo>
                <a:lnTo>
                  <a:pt x="139400" y="167214"/>
                </a:lnTo>
                <a:lnTo>
                  <a:pt x="141252" y="163795"/>
                </a:lnTo>
                <a:lnTo>
                  <a:pt x="143351" y="160476"/>
                </a:lnTo>
                <a:lnTo>
                  <a:pt x="145697" y="157260"/>
                </a:lnTo>
                <a:lnTo>
                  <a:pt x="148290" y="154144"/>
                </a:lnTo>
                <a:lnTo>
                  <a:pt x="151130" y="151130"/>
                </a:lnTo>
                <a:lnTo>
                  <a:pt x="154142" y="148290"/>
                </a:lnTo>
                <a:lnTo>
                  <a:pt x="157251" y="145697"/>
                </a:lnTo>
                <a:lnTo>
                  <a:pt x="160457" y="143351"/>
                </a:lnTo>
                <a:lnTo>
                  <a:pt x="163759" y="141252"/>
                </a:lnTo>
                <a:lnTo>
                  <a:pt x="167159" y="139400"/>
                </a:lnTo>
                <a:lnTo>
                  <a:pt x="170656" y="137795"/>
                </a:lnTo>
                <a:lnTo>
                  <a:pt x="174250" y="136437"/>
                </a:lnTo>
                <a:lnTo>
                  <a:pt x="177941" y="135326"/>
                </a:lnTo>
                <a:lnTo>
                  <a:pt x="181729" y="134461"/>
                </a:lnTo>
                <a:lnTo>
                  <a:pt x="185614" y="133844"/>
                </a:lnTo>
                <a:lnTo>
                  <a:pt x="189596" y="133473"/>
                </a:lnTo>
                <a:lnTo>
                  <a:pt x="193675" y="133350"/>
                </a:lnTo>
                <a:lnTo>
                  <a:pt x="197754" y="133473"/>
                </a:lnTo>
                <a:lnTo>
                  <a:pt x="201736" y="133844"/>
                </a:lnTo>
                <a:lnTo>
                  <a:pt x="205621" y="134461"/>
                </a:lnTo>
                <a:lnTo>
                  <a:pt x="209409" y="135326"/>
                </a:lnTo>
                <a:lnTo>
                  <a:pt x="213100" y="136437"/>
                </a:lnTo>
                <a:lnTo>
                  <a:pt x="216694" y="137795"/>
                </a:lnTo>
                <a:lnTo>
                  <a:pt x="220191" y="139400"/>
                </a:lnTo>
                <a:lnTo>
                  <a:pt x="223591" y="141252"/>
                </a:lnTo>
                <a:lnTo>
                  <a:pt x="226893" y="143351"/>
                </a:lnTo>
                <a:lnTo>
                  <a:pt x="230099" y="145697"/>
                </a:lnTo>
                <a:lnTo>
                  <a:pt x="233208" y="148290"/>
                </a:lnTo>
                <a:lnTo>
                  <a:pt x="236220" y="151130"/>
                </a:lnTo>
                <a:lnTo>
                  <a:pt x="239060" y="154144"/>
                </a:lnTo>
                <a:lnTo>
                  <a:pt x="241653" y="157260"/>
                </a:lnTo>
                <a:lnTo>
                  <a:pt x="243999" y="160476"/>
                </a:lnTo>
                <a:lnTo>
                  <a:pt x="246098" y="163795"/>
                </a:lnTo>
                <a:lnTo>
                  <a:pt x="247950" y="167214"/>
                </a:lnTo>
                <a:lnTo>
                  <a:pt x="249555" y="170736"/>
                </a:lnTo>
                <a:lnTo>
                  <a:pt x="250913" y="174358"/>
                </a:lnTo>
                <a:lnTo>
                  <a:pt x="252024" y="178082"/>
                </a:lnTo>
                <a:lnTo>
                  <a:pt x="252889" y="181908"/>
                </a:lnTo>
                <a:lnTo>
                  <a:pt x="253506" y="185835"/>
                </a:lnTo>
                <a:lnTo>
                  <a:pt x="253877" y="189863"/>
                </a:lnTo>
                <a:lnTo>
                  <a:pt x="254000" y="193992"/>
                </a:lnTo>
                <a:lnTo>
                  <a:pt x="253877" y="198070"/>
                </a:lnTo>
                <a:lnTo>
                  <a:pt x="253506" y="202049"/>
                </a:lnTo>
                <a:lnTo>
                  <a:pt x="252889" y="205929"/>
                </a:lnTo>
                <a:lnTo>
                  <a:pt x="252024" y="209709"/>
                </a:lnTo>
                <a:lnTo>
                  <a:pt x="250913" y="213390"/>
                </a:lnTo>
                <a:lnTo>
                  <a:pt x="249555" y="216972"/>
                </a:lnTo>
                <a:lnTo>
                  <a:pt x="247950" y="220454"/>
                </a:lnTo>
                <a:lnTo>
                  <a:pt x="246098" y="223838"/>
                </a:lnTo>
                <a:lnTo>
                  <a:pt x="243999" y="227122"/>
                </a:lnTo>
                <a:lnTo>
                  <a:pt x="241653" y="230307"/>
                </a:lnTo>
                <a:lnTo>
                  <a:pt x="239060" y="233392"/>
                </a:lnTo>
                <a:lnTo>
                  <a:pt x="236220" y="236379"/>
                </a:lnTo>
                <a:lnTo>
                  <a:pt x="233208" y="239193"/>
                </a:lnTo>
                <a:lnTo>
                  <a:pt x="230099" y="241763"/>
                </a:lnTo>
                <a:lnTo>
                  <a:pt x="226893" y="244088"/>
                </a:lnTo>
                <a:lnTo>
                  <a:pt x="223591" y="246168"/>
                </a:lnTo>
                <a:lnTo>
                  <a:pt x="220191" y="248004"/>
                </a:lnTo>
                <a:lnTo>
                  <a:pt x="216694" y="249595"/>
                </a:lnTo>
                <a:lnTo>
                  <a:pt x="213100" y="250941"/>
                </a:lnTo>
                <a:lnTo>
                  <a:pt x="209409" y="252042"/>
                </a:lnTo>
                <a:lnTo>
                  <a:pt x="205621" y="252899"/>
                </a:lnTo>
                <a:lnTo>
                  <a:pt x="201736" y="253511"/>
                </a:lnTo>
                <a:lnTo>
                  <a:pt x="197754" y="253878"/>
                </a:lnTo>
                <a:lnTo>
                  <a:pt x="193675" y="254000"/>
                </a:lnTo>
                <a:lnTo>
                  <a:pt x="189596" y="253878"/>
                </a:lnTo>
                <a:lnTo>
                  <a:pt x="185614" y="253511"/>
                </a:lnTo>
                <a:lnTo>
                  <a:pt x="181729" y="252899"/>
                </a:lnTo>
                <a:lnTo>
                  <a:pt x="177941" y="252042"/>
                </a:lnTo>
                <a:lnTo>
                  <a:pt x="174250" y="250941"/>
                </a:lnTo>
                <a:lnTo>
                  <a:pt x="170656" y="249595"/>
                </a:lnTo>
                <a:lnTo>
                  <a:pt x="167159" y="248004"/>
                </a:lnTo>
                <a:lnTo>
                  <a:pt x="163759" y="246168"/>
                </a:lnTo>
                <a:lnTo>
                  <a:pt x="160457" y="244088"/>
                </a:lnTo>
                <a:lnTo>
                  <a:pt x="157251" y="241763"/>
                </a:lnTo>
                <a:lnTo>
                  <a:pt x="154142" y="239193"/>
                </a:lnTo>
                <a:lnTo>
                  <a:pt x="151130" y="236379"/>
                </a:lnTo>
                <a:close/>
                <a:moveTo>
                  <a:pt x="115888" y="209550"/>
                </a:moveTo>
                <a:lnTo>
                  <a:pt x="116052" y="210394"/>
                </a:lnTo>
                <a:lnTo>
                  <a:pt x="116227" y="211235"/>
                </a:lnTo>
                <a:lnTo>
                  <a:pt x="116413" y="212070"/>
                </a:lnTo>
                <a:lnTo>
                  <a:pt x="116611" y="212901"/>
                </a:lnTo>
                <a:lnTo>
                  <a:pt x="116819" y="213728"/>
                </a:lnTo>
                <a:lnTo>
                  <a:pt x="117038" y="214551"/>
                </a:lnTo>
                <a:lnTo>
                  <a:pt x="117269" y="215369"/>
                </a:lnTo>
                <a:lnTo>
                  <a:pt x="117510" y="216182"/>
                </a:lnTo>
                <a:lnTo>
                  <a:pt x="117763" y="216991"/>
                </a:lnTo>
                <a:lnTo>
                  <a:pt x="118026" y="217796"/>
                </a:lnTo>
                <a:lnTo>
                  <a:pt x="118301" y="218597"/>
                </a:lnTo>
                <a:lnTo>
                  <a:pt x="118586" y="219392"/>
                </a:lnTo>
                <a:lnTo>
                  <a:pt x="118881" y="220184"/>
                </a:lnTo>
                <a:lnTo>
                  <a:pt x="119182" y="220971"/>
                </a:lnTo>
                <a:lnTo>
                  <a:pt x="119489" y="221754"/>
                </a:lnTo>
                <a:lnTo>
                  <a:pt x="119803" y="222532"/>
                </a:lnTo>
                <a:lnTo>
                  <a:pt x="120124" y="223306"/>
                </a:lnTo>
                <a:lnTo>
                  <a:pt x="120452" y="224076"/>
                </a:lnTo>
                <a:lnTo>
                  <a:pt x="120786" y="224841"/>
                </a:lnTo>
                <a:lnTo>
                  <a:pt x="121126" y="225601"/>
                </a:lnTo>
                <a:lnTo>
                  <a:pt x="121474" y="226358"/>
                </a:lnTo>
                <a:lnTo>
                  <a:pt x="121827" y="227110"/>
                </a:lnTo>
                <a:lnTo>
                  <a:pt x="122188" y="227857"/>
                </a:lnTo>
                <a:lnTo>
                  <a:pt x="122555" y="228600"/>
                </a:lnTo>
                <a:lnTo>
                  <a:pt x="120739" y="228637"/>
                </a:lnTo>
                <a:lnTo>
                  <a:pt x="118785" y="228644"/>
                </a:lnTo>
                <a:lnTo>
                  <a:pt x="116691" y="228620"/>
                </a:lnTo>
                <a:lnTo>
                  <a:pt x="114459" y="228565"/>
                </a:lnTo>
                <a:lnTo>
                  <a:pt x="112087" y="228479"/>
                </a:lnTo>
                <a:lnTo>
                  <a:pt x="109577" y="228362"/>
                </a:lnTo>
                <a:lnTo>
                  <a:pt x="106928" y="228214"/>
                </a:lnTo>
                <a:lnTo>
                  <a:pt x="104140" y="228036"/>
                </a:lnTo>
                <a:lnTo>
                  <a:pt x="101213" y="227826"/>
                </a:lnTo>
                <a:lnTo>
                  <a:pt x="98147" y="227586"/>
                </a:lnTo>
                <a:lnTo>
                  <a:pt x="94942" y="227315"/>
                </a:lnTo>
                <a:lnTo>
                  <a:pt x="91599" y="227012"/>
                </a:lnTo>
                <a:lnTo>
                  <a:pt x="88187" y="226670"/>
                </a:lnTo>
                <a:lnTo>
                  <a:pt x="84777" y="226276"/>
                </a:lnTo>
                <a:lnTo>
                  <a:pt x="81369" y="225832"/>
                </a:lnTo>
                <a:lnTo>
                  <a:pt x="77964" y="225337"/>
                </a:lnTo>
                <a:lnTo>
                  <a:pt x="74561" y="224791"/>
                </a:lnTo>
                <a:lnTo>
                  <a:pt x="71160" y="224195"/>
                </a:lnTo>
                <a:lnTo>
                  <a:pt x="67761" y="223548"/>
                </a:lnTo>
                <a:lnTo>
                  <a:pt x="64364" y="222850"/>
                </a:lnTo>
                <a:lnTo>
                  <a:pt x="60970" y="222101"/>
                </a:lnTo>
                <a:lnTo>
                  <a:pt x="57578" y="221302"/>
                </a:lnTo>
                <a:lnTo>
                  <a:pt x="54188" y="220452"/>
                </a:lnTo>
                <a:lnTo>
                  <a:pt x="50800" y="219551"/>
                </a:lnTo>
                <a:lnTo>
                  <a:pt x="47449" y="218594"/>
                </a:lnTo>
                <a:lnTo>
                  <a:pt x="44168" y="217576"/>
                </a:lnTo>
                <a:lnTo>
                  <a:pt x="40958" y="216495"/>
                </a:lnTo>
                <a:lnTo>
                  <a:pt x="37818" y="215353"/>
                </a:lnTo>
                <a:lnTo>
                  <a:pt x="34749" y="214149"/>
                </a:lnTo>
                <a:lnTo>
                  <a:pt x="31750" y="212884"/>
                </a:lnTo>
                <a:lnTo>
                  <a:pt x="28822" y="211556"/>
                </a:lnTo>
                <a:lnTo>
                  <a:pt x="25964" y="210167"/>
                </a:lnTo>
                <a:lnTo>
                  <a:pt x="23178" y="208717"/>
                </a:lnTo>
                <a:lnTo>
                  <a:pt x="20461" y="207204"/>
                </a:lnTo>
                <a:lnTo>
                  <a:pt x="17815" y="205630"/>
                </a:lnTo>
                <a:lnTo>
                  <a:pt x="15240" y="203994"/>
                </a:lnTo>
                <a:lnTo>
                  <a:pt x="12806" y="202284"/>
                </a:lnTo>
                <a:lnTo>
                  <a:pt x="10583" y="200488"/>
                </a:lnTo>
                <a:lnTo>
                  <a:pt x="8572" y="198606"/>
                </a:lnTo>
                <a:lnTo>
                  <a:pt x="6773" y="196638"/>
                </a:lnTo>
                <a:lnTo>
                  <a:pt x="5186" y="194585"/>
                </a:lnTo>
                <a:lnTo>
                  <a:pt x="3810" y="192445"/>
                </a:lnTo>
                <a:lnTo>
                  <a:pt x="2646" y="190219"/>
                </a:lnTo>
                <a:lnTo>
                  <a:pt x="1693" y="187907"/>
                </a:lnTo>
                <a:lnTo>
                  <a:pt x="952" y="185509"/>
                </a:lnTo>
                <a:lnTo>
                  <a:pt x="423" y="183026"/>
                </a:lnTo>
                <a:lnTo>
                  <a:pt x="106" y="180456"/>
                </a:lnTo>
                <a:lnTo>
                  <a:pt x="0" y="177800"/>
                </a:lnTo>
                <a:lnTo>
                  <a:pt x="0" y="50800"/>
                </a:lnTo>
                <a:lnTo>
                  <a:pt x="233" y="47349"/>
                </a:lnTo>
                <a:lnTo>
                  <a:pt x="930" y="43983"/>
                </a:lnTo>
                <a:lnTo>
                  <a:pt x="2094" y="40700"/>
                </a:lnTo>
                <a:lnTo>
                  <a:pt x="3722" y="37500"/>
                </a:lnTo>
                <a:lnTo>
                  <a:pt x="5815" y="34385"/>
                </a:lnTo>
                <a:lnTo>
                  <a:pt x="8374" y="31353"/>
                </a:lnTo>
                <a:lnTo>
                  <a:pt x="11398" y="28405"/>
                </a:lnTo>
                <a:lnTo>
                  <a:pt x="14887" y="25541"/>
                </a:lnTo>
                <a:lnTo>
                  <a:pt x="18842" y="22761"/>
                </a:lnTo>
                <a:lnTo>
                  <a:pt x="23261" y="20064"/>
                </a:lnTo>
                <a:lnTo>
                  <a:pt x="28146" y="17451"/>
                </a:lnTo>
                <a:lnTo>
                  <a:pt x="33496" y="14922"/>
                </a:lnTo>
                <a:lnTo>
                  <a:pt x="39175" y="12539"/>
                </a:lnTo>
                <a:lnTo>
                  <a:pt x="45045" y="10363"/>
                </a:lnTo>
                <a:lnTo>
                  <a:pt x="51108" y="8394"/>
                </a:lnTo>
                <a:lnTo>
                  <a:pt x="57362" y="6632"/>
                </a:lnTo>
                <a:lnTo>
                  <a:pt x="63808" y="5078"/>
                </a:lnTo>
                <a:lnTo>
                  <a:pt x="70445" y="3731"/>
                </a:lnTo>
                <a:lnTo>
                  <a:pt x="77275" y="2591"/>
                </a:lnTo>
                <a:lnTo>
                  <a:pt x="84296" y="1658"/>
                </a:lnTo>
                <a:lnTo>
                  <a:pt x="91509" y="933"/>
                </a:lnTo>
                <a:lnTo>
                  <a:pt x="98914" y="415"/>
                </a:lnTo>
                <a:lnTo>
                  <a:pt x="106511" y="104"/>
                </a:lnTo>
                <a:lnTo>
                  <a:pt x="114300" y="0"/>
                </a:lnTo>
                <a:lnTo>
                  <a:pt x="122089" y="104"/>
                </a:lnTo>
                <a:lnTo>
                  <a:pt x="129686" y="415"/>
                </a:lnTo>
                <a:lnTo>
                  <a:pt x="137091" y="933"/>
                </a:lnTo>
                <a:lnTo>
                  <a:pt x="144304" y="1658"/>
                </a:lnTo>
                <a:lnTo>
                  <a:pt x="151325" y="2591"/>
                </a:lnTo>
                <a:lnTo>
                  <a:pt x="158155" y="3731"/>
                </a:lnTo>
                <a:lnTo>
                  <a:pt x="164792" y="5078"/>
                </a:lnTo>
                <a:lnTo>
                  <a:pt x="171238" y="6632"/>
                </a:lnTo>
                <a:lnTo>
                  <a:pt x="177492" y="8394"/>
                </a:lnTo>
                <a:lnTo>
                  <a:pt x="183555" y="10363"/>
                </a:lnTo>
                <a:lnTo>
                  <a:pt x="189425" y="12539"/>
                </a:lnTo>
                <a:lnTo>
                  <a:pt x="195104" y="14922"/>
                </a:lnTo>
                <a:lnTo>
                  <a:pt x="200454" y="17451"/>
                </a:lnTo>
                <a:lnTo>
                  <a:pt x="205339" y="20064"/>
                </a:lnTo>
                <a:lnTo>
                  <a:pt x="209758" y="22761"/>
                </a:lnTo>
                <a:lnTo>
                  <a:pt x="213713" y="25541"/>
                </a:lnTo>
                <a:lnTo>
                  <a:pt x="217202" y="28405"/>
                </a:lnTo>
                <a:lnTo>
                  <a:pt x="220226" y="31353"/>
                </a:lnTo>
                <a:lnTo>
                  <a:pt x="222785" y="34385"/>
                </a:lnTo>
                <a:lnTo>
                  <a:pt x="224878" y="37500"/>
                </a:lnTo>
                <a:lnTo>
                  <a:pt x="226506" y="40700"/>
                </a:lnTo>
                <a:lnTo>
                  <a:pt x="227670" y="43983"/>
                </a:lnTo>
                <a:lnTo>
                  <a:pt x="228367" y="47349"/>
                </a:lnTo>
                <a:lnTo>
                  <a:pt x="228600" y="50800"/>
                </a:lnTo>
                <a:lnTo>
                  <a:pt x="228600" y="122555"/>
                </a:lnTo>
                <a:lnTo>
                  <a:pt x="227857" y="122188"/>
                </a:lnTo>
                <a:lnTo>
                  <a:pt x="227110" y="121827"/>
                </a:lnTo>
                <a:lnTo>
                  <a:pt x="226358" y="121474"/>
                </a:lnTo>
                <a:lnTo>
                  <a:pt x="225601" y="121126"/>
                </a:lnTo>
                <a:lnTo>
                  <a:pt x="224841" y="120786"/>
                </a:lnTo>
                <a:lnTo>
                  <a:pt x="224076" y="120452"/>
                </a:lnTo>
                <a:lnTo>
                  <a:pt x="223306" y="120124"/>
                </a:lnTo>
                <a:lnTo>
                  <a:pt x="222532" y="119803"/>
                </a:lnTo>
                <a:lnTo>
                  <a:pt x="221754" y="119489"/>
                </a:lnTo>
                <a:lnTo>
                  <a:pt x="220971" y="119182"/>
                </a:lnTo>
                <a:lnTo>
                  <a:pt x="220184" y="118881"/>
                </a:lnTo>
                <a:lnTo>
                  <a:pt x="219392" y="118586"/>
                </a:lnTo>
                <a:lnTo>
                  <a:pt x="218597" y="118301"/>
                </a:lnTo>
                <a:lnTo>
                  <a:pt x="217796" y="118026"/>
                </a:lnTo>
                <a:lnTo>
                  <a:pt x="216991" y="117763"/>
                </a:lnTo>
                <a:lnTo>
                  <a:pt x="216182" y="117510"/>
                </a:lnTo>
                <a:lnTo>
                  <a:pt x="215369" y="117269"/>
                </a:lnTo>
                <a:lnTo>
                  <a:pt x="214551" y="117038"/>
                </a:lnTo>
                <a:lnTo>
                  <a:pt x="213728" y="116819"/>
                </a:lnTo>
                <a:lnTo>
                  <a:pt x="212901" y="116611"/>
                </a:lnTo>
                <a:lnTo>
                  <a:pt x="212070" y="116413"/>
                </a:lnTo>
                <a:lnTo>
                  <a:pt x="211235" y="116227"/>
                </a:lnTo>
                <a:lnTo>
                  <a:pt x="210394" y="116052"/>
                </a:lnTo>
                <a:lnTo>
                  <a:pt x="209550" y="115888"/>
                </a:lnTo>
                <a:lnTo>
                  <a:pt x="209550" y="70485"/>
                </a:lnTo>
                <a:lnTo>
                  <a:pt x="206384" y="72199"/>
                </a:lnTo>
                <a:lnTo>
                  <a:pt x="203129" y="73850"/>
                </a:lnTo>
                <a:lnTo>
                  <a:pt x="199787" y="75436"/>
                </a:lnTo>
                <a:lnTo>
                  <a:pt x="196356" y="76958"/>
                </a:lnTo>
                <a:lnTo>
                  <a:pt x="192837" y="78417"/>
                </a:lnTo>
                <a:lnTo>
                  <a:pt x="189230" y="79812"/>
                </a:lnTo>
                <a:lnTo>
                  <a:pt x="185535" y="81142"/>
                </a:lnTo>
                <a:lnTo>
                  <a:pt x="181751" y="82409"/>
                </a:lnTo>
                <a:lnTo>
                  <a:pt x="177879" y="83612"/>
                </a:lnTo>
                <a:lnTo>
                  <a:pt x="173919" y="84750"/>
                </a:lnTo>
                <a:lnTo>
                  <a:pt x="169871" y="85825"/>
                </a:lnTo>
                <a:lnTo>
                  <a:pt x="165735" y="86836"/>
                </a:lnTo>
                <a:lnTo>
                  <a:pt x="161544" y="87774"/>
                </a:lnTo>
                <a:lnTo>
                  <a:pt x="157330" y="88631"/>
                </a:lnTo>
                <a:lnTo>
                  <a:pt x="153095" y="89406"/>
                </a:lnTo>
                <a:lnTo>
                  <a:pt x="148837" y="90099"/>
                </a:lnTo>
                <a:lnTo>
                  <a:pt x="144557" y="90711"/>
                </a:lnTo>
                <a:lnTo>
                  <a:pt x="140256" y="91242"/>
                </a:lnTo>
                <a:lnTo>
                  <a:pt x="135932" y="91690"/>
                </a:lnTo>
                <a:lnTo>
                  <a:pt x="131586" y="92057"/>
                </a:lnTo>
                <a:lnTo>
                  <a:pt x="127218" y="92343"/>
                </a:lnTo>
                <a:lnTo>
                  <a:pt x="122828" y="92547"/>
                </a:lnTo>
                <a:lnTo>
                  <a:pt x="118416" y="92669"/>
                </a:lnTo>
                <a:lnTo>
                  <a:pt x="113982" y="92710"/>
                </a:lnTo>
                <a:lnTo>
                  <a:pt x="109497" y="92669"/>
                </a:lnTo>
                <a:lnTo>
                  <a:pt x="105035" y="92547"/>
                </a:lnTo>
                <a:lnTo>
                  <a:pt x="100598" y="92343"/>
                </a:lnTo>
                <a:lnTo>
                  <a:pt x="96185" y="92057"/>
                </a:lnTo>
                <a:lnTo>
                  <a:pt x="91796" y="91690"/>
                </a:lnTo>
                <a:lnTo>
                  <a:pt x="87432" y="91242"/>
                </a:lnTo>
                <a:lnTo>
                  <a:pt x="83091" y="90711"/>
                </a:lnTo>
                <a:lnTo>
                  <a:pt x="78775" y="90099"/>
                </a:lnTo>
                <a:lnTo>
                  <a:pt x="74484" y="89406"/>
                </a:lnTo>
                <a:lnTo>
                  <a:pt x="70216" y="88631"/>
                </a:lnTo>
                <a:lnTo>
                  <a:pt x="65973" y="87774"/>
                </a:lnTo>
                <a:lnTo>
                  <a:pt x="61754" y="86836"/>
                </a:lnTo>
                <a:lnTo>
                  <a:pt x="57601" y="85825"/>
                </a:lnTo>
                <a:lnTo>
                  <a:pt x="53556" y="84750"/>
                </a:lnTo>
                <a:lnTo>
                  <a:pt x="49619" y="83612"/>
                </a:lnTo>
                <a:lnTo>
                  <a:pt x="45791" y="82409"/>
                </a:lnTo>
                <a:lnTo>
                  <a:pt x="42070" y="81142"/>
                </a:lnTo>
                <a:lnTo>
                  <a:pt x="38457" y="79812"/>
                </a:lnTo>
                <a:lnTo>
                  <a:pt x="34953" y="78417"/>
                </a:lnTo>
                <a:lnTo>
                  <a:pt x="31556" y="76958"/>
                </a:lnTo>
                <a:lnTo>
                  <a:pt x="28267" y="75436"/>
                </a:lnTo>
                <a:lnTo>
                  <a:pt x="25087" y="73850"/>
                </a:lnTo>
                <a:lnTo>
                  <a:pt x="22014" y="72199"/>
                </a:lnTo>
                <a:lnTo>
                  <a:pt x="19050" y="70485"/>
                </a:lnTo>
                <a:lnTo>
                  <a:pt x="19050" y="119698"/>
                </a:lnTo>
                <a:lnTo>
                  <a:pt x="21963" y="121361"/>
                </a:lnTo>
                <a:lnTo>
                  <a:pt x="24985" y="122965"/>
                </a:lnTo>
                <a:lnTo>
                  <a:pt x="28119" y="124510"/>
                </a:lnTo>
                <a:lnTo>
                  <a:pt x="31362" y="125995"/>
                </a:lnTo>
                <a:lnTo>
                  <a:pt x="34716" y="127420"/>
                </a:lnTo>
                <a:lnTo>
                  <a:pt x="38179" y="128786"/>
                </a:lnTo>
                <a:lnTo>
                  <a:pt x="41753" y="130092"/>
                </a:lnTo>
                <a:lnTo>
                  <a:pt x="45438" y="131339"/>
                </a:lnTo>
                <a:lnTo>
                  <a:pt x="49232" y="132526"/>
                </a:lnTo>
                <a:lnTo>
                  <a:pt x="53137" y="133654"/>
                </a:lnTo>
                <a:lnTo>
                  <a:pt x="57152" y="134723"/>
                </a:lnTo>
                <a:lnTo>
                  <a:pt x="61278" y="135731"/>
                </a:lnTo>
                <a:lnTo>
                  <a:pt x="65476" y="136669"/>
                </a:lnTo>
                <a:lnTo>
                  <a:pt x="69709" y="137526"/>
                </a:lnTo>
                <a:lnTo>
                  <a:pt x="73978" y="138301"/>
                </a:lnTo>
                <a:lnTo>
                  <a:pt x="78281" y="138994"/>
                </a:lnTo>
                <a:lnTo>
                  <a:pt x="82621" y="139606"/>
                </a:lnTo>
                <a:lnTo>
                  <a:pt x="86995" y="140137"/>
                </a:lnTo>
                <a:lnTo>
                  <a:pt x="91405" y="140585"/>
                </a:lnTo>
                <a:lnTo>
                  <a:pt x="95850" y="140952"/>
                </a:lnTo>
                <a:lnTo>
                  <a:pt x="100330" y="141238"/>
                </a:lnTo>
                <a:lnTo>
                  <a:pt x="104846" y="141442"/>
                </a:lnTo>
                <a:lnTo>
                  <a:pt x="109396" y="141564"/>
                </a:lnTo>
                <a:lnTo>
                  <a:pt x="113982" y="141605"/>
                </a:lnTo>
                <a:lnTo>
                  <a:pt x="114880" y="141604"/>
                </a:lnTo>
                <a:lnTo>
                  <a:pt x="115773" y="141601"/>
                </a:lnTo>
                <a:lnTo>
                  <a:pt x="116661" y="141595"/>
                </a:lnTo>
                <a:lnTo>
                  <a:pt x="117546" y="141587"/>
                </a:lnTo>
                <a:lnTo>
                  <a:pt x="118425" y="141577"/>
                </a:lnTo>
                <a:lnTo>
                  <a:pt x="119301" y="141565"/>
                </a:lnTo>
                <a:lnTo>
                  <a:pt x="120172" y="141551"/>
                </a:lnTo>
                <a:lnTo>
                  <a:pt x="121038" y="141534"/>
                </a:lnTo>
                <a:lnTo>
                  <a:pt x="121900" y="141516"/>
                </a:lnTo>
                <a:lnTo>
                  <a:pt x="122758" y="141495"/>
                </a:lnTo>
                <a:lnTo>
                  <a:pt x="123611" y="141472"/>
                </a:lnTo>
                <a:lnTo>
                  <a:pt x="124460" y="141446"/>
                </a:lnTo>
                <a:lnTo>
                  <a:pt x="125309" y="141416"/>
                </a:lnTo>
                <a:lnTo>
                  <a:pt x="126162" y="141380"/>
                </a:lnTo>
                <a:lnTo>
                  <a:pt x="127020" y="141337"/>
                </a:lnTo>
                <a:lnTo>
                  <a:pt x="127882" y="141288"/>
                </a:lnTo>
                <a:lnTo>
                  <a:pt x="128748" y="141231"/>
                </a:lnTo>
                <a:lnTo>
                  <a:pt x="129619" y="141168"/>
                </a:lnTo>
                <a:lnTo>
                  <a:pt x="130495" y="141099"/>
                </a:lnTo>
                <a:lnTo>
                  <a:pt x="131374" y="141023"/>
                </a:lnTo>
                <a:lnTo>
                  <a:pt x="132259" y="140940"/>
                </a:lnTo>
                <a:lnTo>
                  <a:pt x="133147" y="140851"/>
                </a:lnTo>
                <a:lnTo>
                  <a:pt x="134040" y="140755"/>
                </a:lnTo>
                <a:lnTo>
                  <a:pt x="134938" y="140652"/>
                </a:lnTo>
                <a:lnTo>
                  <a:pt x="134256" y="141398"/>
                </a:lnTo>
                <a:lnTo>
                  <a:pt x="133588" y="142152"/>
                </a:lnTo>
                <a:lnTo>
                  <a:pt x="132933" y="142915"/>
                </a:lnTo>
                <a:lnTo>
                  <a:pt x="132292" y="143686"/>
                </a:lnTo>
                <a:lnTo>
                  <a:pt x="131663" y="144467"/>
                </a:lnTo>
                <a:lnTo>
                  <a:pt x="131048" y="145256"/>
                </a:lnTo>
                <a:lnTo>
                  <a:pt x="130446" y="146054"/>
                </a:lnTo>
                <a:lnTo>
                  <a:pt x="129858" y="146861"/>
                </a:lnTo>
                <a:lnTo>
                  <a:pt x="129282" y="147677"/>
                </a:lnTo>
                <a:lnTo>
                  <a:pt x="128720" y="148502"/>
                </a:lnTo>
                <a:lnTo>
                  <a:pt x="128171" y="149335"/>
                </a:lnTo>
                <a:lnTo>
                  <a:pt x="127635" y="150178"/>
                </a:lnTo>
                <a:lnTo>
                  <a:pt x="127110" y="151026"/>
                </a:lnTo>
                <a:lnTo>
                  <a:pt x="126594" y="151880"/>
                </a:lnTo>
                <a:lnTo>
                  <a:pt x="126087" y="152737"/>
                </a:lnTo>
                <a:lnTo>
                  <a:pt x="125589" y="153599"/>
                </a:lnTo>
                <a:lnTo>
                  <a:pt x="125099" y="154466"/>
                </a:lnTo>
                <a:lnTo>
                  <a:pt x="124619" y="155337"/>
                </a:lnTo>
                <a:lnTo>
                  <a:pt x="124147" y="156212"/>
                </a:lnTo>
                <a:lnTo>
                  <a:pt x="123684" y="157092"/>
                </a:lnTo>
                <a:lnTo>
                  <a:pt x="123230" y="157976"/>
                </a:lnTo>
                <a:lnTo>
                  <a:pt x="122784" y="158865"/>
                </a:lnTo>
                <a:lnTo>
                  <a:pt x="122348" y="159758"/>
                </a:lnTo>
                <a:lnTo>
                  <a:pt x="121920" y="160655"/>
                </a:lnTo>
                <a:lnTo>
                  <a:pt x="113982" y="160655"/>
                </a:lnTo>
                <a:lnTo>
                  <a:pt x="108505" y="160615"/>
                </a:lnTo>
                <a:lnTo>
                  <a:pt x="103183" y="160496"/>
                </a:lnTo>
                <a:lnTo>
                  <a:pt x="98018" y="160298"/>
                </a:lnTo>
                <a:lnTo>
                  <a:pt x="93010" y="160020"/>
                </a:lnTo>
                <a:lnTo>
                  <a:pt x="88158" y="159663"/>
                </a:lnTo>
                <a:lnTo>
                  <a:pt x="83463" y="159226"/>
                </a:lnTo>
                <a:lnTo>
                  <a:pt x="78924" y="158710"/>
                </a:lnTo>
                <a:lnTo>
                  <a:pt x="74542" y="158115"/>
                </a:lnTo>
                <a:lnTo>
                  <a:pt x="70316" y="157440"/>
                </a:lnTo>
                <a:lnTo>
                  <a:pt x="66247" y="156686"/>
                </a:lnTo>
                <a:lnTo>
                  <a:pt x="62335" y="155853"/>
                </a:lnTo>
                <a:lnTo>
                  <a:pt x="58579" y="154940"/>
                </a:lnTo>
                <a:lnTo>
                  <a:pt x="54933" y="153957"/>
                </a:lnTo>
                <a:lnTo>
                  <a:pt x="51351" y="152912"/>
                </a:lnTo>
                <a:lnTo>
                  <a:pt x="47833" y="151805"/>
                </a:lnTo>
                <a:lnTo>
                  <a:pt x="44379" y="150636"/>
                </a:lnTo>
                <a:lnTo>
                  <a:pt x="40989" y="149406"/>
                </a:lnTo>
                <a:lnTo>
                  <a:pt x="37663" y="148114"/>
                </a:lnTo>
                <a:lnTo>
                  <a:pt x="34401" y="146760"/>
                </a:lnTo>
                <a:lnTo>
                  <a:pt x="31203" y="145344"/>
                </a:lnTo>
                <a:lnTo>
                  <a:pt x="28069" y="143867"/>
                </a:lnTo>
                <a:lnTo>
                  <a:pt x="24999" y="142328"/>
                </a:lnTo>
                <a:lnTo>
                  <a:pt x="21992" y="140727"/>
                </a:lnTo>
                <a:lnTo>
                  <a:pt x="19050" y="139065"/>
                </a:lnTo>
                <a:lnTo>
                  <a:pt x="19050" y="179070"/>
                </a:lnTo>
                <a:lnTo>
                  <a:pt x="19370" y="179971"/>
                </a:lnTo>
                <a:lnTo>
                  <a:pt x="19800" y="180874"/>
                </a:lnTo>
                <a:lnTo>
                  <a:pt x="20340" y="181779"/>
                </a:lnTo>
                <a:lnTo>
                  <a:pt x="20990" y="182686"/>
                </a:lnTo>
                <a:lnTo>
                  <a:pt x="21751" y="183595"/>
                </a:lnTo>
                <a:lnTo>
                  <a:pt x="22622" y="184507"/>
                </a:lnTo>
                <a:lnTo>
                  <a:pt x="23603" y="185421"/>
                </a:lnTo>
                <a:lnTo>
                  <a:pt x="24694" y="186337"/>
                </a:lnTo>
                <a:lnTo>
                  <a:pt x="25896" y="187256"/>
                </a:lnTo>
                <a:lnTo>
                  <a:pt x="27208" y="188176"/>
                </a:lnTo>
                <a:lnTo>
                  <a:pt x="28630" y="189099"/>
                </a:lnTo>
                <a:lnTo>
                  <a:pt x="30162" y="190024"/>
                </a:lnTo>
                <a:lnTo>
                  <a:pt x="31780" y="190941"/>
                </a:lnTo>
                <a:lnTo>
                  <a:pt x="33457" y="191841"/>
                </a:lnTo>
                <a:lnTo>
                  <a:pt x="35193" y="192722"/>
                </a:lnTo>
                <a:lnTo>
                  <a:pt x="36989" y="193587"/>
                </a:lnTo>
                <a:lnTo>
                  <a:pt x="38844" y="194433"/>
                </a:lnTo>
                <a:lnTo>
                  <a:pt x="40759" y="195262"/>
                </a:lnTo>
                <a:lnTo>
                  <a:pt x="42734" y="196074"/>
                </a:lnTo>
                <a:lnTo>
                  <a:pt x="44768" y="196868"/>
                </a:lnTo>
                <a:lnTo>
                  <a:pt x="46861" y="197644"/>
                </a:lnTo>
                <a:lnTo>
                  <a:pt x="49014" y="198402"/>
                </a:lnTo>
                <a:lnTo>
                  <a:pt x="51227" y="199143"/>
                </a:lnTo>
                <a:lnTo>
                  <a:pt x="53499" y="199866"/>
                </a:lnTo>
                <a:lnTo>
                  <a:pt x="55819" y="200570"/>
                </a:lnTo>
                <a:lnTo>
                  <a:pt x="58177" y="201251"/>
                </a:lnTo>
                <a:lnTo>
                  <a:pt x="60573" y="201910"/>
                </a:lnTo>
                <a:lnTo>
                  <a:pt x="63006" y="202547"/>
                </a:lnTo>
                <a:lnTo>
                  <a:pt x="65477" y="203163"/>
                </a:lnTo>
                <a:lnTo>
                  <a:pt x="67985" y="203756"/>
                </a:lnTo>
                <a:lnTo>
                  <a:pt x="70530" y="204327"/>
                </a:lnTo>
                <a:lnTo>
                  <a:pt x="73113" y="204876"/>
                </a:lnTo>
                <a:lnTo>
                  <a:pt x="75734" y="205403"/>
                </a:lnTo>
                <a:lnTo>
                  <a:pt x="78392" y="205908"/>
                </a:lnTo>
                <a:lnTo>
                  <a:pt x="81087" y="206390"/>
                </a:lnTo>
                <a:lnTo>
                  <a:pt x="83820" y="206851"/>
                </a:lnTo>
                <a:lnTo>
                  <a:pt x="86565" y="207282"/>
                </a:lnTo>
                <a:lnTo>
                  <a:pt x="89297" y="207676"/>
                </a:lnTo>
                <a:lnTo>
                  <a:pt x="92015" y="208032"/>
                </a:lnTo>
                <a:lnTo>
                  <a:pt x="94721" y="208351"/>
                </a:lnTo>
                <a:lnTo>
                  <a:pt x="97413" y="208632"/>
                </a:lnTo>
                <a:lnTo>
                  <a:pt x="100092" y="208875"/>
                </a:lnTo>
                <a:lnTo>
                  <a:pt x="102758" y="209081"/>
                </a:lnTo>
                <a:lnTo>
                  <a:pt x="105410" y="209250"/>
                </a:lnTo>
                <a:lnTo>
                  <a:pt x="108049" y="209381"/>
                </a:lnTo>
                <a:lnTo>
                  <a:pt x="110675" y="209475"/>
                </a:lnTo>
                <a:lnTo>
                  <a:pt x="113288" y="209531"/>
                </a:lnTo>
                <a:lnTo>
                  <a:pt x="115888" y="209550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번호 5"/>
          <p:cNvSpPr/>
          <p:nvPr/>
        </p:nvSpPr>
        <p:spPr>
          <a:xfrm>
            <a:off x="3482340" y="313182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0" name="판단 6. 검증 일치?"/>
          <p:cNvSpPr/>
          <p:nvPr/>
        </p:nvSpPr>
        <p:spPr>
          <a:xfrm>
            <a:off x="5676900" y="3032760"/>
            <a:ext cx="1905000" cy="914400"/>
          </a:xfrm>
          <a:prstGeom prst="diamond">
            <a:avLst/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2438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6. 검증 일치?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건수·해시·합계</a:t>
            </a:r>
          </a:p>
        </p:txBody>
      </p:sp>
      <p:sp>
        <p:nvSpPr>
          <p:cNvPr id="31" name="블록 setval · FK"/>
          <p:cNvSpPr/>
          <p:nvPr/>
        </p:nvSpPr>
        <p:spPr>
          <a:xfrm>
            <a:off x="7924800" y="307848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886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setval · FK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IDENTITY · SEQUENCE</a:t>
            </a:r>
          </a:p>
        </p:txBody>
      </p:sp>
      <p:sp>
        <p:nvSpPr>
          <p:cNvPr id="32" name="아이콘 account_tree"/>
          <p:cNvSpPr/>
          <p:nvPr/>
        </p:nvSpPr>
        <p:spPr>
          <a:xfrm>
            <a:off x="8712200" y="3154680"/>
            <a:ext cx="254000" cy="228600"/>
          </a:xfrm>
          <a:custGeom>
            <a:avLst/>
            <a:gdLst/>
            <a:ahLst/>
            <a:cxnLst/>
            <a:rect l="l" t="t" r="r" b="b"/>
            <a:pathLst>
              <a:path w="254000" h="228600">
                <a:moveTo>
                  <a:pt x="166370" y="228600"/>
                </a:moveTo>
                <a:lnTo>
                  <a:pt x="166370" y="188912"/>
                </a:lnTo>
                <a:lnTo>
                  <a:pt x="117475" y="188912"/>
                </a:lnTo>
                <a:lnTo>
                  <a:pt x="117475" y="58738"/>
                </a:lnTo>
                <a:lnTo>
                  <a:pt x="87948" y="58738"/>
                </a:lnTo>
                <a:lnTo>
                  <a:pt x="87948" y="100012"/>
                </a:lnTo>
                <a:lnTo>
                  <a:pt x="0" y="100012"/>
                </a:lnTo>
                <a:lnTo>
                  <a:pt x="0" y="0"/>
                </a:lnTo>
                <a:lnTo>
                  <a:pt x="87948" y="0"/>
                </a:lnTo>
                <a:lnTo>
                  <a:pt x="87948" y="39688"/>
                </a:lnTo>
                <a:lnTo>
                  <a:pt x="166370" y="39688"/>
                </a:lnTo>
                <a:lnTo>
                  <a:pt x="166370" y="0"/>
                </a:lnTo>
                <a:lnTo>
                  <a:pt x="254000" y="0"/>
                </a:lnTo>
                <a:lnTo>
                  <a:pt x="254000" y="100012"/>
                </a:lnTo>
                <a:lnTo>
                  <a:pt x="166370" y="100012"/>
                </a:lnTo>
                <a:lnTo>
                  <a:pt x="166370" y="58738"/>
                </a:lnTo>
                <a:lnTo>
                  <a:pt x="136525" y="58738"/>
                </a:lnTo>
                <a:lnTo>
                  <a:pt x="136525" y="169862"/>
                </a:lnTo>
                <a:lnTo>
                  <a:pt x="166370" y="169862"/>
                </a:lnTo>
                <a:lnTo>
                  <a:pt x="166370" y="128588"/>
                </a:lnTo>
                <a:lnTo>
                  <a:pt x="254000" y="128588"/>
                </a:lnTo>
                <a:lnTo>
                  <a:pt x="254000" y="228600"/>
                </a:lnTo>
                <a:lnTo>
                  <a:pt x="166370" y="228600"/>
                </a:lnTo>
                <a:close/>
                <a:moveTo>
                  <a:pt x="19050" y="19050"/>
                </a:moveTo>
                <a:lnTo>
                  <a:pt x="19050" y="80962"/>
                </a:lnTo>
                <a:lnTo>
                  <a:pt x="19050" y="19050"/>
                </a:lnTo>
                <a:close/>
                <a:moveTo>
                  <a:pt x="185420" y="147638"/>
                </a:moveTo>
                <a:lnTo>
                  <a:pt x="185420" y="209550"/>
                </a:lnTo>
                <a:lnTo>
                  <a:pt x="185420" y="147638"/>
                </a:lnTo>
                <a:close/>
                <a:moveTo>
                  <a:pt x="185420" y="19050"/>
                </a:moveTo>
                <a:lnTo>
                  <a:pt x="185420" y="80962"/>
                </a:lnTo>
                <a:lnTo>
                  <a:pt x="185420" y="19050"/>
                </a:lnTo>
                <a:close/>
                <a:moveTo>
                  <a:pt x="185420" y="80962"/>
                </a:moveTo>
                <a:lnTo>
                  <a:pt x="234950" y="80962"/>
                </a:lnTo>
                <a:lnTo>
                  <a:pt x="234950" y="19050"/>
                </a:lnTo>
                <a:lnTo>
                  <a:pt x="185420" y="19050"/>
                </a:lnTo>
                <a:lnTo>
                  <a:pt x="185420" y="80962"/>
                </a:lnTo>
                <a:close/>
                <a:moveTo>
                  <a:pt x="185420" y="209550"/>
                </a:moveTo>
                <a:lnTo>
                  <a:pt x="234950" y="209550"/>
                </a:lnTo>
                <a:lnTo>
                  <a:pt x="234950" y="147638"/>
                </a:lnTo>
                <a:lnTo>
                  <a:pt x="185420" y="147638"/>
                </a:lnTo>
                <a:lnTo>
                  <a:pt x="185420" y="209550"/>
                </a:lnTo>
                <a:close/>
                <a:moveTo>
                  <a:pt x="19050" y="80962"/>
                </a:moveTo>
                <a:lnTo>
                  <a:pt x="68898" y="80962"/>
                </a:lnTo>
                <a:lnTo>
                  <a:pt x="68898" y="19050"/>
                </a:lnTo>
                <a:lnTo>
                  <a:pt x="19050" y="19050"/>
                </a:lnTo>
                <a:lnTo>
                  <a:pt x="19050" y="80962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번호 7"/>
          <p:cNvSpPr/>
          <p:nvPr/>
        </p:nvSpPr>
        <p:spPr>
          <a:xfrm>
            <a:off x="7978140" y="313182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4" name="연결점 B"/>
          <p:cNvSpPr/>
          <p:nvPr/>
        </p:nvSpPr>
        <p:spPr>
          <a:xfrm>
            <a:off x="10134600" y="3322320"/>
            <a:ext cx="335280" cy="335280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E6B4F"/>
            </a:solidFill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200" b="1">
                <a:solidFill>
                  <a:srgbClr val="1E6B4F"/>
                </a:solidFill>
                <a:latin typeface="Pretendard"/>
                <a:ea typeface="Pretendard"/>
                <a:cs typeface="Pretendard"/>
              </a:rPr>
              <a:t>B</a:t>
            </a:r>
          </a:p>
        </p:txBody>
      </p:sp>
      <p:sp>
        <p:nvSpPr>
          <p:cNvPr id="35" name="블록 멈춤 (종료 5)"/>
          <p:cNvSpPr/>
          <p:nvPr/>
        </p:nvSpPr>
        <p:spPr>
          <a:xfrm>
            <a:off x="5676900" y="4114800"/>
            <a:ext cx="1905000" cy="472440"/>
          </a:xfrm>
          <a:prstGeom prst="roundRect">
            <a:avLst>
              <a:gd name="adj" fmla="val 19354"/>
            </a:avLst>
          </a:prstGeom>
          <a:solidFill>
            <a:srgbClr val="D5EFE2"/>
          </a:solidFill>
          <a:ln w="16764">
            <a:solidFill>
              <a:srgbClr val="1E6B4F"/>
            </a:solidFill>
          </a:ln>
        </p:spPr>
        <p:txBody>
          <a:bodyPr rtlCol="0" anchor="t" lIns="45720" tIns="2286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멈춤 (종료 5)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FAILED · setval·FK 안 함</a:t>
            </a:r>
          </a:p>
        </p:txBody>
      </p:sp>
      <p:sp>
        <p:nvSpPr>
          <p:cNvPr id="36" name="연결점 B"/>
          <p:cNvSpPr/>
          <p:nvPr/>
        </p:nvSpPr>
        <p:spPr>
          <a:xfrm>
            <a:off x="563880" y="5303520"/>
            <a:ext cx="335280" cy="335280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E6B4F"/>
            </a:solidFill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200" b="1">
                <a:solidFill>
                  <a:srgbClr val="1E6B4F"/>
                </a:solidFill>
                <a:latin typeface="Pretendard"/>
                <a:ea typeface="Pretendard"/>
                <a:cs typeface="Pretendard"/>
              </a:rPr>
              <a:t>B</a:t>
            </a:r>
          </a:p>
        </p:txBody>
      </p:sp>
      <p:sp>
        <p:nvSpPr>
          <p:cNvPr id="37" name="블록 전환 뒤 점검"/>
          <p:cNvSpPr/>
          <p:nvPr/>
        </p:nvSpPr>
        <p:spPr>
          <a:xfrm>
            <a:off x="1066800" y="5090160"/>
            <a:ext cx="160020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581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전환 뒤 점검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 check --probe</a:t>
            </a:r>
          </a:p>
        </p:txBody>
      </p:sp>
      <p:sp>
        <p:nvSpPr>
          <p:cNvPr id="38" name="아이콘 fact_check"/>
          <p:cNvSpPr/>
          <p:nvPr/>
        </p:nvSpPr>
        <p:spPr>
          <a:xfrm>
            <a:off x="1737360" y="5135880"/>
            <a:ext cx="259080" cy="228600"/>
          </a:xfrm>
          <a:custGeom>
            <a:avLst/>
            <a:gdLst/>
            <a:ahLst/>
            <a:cxnLst/>
            <a:rect l="l" t="t" r="r" b="b"/>
            <a:pathLst>
              <a:path w="259080" h="228600">
                <a:moveTo>
                  <a:pt x="19050" y="228600"/>
                </a:moveTo>
                <a:lnTo>
                  <a:pt x="17793" y="228560"/>
                </a:lnTo>
                <a:lnTo>
                  <a:pt x="16563" y="228441"/>
                </a:lnTo>
                <a:lnTo>
                  <a:pt x="15359" y="228243"/>
                </a:lnTo>
                <a:lnTo>
                  <a:pt x="14182" y="227965"/>
                </a:lnTo>
                <a:lnTo>
                  <a:pt x="13031" y="227608"/>
                </a:lnTo>
                <a:lnTo>
                  <a:pt x="11906" y="227171"/>
                </a:lnTo>
                <a:lnTo>
                  <a:pt x="10808" y="226655"/>
                </a:lnTo>
                <a:lnTo>
                  <a:pt x="9737" y="226060"/>
                </a:lnTo>
                <a:lnTo>
                  <a:pt x="8692" y="225385"/>
                </a:lnTo>
                <a:lnTo>
                  <a:pt x="7673" y="224631"/>
                </a:lnTo>
                <a:lnTo>
                  <a:pt x="6681" y="223798"/>
                </a:lnTo>
                <a:lnTo>
                  <a:pt x="5715" y="222885"/>
                </a:lnTo>
                <a:lnTo>
                  <a:pt x="4802" y="221919"/>
                </a:lnTo>
                <a:lnTo>
                  <a:pt x="3969" y="220927"/>
                </a:lnTo>
                <a:lnTo>
                  <a:pt x="3215" y="219908"/>
                </a:lnTo>
                <a:lnTo>
                  <a:pt x="2540" y="218863"/>
                </a:lnTo>
                <a:lnTo>
                  <a:pt x="1945" y="217792"/>
                </a:lnTo>
                <a:lnTo>
                  <a:pt x="1429" y="216694"/>
                </a:lnTo>
                <a:lnTo>
                  <a:pt x="992" y="215569"/>
                </a:lnTo>
                <a:lnTo>
                  <a:pt x="635" y="214418"/>
                </a:lnTo>
                <a:lnTo>
                  <a:pt x="357" y="213241"/>
                </a:lnTo>
                <a:lnTo>
                  <a:pt x="159" y="212037"/>
                </a:lnTo>
                <a:lnTo>
                  <a:pt x="40" y="210807"/>
                </a:lnTo>
                <a:lnTo>
                  <a:pt x="0" y="2095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240030" y="0"/>
                </a:lnTo>
                <a:lnTo>
                  <a:pt x="241287" y="40"/>
                </a:lnTo>
                <a:lnTo>
                  <a:pt x="242517" y="159"/>
                </a:lnTo>
                <a:lnTo>
                  <a:pt x="243721" y="357"/>
                </a:lnTo>
                <a:lnTo>
                  <a:pt x="244898" y="635"/>
                </a:lnTo>
                <a:lnTo>
                  <a:pt x="246049" y="992"/>
                </a:lnTo>
                <a:lnTo>
                  <a:pt x="247174" y="1429"/>
                </a:lnTo>
                <a:lnTo>
                  <a:pt x="248272" y="1945"/>
                </a:lnTo>
                <a:lnTo>
                  <a:pt x="249343" y="2540"/>
                </a:lnTo>
                <a:lnTo>
                  <a:pt x="250388" y="3215"/>
                </a:lnTo>
                <a:lnTo>
                  <a:pt x="251407" y="3969"/>
                </a:lnTo>
                <a:lnTo>
                  <a:pt x="252399" y="4802"/>
                </a:lnTo>
                <a:lnTo>
                  <a:pt x="253365" y="5715"/>
                </a:lnTo>
                <a:lnTo>
                  <a:pt x="254278" y="6681"/>
                </a:lnTo>
                <a:lnTo>
                  <a:pt x="255111" y="7673"/>
                </a:lnTo>
                <a:lnTo>
                  <a:pt x="255865" y="8692"/>
                </a:lnTo>
                <a:lnTo>
                  <a:pt x="256540" y="9737"/>
                </a:lnTo>
                <a:lnTo>
                  <a:pt x="257135" y="10808"/>
                </a:lnTo>
                <a:lnTo>
                  <a:pt x="257651" y="11906"/>
                </a:lnTo>
                <a:lnTo>
                  <a:pt x="258088" y="13031"/>
                </a:lnTo>
                <a:lnTo>
                  <a:pt x="258445" y="14182"/>
                </a:lnTo>
                <a:lnTo>
                  <a:pt x="258723" y="15359"/>
                </a:lnTo>
                <a:lnTo>
                  <a:pt x="258921" y="16563"/>
                </a:lnTo>
                <a:lnTo>
                  <a:pt x="259040" y="17793"/>
                </a:lnTo>
                <a:lnTo>
                  <a:pt x="259080" y="19050"/>
                </a:lnTo>
                <a:lnTo>
                  <a:pt x="259080" y="209550"/>
                </a:lnTo>
                <a:lnTo>
                  <a:pt x="259040" y="210807"/>
                </a:lnTo>
                <a:lnTo>
                  <a:pt x="258921" y="212037"/>
                </a:lnTo>
                <a:lnTo>
                  <a:pt x="258723" y="213241"/>
                </a:lnTo>
                <a:lnTo>
                  <a:pt x="258445" y="214418"/>
                </a:lnTo>
                <a:lnTo>
                  <a:pt x="258088" y="215569"/>
                </a:lnTo>
                <a:lnTo>
                  <a:pt x="257651" y="216694"/>
                </a:lnTo>
                <a:lnTo>
                  <a:pt x="257135" y="217792"/>
                </a:lnTo>
                <a:lnTo>
                  <a:pt x="256540" y="218863"/>
                </a:lnTo>
                <a:lnTo>
                  <a:pt x="255865" y="219908"/>
                </a:lnTo>
                <a:lnTo>
                  <a:pt x="255111" y="220927"/>
                </a:lnTo>
                <a:lnTo>
                  <a:pt x="254278" y="221919"/>
                </a:lnTo>
                <a:lnTo>
                  <a:pt x="253365" y="222885"/>
                </a:lnTo>
                <a:lnTo>
                  <a:pt x="252399" y="223798"/>
                </a:lnTo>
                <a:lnTo>
                  <a:pt x="251407" y="224631"/>
                </a:lnTo>
                <a:lnTo>
                  <a:pt x="250388" y="225385"/>
                </a:lnTo>
                <a:lnTo>
                  <a:pt x="249343" y="226060"/>
                </a:lnTo>
                <a:lnTo>
                  <a:pt x="248272" y="226655"/>
                </a:lnTo>
                <a:lnTo>
                  <a:pt x="247174" y="227171"/>
                </a:lnTo>
                <a:lnTo>
                  <a:pt x="246049" y="227608"/>
                </a:lnTo>
                <a:lnTo>
                  <a:pt x="244898" y="227965"/>
                </a:lnTo>
                <a:lnTo>
                  <a:pt x="243721" y="228243"/>
                </a:lnTo>
                <a:lnTo>
                  <a:pt x="242517" y="228441"/>
                </a:lnTo>
                <a:lnTo>
                  <a:pt x="241287" y="228560"/>
                </a:lnTo>
                <a:lnTo>
                  <a:pt x="240030" y="228600"/>
                </a:lnTo>
                <a:lnTo>
                  <a:pt x="19050" y="228600"/>
                </a:lnTo>
                <a:close/>
                <a:moveTo>
                  <a:pt x="19050" y="209550"/>
                </a:moveTo>
                <a:lnTo>
                  <a:pt x="240030" y="209550"/>
                </a:lnTo>
                <a:lnTo>
                  <a:pt x="240030" y="19050"/>
                </a:lnTo>
                <a:lnTo>
                  <a:pt x="19050" y="19050"/>
                </a:lnTo>
                <a:lnTo>
                  <a:pt x="19050" y="209550"/>
                </a:lnTo>
                <a:close/>
                <a:moveTo>
                  <a:pt x="40640" y="177800"/>
                </a:moveTo>
                <a:lnTo>
                  <a:pt x="104140" y="177800"/>
                </a:lnTo>
                <a:lnTo>
                  <a:pt x="104140" y="152400"/>
                </a:lnTo>
                <a:lnTo>
                  <a:pt x="40640" y="152400"/>
                </a:lnTo>
                <a:lnTo>
                  <a:pt x="40640" y="177800"/>
                </a:lnTo>
                <a:close/>
                <a:moveTo>
                  <a:pt x="161925" y="152400"/>
                </a:moveTo>
                <a:lnTo>
                  <a:pt x="224790" y="89535"/>
                </a:lnTo>
                <a:lnTo>
                  <a:pt x="206692" y="71438"/>
                </a:lnTo>
                <a:lnTo>
                  <a:pt x="161925" y="116522"/>
                </a:lnTo>
                <a:lnTo>
                  <a:pt x="143828" y="98425"/>
                </a:lnTo>
                <a:lnTo>
                  <a:pt x="126048" y="116522"/>
                </a:lnTo>
                <a:lnTo>
                  <a:pt x="161925" y="152400"/>
                </a:lnTo>
                <a:close/>
                <a:moveTo>
                  <a:pt x="40640" y="127000"/>
                </a:moveTo>
                <a:lnTo>
                  <a:pt x="104140" y="127000"/>
                </a:lnTo>
                <a:lnTo>
                  <a:pt x="104140" y="101600"/>
                </a:lnTo>
                <a:lnTo>
                  <a:pt x="40640" y="101600"/>
                </a:lnTo>
                <a:lnTo>
                  <a:pt x="40640" y="127000"/>
                </a:lnTo>
                <a:close/>
                <a:moveTo>
                  <a:pt x="40640" y="76200"/>
                </a:moveTo>
                <a:lnTo>
                  <a:pt x="104140" y="76200"/>
                </a:lnTo>
                <a:lnTo>
                  <a:pt x="104140" y="50800"/>
                </a:lnTo>
                <a:lnTo>
                  <a:pt x="40640" y="50800"/>
                </a:lnTo>
                <a:lnTo>
                  <a:pt x="40640" y="76200"/>
                </a:lnTo>
                <a:close/>
                <a:moveTo>
                  <a:pt x="19050" y="209550"/>
                </a:moveTo>
                <a:lnTo>
                  <a:pt x="19050" y="19050"/>
                </a:lnTo>
                <a:lnTo>
                  <a:pt x="19050" y="209550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번호 8"/>
          <p:cNvSpPr/>
          <p:nvPr/>
        </p:nvSpPr>
        <p:spPr>
          <a:xfrm>
            <a:off x="1120140" y="514350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40" name="블록 트리거·권한 배포"/>
          <p:cNvSpPr/>
          <p:nvPr/>
        </p:nvSpPr>
        <p:spPr>
          <a:xfrm>
            <a:off x="2933700" y="5090160"/>
            <a:ext cx="160020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581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트리거·권한 배포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DBA · PG 판 객체</a:t>
            </a:r>
          </a:p>
        </p:txBody>
      </p:sp>
      <p:sp>
        <p:nvSpPr>
          <p:cNvPr id="41" name="아이콘 deployed_code"/>
          <p:cNvSpPr/>
          <p:nvPr/>
        </p:nvSpPr>
        <p:spPr>
          <a:xfrm>
            <a:off x="3619500" y="5122228"/>
            <a:ext cx="228600" cy="255904"/>
          </a:xfrm>
          <a:custGeom>
            <a:avLst/>
            <a:gdLst/>
            <a:ahLst/>
            <a:cxnLst/>
            <a:rect l="l" t="t" r="r" b="b"/>
            <a:pathLst>
              <a:path w="228600" h="255904">
                <a:moveTo>
                  <a:pt x="104775" y="231457"/>
                </a:moveTo>
                <a:lnTo>
                  <a:pt x="104775" y="133350"/>
                </a:lnTo>
                <a:lnTo>
                  <a:pt x="19050" y="83820"/>
                </a:lnTo>
                <a:lnTo>
                  <a:pt x="19050" y="181927"/>
                </a:lnTo>
                <a:lnTo>
                  <a:pt x="104775" y="231457"/>
                </a:lnTo>
                <a:close/>
                <a:moveTo>
                  <a:pt x="123825" y="231457"/>
                </a:moveTo>
                <a:lnTo>
                  <a:pt x="209550" y="181927"/>
                </a:lnTo>
                <a:lnTo>
                  <a:pt x="209550" y="83502"/>
                </a:lnTo>
                <a:lnTo>
                  <a:pt x="123825" y="133299"/>
                </a:lnTo>
                <a:lnTo>
                  <a:pt x="123825" y="231457"/>
                </a:lnTo>
                <a:close/>
                <a:moveTo>
                  <a:pt x="114300" y="117157"/>
                </a:moveTo>
                <a:lnTo>
                  <a:pt x="198755" y="67944"/>
                </a:lnTo>
                <a:lnTo>
                  <a:pt x="114300" y="19050"/>
                </a:lnTo>
                <a:lnTo>
                  <a:pt x="29528" y="67944"/>
                </a:lnTo>
                <a:lnTo>
                  <a:pt x="114300" y="117157"/>
                </a:lnTo>
                <a:close/>
                <a:moveTo>
                  <a:pt x="9525" y="198437"/>
                </a:moveTo>
                <a:lnTo>
                  <a:pt x="8785" y="197979"/>
                </a:lnTo>
                <a:lnTo>
                  <a:pt x="8073" y="197498"/>
                </a:lnTo>
                <a:lnTo>
                  <a:pt x="7389" y="196993"/>
                </a:lnTo>
                <a:lnTo>
                  <a:pt x="6734" y="196464"/>
                </a:lnTo>
                <a:lnTo>
                  <a:pt x="6106" y="195912"/>
                </a:lnTo>
                <a:lnTo>
                  <a:pt x="5507" y="195336"/>
                </a:lnTo>
                <a:lnTo>
                  <a:pt x="4936" y="194736"/>
                </a:lnTo>
                <a:lnTo>
                  <a:pt x="4393" y="194113"/>
                </a:lnTo>
                <a:lnTo>
                  <a:pt x="3878" y="193467"/>
                </a:lnTo>
                <a:lnTo>
                  <a:pt x="3391" y="192797"/>
                </a:lnTo>
                <a:lnTo>
                  <a:pt x="2932" y="192103"/>
                </a:lnTo>
                <a:lnTo>
                  <a:pt x="2502" y="191385"/>
                </a:lnTo>
                <a:lnTo>
                  <a:pt x="2102" y="190651"/>
                </a:lnTo>
                <a:lnTo>
                  <a:pt x="1737" y="189906"/>
                </a:lnTo>
                <a:lnTo>
                  <a:pt x="1407" y="189152"/>
                </a:lnTo>
                <a:lnTo>
                  <a:pt x="1112" y="188388"/>
                </a:lnTo>
                <a:lnTo>
                  <a:pt x="851" y="187615"/>
                </a:lnTo>
                <a:lnTo>
                  <a:pt x="625" y="186832"/>
                </a:lnTo>
                <a:lnTo>
                  <a:pt x="434" y="186039"/>
                </a:lnTo>
                <a:lnTo>
                  <a:pt x="278" y="185236"/>
                </a:lnTo>
                <a:lnTo>
                  <a:pt x="156" y="184423"/>
                </a:lnTo>
                <a:lnTo>
                  <a:pt x="69" y="183601"/>
                </a:lnTo>
                <a:lnTo>
                  <a:pt x="17" y="182769"/>
                </a:lnTo>
                <a:lnTo>
                  <a:pt x="0" y="181927"/>
                </a:lnTo>
                <a:lnTo>
                  <a:pt x="0" y="73977"/>
                </a:lnTo>
                <a:lnTo>
                  <a:pt x="17" y="73135"/>
                </a:lnTo>
                <a:lnTo>
                  <a:pt x="69" y="72303"/>
                </a:lnTo>
                <a:lnTo>
                  <a:pt x="156" y="71481"/>
                </a:lnTo>
                <a:lnTo>
                  <a:pt x="278" y="70668"/>
                </a:lnTo>
                <a:lnTo>
                  <a:pt x="434" y="69865"/>
                </a:lnTo>
                <a:lnTo>
                  <a:pt x="625" y="69072"/>
                </a:lnTo>
                <a:lnTo>
                  <a:pt x="851" y="68289"/>
                </a:lnTo>
                <a:lnTo>
                  <a:pt x="1112" y="67516"/>
                </a:lnTo>
                <a:lnTo>
                  <a:pt x="1407" y="66752"/>
                </a:lnTo>
                <a:lnTo>
                  <a:pt x="1737" y="65998"/>
                </a:lnTo>
                <a:lnTo>
                  <a:pt x="2102" y="65253"/>
                </a:lnTo>
                <a:lnTo>
                  <a:pt x="2502" y="64519"/>
                </a:lnTo>
                <a:lnTo>
                  <a:pt x="2932" y="63801"/>
                </a:lnTo>
                <a:lnTo>
                  <a:pt x="3391" y="63107"/>
                </a:lnTo>
                <a:lnTo>
                  <a:pt x="3878" y="62437"/>
                </a:lnTo>
                <a:lnTo>
                  <a:pt x="4393" y="61791"/>
                </a:lnTo>
                <a:lnTo>
                  <a:pt x="4936" y="61168"/>
                </a:lnTo>
                <a:lnTo>
                  <a:pt x="5507" y="60568"/>
                </a:lnTo>
                <a:lnTo>
                  <a:pt x="6106" y="59992"/>
                </a:lnTo>
                <a:lnTo>
                  <a:pt x="6734" y="59440"/>
                </a:lnTo>
                <a:lnTo>
                  <a:pt x="7389" y="58911"/>
                </a:lnTo>
                <a:lnTo>
                  <a:pt x="8073" y="58406"/>
                </a:lnTo>
                <a:lnTo>
                  <a:pt x="8785" y="57925"/>
                </a:lnTo>
                <a:lnTo>
                  <a:pt x="9525" y="57467"/>
                </a:lnTo>
                <a:lnTo>
                  <a:pt x="104775" y="2540"/>
                </a:lnTo>
                <a:lnTo>
                  <a:pt x="105537" y="2134"/>
                </a:lnTo>
                <a:lnTo>
                  <a:pt x="106305" y="1763"/>
                </a:lnTo>
                <a:lnTo>
                  <a:pt x="107080" y="1428"/>
                </a:lnTo>
                <a:lnTo>
                  <a:pt x="107861" y="1128"/>
                </a:lnTo>
                <a:lnTo>
                  <a:pt x="108649" y="864"/>
                </a:lnTo>
                <a:lnTo>
                  <a:pt x="109444" y="634"/>
                </a:lnTo>
                <a:lnTo>
                  <a:pt x="110245" y="440"/>
                </a:lnTo>
                <a:lnTo>
                  <a:pt x="111053" y="282"/>
                </a:lnTo>
                <a:lnTo>
                  <a:pt x="111868" y="158"/>
                </a:lnTo>
                <a:lnTo>
                  <a:pt x="112689" y="70"/>
                </a:lnTo>
                <a:lnTo>
                  <a:pt x="113516" y="17"/>
                </a:lnTo>
                <a:lnTo>
                  <a:pt x="114351" y="0"/>
                </a:lnTo>
                <a:lnTo>
                  <a:pt x="115185" y="17"/>
                </a:lnTo>
                <a:lnTo>
                  <a:pt x="116011" y="70"/>
                </a:lnTo>
                <a:lnTo>
                  <a:pt x="116829" y="158"/>
                </a:lnTo>
                <a:lnTo>
                  <a:pt x="117639" y="282"/>
                </a:lnTo>
                <a:lnTo>
                  <a:pt x="118440" y="440"/>
                </a:lnTo>
                <a:lnTo>
                  <a:pt x="119234" y="634"/>
                </a:lnTo>
                <a:lnTo>
                  <a:pt x="120019" y="864"/>
                </a:lnTo>
                <a:lnTo>
                  <a:pt x="120797" y="1128"/>
                </a:lnTo>
                <a:lnTo>
                  <a:pt x="121566" y="1428"/>
                </a:lnTo>
                <a:lnTo>
                  <a:pt x="122327" y="1763"/>
                </a:lnTo>
                <a:lnTo>
                  <a:pt x="123080" y="2134"/>
                </a:lnTo>
                <a:lnTo>
                  <a:pt x="123825" y="2540"/>
                </a:lnTo>
                <a:lnTo>
                  <a:pt x="219075" y="57467"/>
                </a:lnTo>
                <a:lnTo>
                  <a:pt x="219815" y="57925"/>
                </a:lnTo>
                <a:lnTo>
                  <a:pt x="220527" y="58406"/>
                </a:lnTo>
                <a:lnTo>
                  <a:pt x="221211" y="58911"/>
                </a:lnTo>
                <a:lnTo>
                  <a:pt x="221867" y="59440"/>
                </a:lnTo>
                <a:lnTo>
                  <a:pt x="222494" y="59992"/>
                </a:lnTo>
                <a:lnTo>
                  <a:pt x="223094" y="60568"/>
                </a:lnTo>
                <a:lnTo>
                  <a:pt x="223665" y="61168"/>
                </a:lnTo>
                <a:lnTo>
                  <a:pt x="224209" y="61791"/>
                </a:lnTo>
                <a:lnTo>
                  <a:pt x="224724" y="62437"/>
                </a:lnTo>
                <a:lnTo>
                  <a:pt x="225211" y="63107"/>
                </a:lnTo>
                <a:lnTo>
                  <a:pt x="225670" y="63801"/>
                </a:lnTo>
                <a:lnTo>
                  <a:pt x="226101" y="64519"/>
                </a:lnTo>
                <a:lnTo>
                  <a:pt x="226500" y="65253"/>
                </a:lnTo>
                <a:lnTo>
                  <a:pt x="226865" y="65998"/>
                </a:lnTo>
                <a:lnTo>
                  <a:pt x="227194" y="66752"/>
                </a:lnTo>
                <a:lnTo>
                  <a:pt x="227489" y="67516"/>
                </a:lnTo>
                <a:lnTo>
                  <a:pt x="227750" y="68289"/>
                </a:lnTo>
                <a:lnTo>
                  <a:pt x="227975" y="69072"/>
                </a:lnTo>
                <a:lnTo>
                  <a:pt x="228166" y="69865"/>
                </a:lnTo>
                <a:lnTo>
                  <a:pt x="228322" y="70668"/>
                </a:lnTo>
                <a:lnTo>
                  <a:pt x="228444" y="71481"/>
                </a:lnTo>
                <a:lnTo>
                  <a:pt x="228531" y="72303"/>
                </a:lnTo>
                <a:lnTo>
                  <a:pt x="228583" y="73135"/>
                </a:lnTo>
                <a:lnTo>
                  <a:pt x="228600" y="73977"/>
                </a:lnTo>
                <a:lnTo>
                  <a:pt x="228600" y="181927"/>
                </a:lnTo>
                <a:lnTo>
                  <a:pt x="228583" y="182769"/>
                </a:lnTo>
                <a:lnTo>
                  <a:pt x="228531" y="183601"/>
                </a:lnTo>
                <a:lnTo>
                  <a:pt x="228444" y="184423"/>
                </a:lnTo>
                <a:lnTo>
                  <a:pt x="228322" y="185236"/>
                </a:lnTo>
                <a:lnTo>
                  <a:pt x="228166" y="186039"/>
                </a:lnTo>
                <a:lnTo>
                  <a:pt x="227975" y="186832"/>
                </a:lnTo>
                <a:lnTo>
                  <a:pt x="227750" y="187615"/>
                </a:lnTo>
                <a:lnTo>
                  <a:pt x="227489" y="188388"/>
                </a:lnTo>
                <a:lnTo>
                  <a:pt x="227194" y="189152"/>
                </a:lnTo>
                <a:lnTo>
                  <a:pt x="226865" y="189906"/>
                </a:lnTo>
                <a:lnTo>
                  <a:pt x="226500" y="190651"/>
                </a:lnTo>
                <a:lnTo>
                  <a:pt x="226101" y="191385"/>
                </a:lnTo>
                <a:lnTo>
                  <a:pt x="225670" y="192103"/>
                </a:lnTo>
                <a:lnTo>
                  <a:pt x="225211" y="192797"/>
                </a:lnTo>
                <a:lnTo>
                  <a:pt x="224724" y="193467"/>
                </a:lnTo>
                <a:lnTo>
                  <a:pt x="224209" y="194113"/>
                </a:lnTo>
                <a:lnTo>
                  <a:pt x="223665" y="194736"/>
                </a:lnTo>
                <a:lnTo>
                  <a:pt x="223094" y="195336"/>
                </a:lnTo>
                <a:lnTo>
                  <a:pt x="222494" y="195912"/>
                </a:lnTo>
                <a:lnTo>
                  <a:pt x="221867" y="196464"/>
                </a:lnTo>
                <a:lnTo>
                  <a:pt x="221211" y="196993"/>
                </a:lnTo>
                <a:lnTo>
                  <a:pt x="220527" y="197498"/>
                </a:lnTo>
                <a:lnTo>
                  <a:pt x="219815" y="197979"/>
                </a:lnTo>
                <a:lnTo>
                  <a:pt x="219075" y="198437"/>
                </a:lnTo>
                <a:lnTo>
                  <a:pt x="123825" y="253364"/>
                </a:lnTo>
                <a:lnTo>
                  <a:pt x="123063" y="253770"/>
                </a:lnTo>
                <a:lnTo>
                  <a:pt x="122295" y="254141"/>
                </a:lnTo>
                <a:lnTo>
                  <a:pt x="121520" y="254476"/>
                </a:lnTo>
                <a:lnTo>
                  <a:pt x="120739" y="254776"/>
                </a:lnTo>
                <a:lnTo>
                  <a:pt x="119951" y="255040"/>
                </a:lnTo>
                <a:lnTo>
                  <a:pt x="119156" y="255270"/>
                </a:lnTo>
                <a:lnTo>
                  <a:pt x="118355" y="255464"/>
                </a:lnTo>
                <a:lnTo>
                  <a:pt x="117547" y="255622"/>
                </a:lnTo>
                <a:lnTo>
                  <a:pt x="116732" y="255746"/>
                </a:lnTo>
                <a:lnTo>
                  <a:pt x="115911" y="255834"/>
                </a:lnTo>
                <a:lnTo>
                  <a:pt x="115084" y="255887"/>
                </a:lnTo>
                <a:lnTo>
                  <a:pt x="114249" y="255904"/>
                </a:lnTo>
                <a:lnTo>
                  <a:pt x="113415" y="255887"/>
                </a:lnTo>
                <a:lnTo>
                  <a:pt x="112589" y="255834"/>
                </a:lnTo>
                <a:lnTo>
                  <a:pt x="111771" y="255746"/>
                </a:lnTo>
                <a:lnTo>
                  <a:pt x="110961" y="255622"/>
                </a:lnTo>
                <a:lnTo>
                  <a:pt x="110160" y="255464"/>
                </a:lnTo>
                <a:lnTo>
                  <a:pt x="109366" y="255270"/>
                </a:lnTo>
                <a:lnTo>
                  <a:pt x="108581" y="255040"/>
                </a:lnTo>
                <a:lnTo>
                  <a:pt x="107803" y="254776"/>
                </a:lnTo>
                <a:lnTo>
                  <a:pt x="107034" y="254476"/>
                </a:lnTo>
                <a:lnTo>
                  <a:pt x="106273" y="254141"/>
                </a:lnTo>
                <a:lnTo>
                  <a:pt x="105520" y="253770"/>
                </a:lnTo>
                <a:lnTo>
                  <a:pt x="104775" y="253364"/>
                </a:lnTo>
                <a:lnTo>
                  <a:pt x="9525" y="198437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번호 9"/>
          <p:cNvSpPr/>
          <p:nvPr/>
        </p:nvSpPr>
        <p:spPr>
          <a:xfrm>
            <a:off x="2987040" y="514350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43" name="판단 10. 계속?"/>
          <p:cNvSpPr/>
          <p:nvPr/>
        </p:nvSpPr>
        <p:spPr>
          <a:xfrm>
            <a:off x="4762500" y="5044440"/>
            <a:ext cx="1524000" cy="853440"/>
          </a:xfrm>
          <a:prstGeom prst="diamond">
            <a:avLst/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21336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10. 계속?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판단자</a:t>
            </a:r>
          </a:p>
        </p:txBody>
      </p:sp>
      <p:sp>
        <p:nvSpPr>
          <p:cNvPr id="44" name="블록 앱을 PG 로 전환"/>
          <p:cNvSpPr/>
          <p:nvPr/>
        </p:nvSpPr>
        <p:spPr>
          <a:xfrm>
            <a:off x="6591300" y="5090160"/>
            <a:ext cx="160020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581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앱을 PG 로 전환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다운타임 끝</a:t>
            </a:r>
          </a:p>
        </p:txBody>
      </p:sp>
      <p:sp>
        <p:nvSpPr>
          <p:cNvPr id="45" name="아이콘 swap_horiz"/>
          <p:cNvSpPr/>
          <p:nvPr/>
        </p:nvSpPr>
        <p:spPr>
          <a:xfrm>
            <a:off x="7264400" y="514858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61278" y="203200"/>
                </a:moveTo>
                <a:lnTo>
                  <a:pt x="0" y="141922"/>
                </a:lnTo>
                <a:lnTo>
                  <a:pt x="61278" y="80645"/>
                </a:lnTo>
                <a:lnTo>
                  <a:pt x="74612" y="93980"/>
                </a:lnTo>
                <a:lnTo>
                  <a:pt x="36195" y="132398"/>
                </a:lnTo>
                <a:lnTo>
                  <a:pt x="136525" y="132398"/>
                </a:lnTo>
                <a:lnTo>
                  <a:pt x="136525" y="151448"/>
                </a:lnTo>
                <a:lnTo>
                  <a:pt x="36195" y="151448"/>
                </a:lnTo>
                <a:lnTo>
                  <a:pt x="74612" y="189865"/>
                </a:lnTo>
                <a:lnTo>
                  <a:pt x="61278" y="203200"/>
                </a:lnTo>
                <a:close/>
                <a:moveTo>
                  <a:pt x="192722" y="122555"/>
                </a:moveTo>
                <a:lnTo>
                  <a:pt x="179388" y="109220"/>
                </a:lnTo>
                <a:lnTo>
                  <a:pt x="217805" y="70802"/>
                </a:lnTo>
                <a:lnTo>
                  <a:pt x="117475" y="70802"/>
                </a:lnTo>
                <a:lnTo>
                  <a:pt x="117475" y="51752"/>
                </a:lnTo>
                <a:lnTo>
                  <a:pt x="217805" y="51752"/>
                </a:lnTo>
                <a:lnTo>
                  <a:pt x="179388" y="13335"/>
                </a:lnTo>
                <a:lnTo>
                  <a:pt x="192722" y="0"/>
                </a:lnTo>
                <a:lnTo>
                  <a:pt x="254000" y="61278"/>
                </a:lnTo>
                <a:lnTo>
                  <a:pt x="192722" y="122555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번호 11"/>
          <p:cNvSpPr/>
          <p:nvPr/>
        </p:nvSpPr>
        <p:spPr>
          <a:xfrm>
            <a:off x="6644640" y="514350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47" name="블록 전환 끝"/>
          <p:cNvSpPr/>
          <p:nvPr/>
        </p:nvSpPr>
        <p:spPr>
          <a:xfrm>
            <a:off x="8420100" y="5303520"/>
            <a:ext cx="1143000" cy="335280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 w="15240">
            <a:solidFill>
              <a:srgbClr val="0B3D2E"/>
            </a:solidFill>
          </a:ln>
        </p:spPr>
        <p:txBody>
          <a:bodyPr rtlCol="0" anchor="ctr" lIns="328041" tIns="0" rIns="0" bIns="0" wrap="none">
            <a:no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전환 끝</a:t>
            </a:r>
          </a:p>
        </p:txBody>
      </p:sp>
      <p:sp>
        <p:nvSpPr>
          <p:cNvPr id="48" name="블록 원천으로 되돌리기"/>
          <p:cNvSpPr/>
          <p:nvPr/>
        </p:nvSpPr>
        <p:spPr>
          <a:xfrm>
            <a:off x="9829800" y="5090160"/>
            <a:ext cx="1828800" cy="762000"/>
          </a:xfrm>
          <a:prstGeom prst="roundRect">
            <a:avLst>
              <a:gd name="adj" fmla="val 12000"/>
            </a:avLst>
          </a:prstGeom>
          <a:solidFill>
            <a:srgbClr val="D5EFE2"/>
          </a:solidFill>
          <a:ln w="16764">
            <a:solidFill>
              <a:srgbClr val="1E6B4F"/>
            </a:solidFill>
          </a:ln>
        </p:spPr>
        <p:txBody>
          <a:bodyPr rtlCol="0" anchor="t" lIns="45720" tIns="838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원천으로 되돌리기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앱 쓰기 다시 열기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kdms sync 이어 가기</a:t>
            </a:r>
          </a:p>
        </p:txBody>
      </p:sp>
      <p:cxnSp>
        <p:nvCxnSpPr>
          <p:cNvPr id="49" name="연결 start→b1"/>
          <p:cNvCxnSpPr>
            <a:stCxn id="12" idx="3"/>
            <a:endCxn id="13" idx="1"/>
          </p:cNvCxnSpPr>
          <p:nvPr/>
        </p:nvCxnSpPr>
        <p:spPr>
          <a:xfrm>
            <a:off x="1783080" y="1889760"/>
            <a:ext cx="35052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50" name="연결 b1→b2"/>
          <p:cNvCxnSpPr>
            <a:stCxn id="13" idx="3"/>
            <a:endCxn id="16" idx="1"/>
          </p:cNvCxnSpPr>
          <p:nvPr/>
        </p:nvCxnSpPr>
        <p:spPr>
          <a:xfrm>
            <a:off x="4038600" y="1889760"/>
            <a:ext cx="3810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51" name="연결 b2→b3"/>
          <p:cNvCxnSpPr>
            <a:stCxn id="16" idx="3"/>
            <a:endCxn id="19" idx="1"/>
          </p:cNvCxnSpPr>
          <p:nvPr/>
        </p:nvCxnSpPr>
        <p:spPr>
          <a:xfrm>
            <a:off x="6324600" y="1889760"/>
            <a:ext cx="3810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52" name="연결 b3→a1"/>
          <p:cNvCxnSpPr>
            <a:stCxn id="19" idx="3"/>
            <a:endCxn id="22" idx="2"/>
          </p:cNvCxnSpPr>
          <p:nvPr/>
        </p:nvCxnSpPr>
        <p:spPr>
          <a:xfrm>
            <a:off x="8610600" y="1889760"/>
            <a:ext cx="4572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53" name="연결 a2→s1"/>
          <p:cNvCxnSpPr>
            <a:stCxn id="23" idx="6"/>
            <a:endCxn id="24" idx="1"/>
          </p:cNvCxnSpPr>
          <p:nvPr/>
        </p:nvCxnSpPr>
        <p:spPr>
          <a:xfrm>
            <a:off x="899160" y="3489960"/>
            <a:ext cx="32004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54" name="연결 s1→s2"/>
          <p:cNvCxnSpPr>
            <a:stCxn id="24" idx="3"/>
            <a:endCxn id="27" idx="1"/>
          </p:cNvCxnSpPr>
          <p:nvPr/>
        </p:nvCxnSpPr>
        <p:spPr>
          <a:xfrm>
            <a:off x="3048000" y="3489960"/>
            <a:ext cx="3810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55" name="연결 s2→chk"/>
          <p:cNvCxnSpPr>
            <a:stCxn id="27" idx="3"/>
            <a:endCxn id="30" idx="1"/>
          </p:cNvCxnSpPr>
          <p:nvPr/>
        </p:nvCxnSpPr>
        <p:spPr>
          <a:xfrm>
            <a:off x="5334000" y="3489960"/>
            <a:ext cx="3429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56" name="연결 chk→s4"/>
          <p:cNvCxnSpPr>
            <a:stCxn id="30" idx="3"/>
            <a:endCxn id="31" idx="1"/>
          </p:cNvCxnSpPr>
          <p:nvPr/>
        </p:nvCxnSpPr>
        <p:spPr>
          <a:xfrm>
            <a:off x="7581900" y="3489960"/>
            <a:ext cx="3429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sp>
        <p:nvSpPr>
          <p:cNvPr id="57" name="라벨 예"/>
          <p:cNvSpPr txBox="1"/>
          <p:nvPr/>
        </p:nvSpPr>
        <p:spPr>
          <a:xfrm>
            <a:off x="7642860" y="3268980"/>
            <a:ext cx="220980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1E6B4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cxnSp>
        <p:nvCxnSpPr>
          <p:cNvPr id="58" name="연결 s4→b1x"/>
          <p:cNvCxnSpPr>
            <a:stCxn id="31" idx="3"/>
            <a:endCxn id="34" idx="2"/>
          </p:cNvCxnSpPr>
          <p:nvPr/>
        </p:nvCxnSpPr>
        <p:spPr>
          <a:xfrm>
            <a:off x="9753600" y="3489960"/>
            <a:ext cx="3810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59" name="연결 chk→stop"/>
          <p:cNvCxnSpPr>
            <a:stCxn id="30" idx="2"/>
            <a:endCxn id="35" idx="0"/>
          </p:cNvCxnSpPr>
          <p:nvPr/>
        </p:nvCxnSpPr>
        <p:spPr>
          <a:xfrm>
            <a:off x="6629400" y="3947160"/>
            <a:ext cx="0" cy="16764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60" name="라벨 아니오"/>
          <p:cNvSpPr txBox="1"/>
          <p:nvPr/>
        </p:nvSpPr>
        <p:spPr>
          <a:xfrm>
            <a:off x="6675120" y="3935730"/>
            <a:ext cx="480060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2E9E6E"/>
                </a:solidFill>
                <a:latin typeface="Pretendard"/>
                <a:ea typeface="Pretendard"/>
                <a:cs typeface="Pretendard"/>
              </a:rPr>
              <a:t>아니오</a:t>
            </a:r>
          </a:p>
        </p:txBody>
      </p:sp>
      <p:cxnSp>
        <p:nvCxnSpPr>
          <p:cNvPr id="61" name="연결 stop→s1"/>
          <p:cNvCxnSpPr>
            <a:stCxn id="35" idx="1"/>
            <a:endCxn id="24" idx="2"/>
          </p:cNvCxnSpPr>
          <p:nvPr/>
        </p:nvCxnSpPr>
        <p:spPr>
          <a:xfrm flipH="1" flipV="1">
            <a:off x="2133600" y="3901440"/>
            <a:ext cx="3543300" cy="449580"/>
          </a:xfrm>
          <a:prstGeom prst="bentConnector3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62" name="라벨 고친 뒤 다시 cutover"/>
          <p:cNvSpPr txBox="1"/>
          <p:nvPr/>
        </p:nvSpPr>
        <p:spPr>
          <a:xfrm>
            <a:off x="3179445" y="4130040"/>
            <a:ext cx="1451610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2E9E6E"/>
                </a:solidFill>
                <a:latin typeface="Pretendard"/>
                <a:ea typeface="Pretendard"/>
                <a:cs typeface="Pretendard"/>
              </a:rPr>
              <a:t>고친 뒤 다시 cutover</a:t>
            </a:r>
          </a:p>
        </p:txBody>
      </p:sp>
      <p:cxnSp>
        <p:nvCxnSpPr>
          <p:cNvPr id="63" name="연결 b2x→s5"/>
          <p:cNvCxnSpPr>
            <a:stCxn id="36" idx="6"/>
            <a:endCxn id="37" idx="1"/>
          </p:cNvCxnSpPr>
          <p:nvPr/>
        </p:nvCxnSpPr>
        <p:spPr>
          <a:xfrm>
            <a:off x="899160" y="5471160"/>
            <a:ext cx="16764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64" name="연결 s5→s6"/>
          <p:cNvCxnSpPr>
            <a:stCxn id="37" idx="3"/>
            <a:endCxn id="40" idx="1"/>
          </p:cNvCxnSpPr>
          <p:nvPr/>
        </p:nvCxnSpPr>
        <p:spPr>
          <a:xfrm>
            <a:off x="2667000" y="5471160"/>
            <a:ext cx="2667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65" name="연결 s6→go"/>
          <p:cNvCxnSpPr>
            <a:stCxn id="40" idx="3"/>
            <a:endCxn id="43" idx="1"/>
          </p:cNvCxnSpPr>
          <p:nvPr/>
        </p:nvCxnSpPr>
        <p:spPr>
          <a:xfrm>
            <a:off x="4533900" y="5471160"/>
            <a:ext cx="2286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66" name="연결 go→s7"/>
          <p:cNvCxnSpPr>
            <a:stCxn id="43" idx="3"/>
            <a:endCxn id="44" idx="1"/>
          </p:cNvCxnSpPr>
          <p:nvPr/>
        </p:nvCxnSpPr>
        <p:spPr>
          <a:xfrm>
            <a:off x="6286500" y="5471160"/>
            <a:ext cx="3048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sp>
        <p:nvSpPr>
          <p:cNvPr id="67" name="라벨 예"/>
          <p:cNvSpPr txBox="1"/>
          <p:nvPr/>
        </p:nvSpPr>
        <p:spPr>
          <a:xfrm>
            <a:off x="6328410" y="5250180"/>
            <a:ext cx="220980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1E6B4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cxnSp>
        <p:nvCxnSpPr>
          <p:cNvPr id="68" name="연결 s7→done"/>
          <p:cNvCxnSpPr>
            <a:stCxn id="44" idx="3"/>
            <a:endCxn id="47" idx="1"/>
          </p:cNvCxnSpPr>
          <p:nvPr/>
        </p:nvCxnSpPr>
        <p:spPr>
          <a:xfrm>
            <a:off x="8191500" y="5471160"/>
            <a:ext cx="2286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69" name="연결 stop→back"/>
          <p:cNvCxnSpPr>
            <a:stCxn id="35" idx="3"/>
          </p:cNvCxnSpPr>
          <p:nvPr/>
        </p:nvCxnSpPr>
        <p:spPr>
          <a:xfrm>
            <a:off x="7581900" y="4351020"/>
            <a:ext cx="2781300" cy="739140"/>
          </a:xfrm>
          <a:prstGeom prst="bentConnector3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70" name="라벨 못 고치면"/>
          <p:cNvSpPr txBox="1"/>
          <p:nvPr/>
        </p:nvSpPr>
        <p:spPr>
          <a:xfrm>
            <a:off x="8632126" y="4130040"/>
            <a:ext cx="680847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2E9E6E"/>
                </a:solidFill>
                <a:latin typeface="Pretendard"/>
                <a:ea typeface="Pretendard"/>
                <a:cs typeface="Pretendard"/>
              </a:rPr>
              <a:t>못 고치면</a:t>
            </a:r>
          </a:p>
        </p:txBody>
      </p:sp>
      <p:sp>
        <p:nvSpPr>
          <p:cNvPr id="71" name="글"/>
          <p:cNvSpPr txBox="1"/>
          <p:nvPr/>
        </p:nvSpPr>
        <p:spPr>
          <a:xfrm>
            <a:off x="5600700" y="4808220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2E9E6E"/>
                </a:solidFill>
                <a:latin typeface="Pretendard"/>
                <a:ea typeface="Pretendard"/>
                <a:cs typeface="Pretendard"/>
              </a:rPr>
              <a:t>아니오</a:t>
            </a:r>
          </a:p>
        </p:txBody>
      </p:sp>
      <p:sp>
        <p:nvSpPr>
          <p:cNvPr id="72" name="범례"/>
          <p:cNvSpPr/>
          <p:nvPr/>
        </p:nvSpPr>
        <p:spPr>
          <a:xfrm>
            <a:off x="381000" y="6309360"/>
            <a:ext cx="3995928" cy="39624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0668">
            <a:solidFill>
              <a:srgbClr val="9DD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범례 제목"/>
          <p:cNvSpPr txBox="1"/>
          <p:nvPr/>
        </p:nvSpPr>
        <p:spPr>
          <a:xfrm>
            <a:off x="518160" y="6309360"/>
            <a:ext cx="3810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범례</a:t>
            </a:r>
          </a:p>
        </p:txBody>
      </p:sp>
      <p:cxnSp>
        <p:nvCxnSpPr>
          <p:cNvPr id="74" name="범례 처리 순서"/>
          <p:cNvCxnSpPr/>
          <p:nvPr/>
        </p:nvCxnSpPr>
        <p:spPr>
          <a:xfrm>
            <a:off x="914400" y="6507480"/>
            <a:ext cx="35052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sp>
        <p:nvSpPr>
          <p:cNvPr id="75" name="범례 글 처리 순서"/>
          <p:cNvSpPr txBox="1"/>
          <p:nvPr/>
        </p:nvSpPr>
        <p:spPr>
          <a:xfrm>
            <a:off x="1341120" y="6309360"/>
            <a:ext cx="741807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처리 순서</a:t>
            </a:r>
          </a:p>
        </p:txBody>
      </p:sp>
      <p:cxnSp>
        <p:nvCxnSpPr>
          <p:cNvPr id="76" name="범례 불합격 시 되돌아가는 경로"/>
          <p:cNvCxnSpPr/>
          <p:nvPr/>
        </p:nvCxnSpPr>
        <p:spPr>
          <a:xfrm>
            <a:off x="2159127" y="6507480"/>
            <a:ext cx="350520" cy="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77" name="범례 글 불합격 시 되돌아가는 경로"/>
          <p:cNvSpPr txBox="1"/>
          <p:nvPr/>
        </p:nvSpPr>
        <p:spPr>
          <a:xfrm>
            <a:off x="2585847" y="6309360"/>
            <a:ext cx="1791081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불합격 시 되돌아가는 경로</a:t>
            </a:r>
          </a:p>
        </p:txBody>
      </p:sp>
      <p:sp>
        <p:nvSpPr>
          <p:cNvPr id="78" name="설명"/>
          <p:cNvSpPr txBox="1"/>
          <p:nvPr/>
        </p:nvSpPr>
        <p:spPr>
          <a:xfrm>
            <a:off x="5081016" y="6347460"/>
            <a:ext cx="6729984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4 가 --max-wait(기본 600초) 안에 안 끝나면 종료 6 · 다운타임 = 2 ~ 11, kdms 가 재는 것은 4 ~ 7</a:t>
            </a:r>
          </a:p>
        </p:txBody>
      </p:sp>
      <p:sp>
        <p:nvSpPr>
          <p:cNvPr id="79" name="설명"/>
          <p:cNvSpPr txBox="1"/>
          <p:nvPr/>
        </p:nvSpPr>
        <p:spPr>
          <a:xfrm>
            <a:off x="5592699" y="6537960"/>
            <a:ext cx="6218301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11 전까지는 원천으로 돌아가도 원천 데이터는 그대로 · 11 뒤에는 역방향 동기화 없음(MVP 밖)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KDMS 전환·롤백 절차서</dc:title>
  <dc:subject/>
  <dc:creator>KDMS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